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5143500" cx="9144000"/>
  <p:notesSz cx="6858000" cy="9144000"/>
  <p:embeddedFontLst>
    <p:embeddedFont>
      <p:font typeface="Roboto Black"/>
      <p:bold r:id="rId35"/>
      <p:boldItalic r:id="rId36"/>
    </p:embeddedFont>
    <p:embeddedFont>
      <p:font typeface="Roboto"/>
      <p:regular r:id="rId37"/>
      <p:bold r:id="rId38"/>
      <p:italic r:id="rId39"/>
      <p:boldItalic r:id="rId40"/>
    </p:embeddedFont>
    <p:embeddedFont>
      <p:font typeface="Libre Baskerville"/>
      <p:regular r:id="rId41"/>
      <p:bold r:id="rId42"/>
      <p:italic r:id="rId43"/>
      <p:boldItalic r:id="rId44"/>
    </p:embeddedFont>
    <p:embeddedFont>
      <p:font typeface="Red Hat Display"/>
      <p:regular r:id="rId45"/>
      <p:bold r:id="rId46"/>
      <p:italic r:id="rId47"/>
      <p:boldItalic r:id="rId48"/>
    </p:embeddedFont>
    <p:embeddedFont>
      <p:font typeface="Open Sans ExtraBold"/>
      <p:bold r:id="rId49"/>
      <p:boldItalic r:id="rId50"/>
    </p:embeddedFon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42" Type="http://schemas.openxmlformats.org/officeDocument/2006/relationships/font" Target="fonts/LibreBaskerville-bold.fntdata"/><Relationship Id="rId41" Type="http://schemas.openxmlformats.org/officeDocument/2006/relationships/font" Target="fonts/LibreBaskerville-regular.fntdata"/><Relationship Id="rId44" Type="http://schemas.openxmlformats.org/officeDocument/2006/relationships/font" Target="fonts/LibreBaskerville-boldItalic.fntdata"/><Relationship Id="rId43" Type="http://schemas.openxmlformats.org/officeDocument/2006/relationships/font" Target="fonts/LibreBaskerville-italic.fntdata"/><Relationship Id="rId46" Type="http://schemas.openxmlformats.org/officeDocument/2006/relationships/font" Target="fonts/RedHatDisplay-bold.fntdata"/><Relationship Id="rId45" Type="http://schemas.openxmlformats.org/officeDocument/2006/relationships/font" Target="fonts/RedHatDisplay-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edHatDisplay-boldItalic.fntdata"/><Relationship Id="rId47" Type="http://schemas.openxmlformats.org/officeDocument/2006/relationships/font" Target="fonts/RedHatDisplay-italic.fntdata"/><Relationship Id="rId49" Type="http://schemas.openxmlformats.org/officeDocument/2006/relationships/font" Target="fonts/OpenSansExtraBold-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font" Target="fonts/RobotoBlack-bold.fntdata"/><Relationship Id="rId34" Type="http://schemas.openxmlformats.org/officeDocument/2006/relationships/slide" Target="slides/slide30.xml"/><Relationship Id="rId37" Type="http://schemas.openxmlformats.org/officeDocument/2006/relationships/font" Target="fonts/Roboto-regular.fntdata"/><Relationship Id="rId36" Type="http://schemas.openxmlformats.org/officeDocument/2006/relationships/font" Target="fonts/RobotoBlack-boldItalic.fntdata"/><Relationship Id="rId39" Type="http://schemas.openxmlformats.org/officeDocument/2006/relationships/font" Target="fonts/Roboto-italic.fntdata"/><Relationship Id="rId38" Type="http://schemas.openxmlformats.org/officeDocument/2006/relationships/font" Target="fonts/Roboto-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RobotoMono-regular.fntdata"/><Relationship Id="rId50" Type="http://schemas.openxmlformats.org/officeDocument/2006/relationships/font" Target="fonts/OpenSansExtraBold-boldItalic.fntdata"/><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7.xml"/><Relationship Id="rId10" Type="http://schemas.openxmlformats.org/officeDocument/2006/relationships/slide" Target="slides/slide6.xml"/><Relationship Id="rId54" Type="http://schemas.openxmlformats.org/officeDocument/2006/relationships/font" Target="fonts/RobotoMono-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23e9f925564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23e9f925564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23e9f925564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5" name="Google Shape;1405;g23e9f925564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c0248371d8_2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c0248371d8_2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bee80388c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bee80388c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23e9f92556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23e9f92556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CRUD es un acrónimo que se refiere a las operaciones básicas de manipulación de datos en la mayoría de los sistemas de gestión de bases de datos. Representa las cuatro funciones fundamentales que se pueden realizar en los datos almacenados:</a:t>
            </a:r>
            <a:endParaRPr sz="1200">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200"/>
              <a:buFont typeface="Roboto"/>
              <a:buNone/>
            </a:pPr>
            <a:r>
              <a:rPr lang="en" sz="1200">
                <a:solidFill>
                  <a:schemeClr val="dk1"/>
                </a:solidFill>
                <a:latin typeface="Roboto"/>
                <a:ea typeface="Roboto"/>
                <a:cs typeface="Roboto"/>
                <a:sym typeface="Roboto"/>
              </a:rPr>
              <a:t>Create (Crear): Implica la creación de nuevos registros o entradas en la base de datos. En otras palabras, es la acción de agregar información nueva a la base de datos.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Read (Leer): Consiste en recuperar datos de la base de datos. En esta operación, se obtienen los datos almacenados para su visualización o uso.</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Update (Actualizar): Refiere a la modificación de datos existentes en la base de datos. Permite cambiar la información almacenada para mantenerla actualizada.</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Delete (Eliminar): Implica la eliminación de registros o datos de la base de datos. Esta operación puede ser irreversible y debe realizarse con precaución.</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El término CRUD se utiliza ampliamente en el desarrollo de aplicaciones y sistemas, ya que describe las acciones más comunes que se realizan en la gestión de datos. Por lo tanto, es una parte fundamental en el diseño y la implementación de aplicaciones que interactúan con bases de datos, ya sea a través de interfaces de usuario o programáticamente.</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23e9f92556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23e9f925564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23e9f92556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23e9f92556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2778400d98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2778400d98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Una interfaz gráfica, también conocida como GUI (del inglés Graphical User Interface), es una forma visual en la que los usuarios pueden interactuar con un software, una aplicación o un sistema informático. En lugar de depender únicamente de comandos de texto, una interfaz gráfica utiliza elementos visuales como iconos, botones, menús y ventanas para facilitar la interacción del usuario.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La interfaz gráfica simplifica la interacción del usuario con la computadora, ya que permite realizar acciones a través de clics del mouse, arrastrar y soltar elementos, y otras interacciones visuales en lugar de escribir comandos complejos. Esto ha hecho que las computadoras y otros dispositivos sean más accesibles para usuarios con menos conocimientos técnicos.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El diseño de una interfaz gráfica se centra en la disposición intuitiva de elementos visuales y en la estética general para garantizar que la experiencia del usuario sea agradable y eficiente. La interfaz gráfica es una parte esencial de la experiencia de usuario (UX), ya que influye en la forma en que los usuarios interactúan y perciben una aplicación o sistema.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2778400d98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7" name="Google Shape;1577;g2778400d98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g23e9f92556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3" name="Google Shape;1583;g23e9f92556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23e9f925564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23e9f925564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Al validar campos en aplicaciones móviles, algunas consideraciones clave incluyen: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Usabilidad: Las validaciones deben ser claras y comprensibles para los usuarios, evitando mensajes confusos o técnicos.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Feedback Instantáneo: Proporcionar retroalimentación inmediata cuando un usuario interactúa con un campo, indicando si la entrada es válida o no.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Validación en Tiempo Real: Realizar validaciones en tiempo real a medida que el usuario completa los campos para evitar correcciones posteriores.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Minimizar Fricciones: No bloquear innecesariamente a los usuarios. Permitir que corrijan errores sin reiniciar todo el proceso.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Validación del Lado del Cliente y del Servidor: No confiar solo en la validación del lado del cliente, ya que se puede eludir. Siempre realizar validaciones en el lado del servidor.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Considerar el Teclado: Adaptar la validación a diferentes tipos de teclados, como el numérico o el de letras, para evitar problemas de formato.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Contexto Cultural: Asegurarse de que las validaciones sean sensibles a las convenciones culturales y de formato, como fechas y números.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Mensajes Descriptivos: Los mensajes de error deben ser informativos y orientados a la solución. Ayudar a los usuarios a entender y corregir los errores.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Consistencia: Mantener un enfoque coherente en todas las pantallas y campos para evitar confusiones.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Pruebas Exhaustivas: Probar diferentes escenarios y situaciones para garantizar que las validaciones funcionen correctamente y no generen problemas inesperados.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Accesibilidad: Asegurarse de que los mensajes de error sean legibles y que se proporcione una forma alternativa para los usuarios con discapacidades.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Manejo de Errores Inesperados: Planificar cómo manejar situaciones inesperadas o errores del sistema que podrían interferir con las validaciones.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Priorización de Campos: En formularios largos, priorizar las validaciones en campos esenciales y permitir que el usuario complete el formulario en etapas.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Documentación: Proporcionar documentación clara sobre las validaciones requeridas en la aplicación para el equipo de desarrollo y diseño.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Actualizaciones Constantes: Mantener las validaciones actualizadas a medida que la aplicación evoluciona y se agregan nuevas funcionalidades.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En última instancia, el objetivo es brindar una experiencia fluida y sin problemas al usuario, asegurando que la entrada de datos sea precisa y útil para el funcionamiento de la aplicación móvil.</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23e9f925564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23e9f925564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 validar campos en aplicaciones móviles, algunas consideraciones clave incluyen: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Usabilidad: Las validaciones deben ser claras y comprensibles para los usuarios, evitando mensajes confusos o técnicos.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Feedback Instantáneo: Proporcionar retroalimentación inmediata cuando un usuario interactúa con un campo, indicando si la entrada es válida o no.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Validación en Tiempo Real: Realizar validaciones en tiempo real a medida que el usuario completa los campos para evitar correcciones posteriores.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Minimizar Fricciones: No bloquear innecesariamente a los usuarios. Permitir que corrijan errores sin reiniciar todo el proceso.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Validación del Lado del Cliente y del Servidor: No confiar solo en la validación del lado del cliente, ya que se puede eludir. Siempre realizar validaciones en el lado del servidor.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Considerar el Teclado: Adaptar la validación a diferentes tipos de teclados, como el numérico o el de letras, para evitar problemas de formato.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Contexto Cultural: Asegurarse de que las validaciones sean sensibles a las convenciones culturales y de formato, como fechas y números.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Mensajes Descriptivos: Los mensajes de error deben ser informativos y orientados a la solución. Ayudar a los usuarios a entender y corregir los errores.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Consistencia: Mantener un enfoque coherente en todas las pantallas y campos para evitar confusiones.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Pruebas Exhaustivas: Probar diferentes escenarios y situaciones para garantizar que las validaciones funcionen correctamente y no generen problemas inesperados.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Accesibilidad: Asegurarse de que los mensajes de error sean legibles y que se proporcione una forma alternativa para los usuarios con discapacidades.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Manejo de Errores Inesperados: Planificar cómo manejar situaciones inesperadas o errores del sistema que podrían interferir con las validaciones.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Priorización de Campos: En formularios largos, priorizar las validaciones en campos esenciales y permitir que el usuario complete el formulario en etapas.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Documentación: Proporcionar documentación clara sobre las validaciones requeridas en la aplicación para el equipo de desarrollo y diseño.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Actualizaciones Constantes: Mantener las validaciones actualizadas a medida que la aplicación evoluciona y se agregan nuevas funcionalidades.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 última instancia, el objetivo es brindar una experiencia fluida y sin problemas al usuario, asegurando que la entrada de datos sea precisa y útil para el funcionamiento de la aplicación móvil.</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23e9f925564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23e9f925564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 validar campos en aplicaciones móviles, algunas consideraciones clave incluyen: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Usabilidad: Las validaciones deben ser claras y comprensibles para los usuarios, evitando mensajes confusos o técnicos.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Feedback Instantáneo: Proporcionar retroalimentación inmediata cuando un usuario interactúa con un campo, indicando si la entrada es válida o no.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Validación en Tiempo Real: Realizar validaciones en tiempo real a medida que el usuario completa los campos para evitar correcciones posteriores.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Minimizar Fricciones: No bloquear innecesariamente a los usuarios. Permitir que corrijan errores sin reiniciar todo el proceso.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Validación del Lado del Cliente y del Servidor: No confiar solo en la validación del lado del cliente, ya que se puede eludir. Siempre realizar validaciones en el lado del servidor.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Considerar el Teclado: Adaptar la validación a diferentes tipos de teclados, como el numérico o el de letras, para evitar problemas de formato.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Contexto Cultural: Asegurarse de que las validaciones sean sensibles a las convenciones culturales y de formato, como fechas y números.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Mensajes Descriptivos: Los mensajes de error deben ser informativos y orientados a la solución. Ayudar a los usuarios a entender y corregir los errores.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Consistencia: Mantener un enfoque coherente en todas las pantallas y campos para evitar confusiones.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Pruebas Exhaustivas: Probar diferentes escenarios y situaciones para garantizar que las validaciones funcionen correctamente y no generen problemas inesperados.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Accesibilidad: Asegurarse de que los mensajes de error sean legibles y que se proporcione una forma alternativa para los usuarios con discapacidades.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Manejo de Errores Inesperados: Planificar cómo manejar situaciones inesperadas o errores del sistema que podrían interferir con las validaciones.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Priorización de Campos: En formularios largos, priorizar las validaciones en campos esenciales y permitir que el usuario complete el formulario en etapas.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Documentación: Proporcionar documentación clara sobre las validaciones requeridas en la aplicación para el equipo de desarrollo y diseño.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Actualizaciones Constantes: Mantener las validaciones actualizadas a medida que la aplicación evoluciona y se agregan nuevas funcionalidades.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 última instancia, el objetivo es brindar una experiencia fluida y sin problemas al usuario, asegurando que la entrada de datos sea precisa y útil para el funcionamiento de la aplicación móvil.</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g23e9f925564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5" name="Google Shape;1615;g23e9f925564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 validar campos en aplicaciones móviles, algunas consideraciones clave incluyen: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Usabilidad: Las validaciones deben ser claras y comprensibles para los usuarios, evitando mensajes confusos o técnicos.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Feedback Instantáneo: Proporcionar retroalimentación inmediata cuando un usuario interactúa con un campo, indicando si la entrada es válida o no.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Validación en Tiempo Real: Realizar validaciones en tiempo real a medida que el usuario completa los campos para evitar correcciones posteriores.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Minimizar Fricciones: No bloquear innecesariamente a los usuarios. Permitir que corrijan errores sin reiniciar todo el proceso.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Validación del Lado del Cliente y del Servidor: No confiar solo en la validación del lado del cliente, ya que se puede eludir. Siempre realizar validaciones en el lado del servidor.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Considerar el Teclado: Adaptar la validación a diferentes tipos de teclados, como el numérico o el de letras, para evitar problemas de formato.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Contexto Cultural: Asegurarse de que las validaciones sean sensibles a las convenciones culturales y de formato, como fechas y números.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Mensajes Descriptivos: Los mensajes de error deben ser informativos y orientados a la solución. Ayudar a los usuarios a entender y corregir los errores.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Consistencia: Mantener un enfoque coherente en todas las pantallas y campos para evitar confusiones.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Pruebas Exhaustivas: Probar diferentes escenarios y situaciones para garantizar que las validaciones funcionen correctamente y no generen problemas inesperados.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Accesibilidad: Asegurarse de que los mensajes de error sean legibles y que se proporcione una forma alternativa para los usuarios con discapacidades.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Manejo de Errores Inesperados: Planificar cómo manejar situaciones inesperadas o errores del sistema que podrían interferir con las validaciones.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Priorización de Campos: En formularios largos, priorizar las validaciones en campos esenciales y permitir que el usuario complete el formulario en etapas.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Documentación: Proporcionar documentación clara sobre las validaciones requeridas en la aplicación para el equipo de desarrollo y diseño.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Actualizaciones Constantes: Mantener las validaciones actualizadas a medida que la aplicación evoluciona y se agregan nuevas funcionalidades.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 última instancia, el objetivo es brindar una experiencia fluida y sin problemas al usuario, asegurando que la entrada de datos sea precisa y útil para el funcionamiento de la aplicación móvil.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23e9f925564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23e9f925564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23e9f925564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7" name="Google Shape;1627;g23e9f925564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g23e9f92556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3" name="Google Shape;1723;g23e9f92556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g23e9f925564_0_1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7" name="Google Shape;1737;g23e9f925564_0_1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278fecbedb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278fecbedb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g278fecbedb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6" name="Google Shape;1766;g278fecbedb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SQLite es un sistema de gestión de bases de datos relacionales de código abierto, ligero y autónomo. A diferencia de los sistemas de bases de datos tradicionales que requieren un servidor separado para funcionar, SQLite se integra directamente en la aplicación y almacena la base de datos en un solo archivo plano en el sistema de archivos del dispositivo. Es ampliamente utilizado en aplicaciones móviles, sistemas embebidos y otras aplicaciones que requieren una base de datos local.</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Pros de SQLite:</a:t>
            </a:r>
            <a:endParaRPr sz="1200">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200"/>
              <a:buFont typeface="Roboto"/>
              <a:buNone/>
            </a:pPr>
            <a:r>
              <a:rPr b="1" lang="en" sz="1200">
                <a:solidFill>
                  <a:schemeClr val="dk1"/>
                </a:solidFill>
                <a:latin typeface="Roboto"/>
                <a:ea typeface="Roboto"/>
                <a:cs typeface="Roboto"/>
                <a:sym typeface="Roboto"/>
              </a:rPr>
              <a:t>Ligero y autónomo</a:t>
            </a:r>
            <a:r>
              <a:rPr lang="en" sz="1200">
                <a:solidFill>
                  <a:schemeClr val="dk1"/>
                </a:solidFill>
                <a:latin typeface="Roboto"/>
                <a:ea typeface="Roboto"/>
                <a:cs typeface="Roboto"/>
                <a:sym typeface="Roboto"/>
              </a:rPr>
              <a:t>: SQLite es muy ligero y no necesita un servidor externo para funcionar. La biblioteca SQLite es autocontenida y se ejecuta directamente en la aplicación.</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Fácil integración</a:t>
            </a:r>
            <a:r>
              <a:rPr lang="en" sz="1200">
                <a:solidFill>
                  <a:schemeClr val="dk1"/>
                </a:solidFill>
                <a:latin typeface="Roboto"/>
                <a:ea typeface="Roboto"/>
                <a:cs typeface="Roboto"/>
                <a:sym typeface="Roboto"/>
              </a:rPr>
              <a:t>: Dado que no hay necesidad de un servidor externo, la integración de SQLite en aplicaciones es sencilla. La mayoría de los lenguajes de programación modernos tienen bibliotecas que facilitan la interacción con las bases de datos SQLite.</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Sin configuración</a:t>
            </a:r>
            <a:r>
              <a:rPr lang="en" sz="1200">
                <a:solidFill>
                  <a:schemeClr val="dk1"/>
                </a:solidFill>
                <a:latin typeface="Roboto"/>
                <a:ea typeface="Roboto"/>
                <a:cs typeface="Roboto"/>
                <a:sym typeface="Roboto"/>
              </a:rPr>
              <a:t>: No se requiere una configuración compleja. Simplemente se necesita un archivo de base de datos, lo que hace que el proceso de inicio sea rápido y sencillo.</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Transaccional</a:t>
            </a:r>
            <a:r>
              <a:rPr lang="en" sz="1200">
                <a:solidFill>
                  <a:schemeClr val="dk1"/>
                </a:solidFill>
                <a:latin typeface="Roboto"/>
                <a:ea typeface="Roboto"/>
                <a:cs typeface="Roboto"/>
                <a:sym typeface="Roboto"/>
              </a:rPr>
              <a:t>: SQLite es ACID-compliant, lo que significa que garantiza la consistencia, el aislamiento y la durabilidad de las transacciones.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Rápido para operaciones locales</a:t>
            </a:r>
            <a:r>
              <a:rPr lang="en" sz="1200">
                <a:solidFill>
                  <a:schemeClr val="dk1"/>
                </a:solidFill>
                <a:latin typeface="Roboto"/>
                <a:ea typeface="Roboto"/>
                <a:cs typeface="Roboto"/>
                <a:sym typeface="Roboto"/>
              </a:rPr>
              <a:t>: Debido a que la base de datos está en el mismo dispositivo que la aplicación, las operaciones locales como consultas y actualizaciones son rápidas.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Portátil</a:t>
            </a:r>
            <a:r>
              <a:rPr lang="en" sz="1200">
                <a:solidFill>
                  <a:schemeClr val="dk1"/>
                </a:solidFill>
                <a:latin typeface="Roboto"/>
                <a:ea typeface="Roboto"/>
                <a:cs typeface="Roboto"/>
                <a:sym typeface="Roboto"/>
              </a:rPr>
              <a:t>: La base de datos SQLite es un solo archivo, lo que la hace altamente portátil. Puede ser fácilmente movida de un dispositivo a otro.</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Contras de SQLite:</a:t>
            </a:r>
            <a:endParaRPr sz="1200">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200"/>
              <a:buFont typeface="Roboto"/>
              <a:buNone/>
            </a:pPr>
            <a:r>
              <a:rPr b="1" lang="en" sz="1200">
                <a:solidFill>
                  <a:schemeClr val="dk1"/>
                </a:solidFill>
                <a:latin typeface="Roboto"/>
                <a:ea typeface="Roboto"/>
                <a:cs typeface="Roboto"/>
                <a:sym typeface="Roboto"/>
              </a:rPr>
              <a:t>Escalabilidad limitada</a:t>
            </a:r>
            <a:r>
              <a:rPr lang="en" sz="1200">
                <a:solidFill>
                  <a:schemeClr val="dk1"/>
                </a:solidFill>
                <a:latin typeface="Roboto"/>
                <a:ea typeface="Roboto"/>
                <a:cs typeface="Roboto"/>
                <a:sym typeface="Roboto"/>
              </a:rPr>
              <a:t>: Aunque es excelente para aplicaciones locales y de pequeña escala, SQLite puede tener dificultades para manejar cargas de trabajo intensivas con muchas escrituras concurrentes.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Concurrencia limitada</a:t>
            </a:r>
            <a:r>
              <a:rPr lang="en" sz="1200">
                <a:solidFill>
                  <a:schemeClr val="dk1"/>
                </a:solidFill>
                <a:latin typeface="Roboto"/>
                <a:ea typeface="Roboto"/>
                <a:cs typeface="Roboto"/>
                <a:sym typeface="Roboto"/>
              </a:rPr>
              <a:t>: A diferencia de los sistemas de base de datos que tienen servidores dedicados para gestionar la concurrencia, SQLite puede tener problemas de concurrencia en aplicaciones que requieren muchas escrituras concurrentes.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Menos apropiado para aplicaciones en red</a:t>
            </a:r>
            <a:r>
              <a:rPr lang="en" sz="1200">
                <a:solidFill>
                  <a:schemeClr val="dk1"/>
                </a:solidFill>
                <a:latin typeface="Roboto"/>
                <a:ea typeface="Roboto"/>
                <a:cs typeface="Roboto"/>
                <a:sym typeface="Roboto"/>
              </a:rPr>
              <a:t>: SQLite es ideal para aplicaciones locales, pero si necesitas compartir datos entre múltiples dispositivos o usuarios en una red, puede no ser la mejor opción.</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No es adecuado para bases de datos grandes</a:t>
            </a:r>
            <a:r>
              <a:rPr lang="en" sz="1200">
                <a:solidFill>
                  <a:schemeClr val="dk1"/>
                </a:solidFill>
                <a:latin typeface="Roboto"/>
                <a:ea typeface="Roboto"/>
                <a:cs typeface="Roboto"/>
                <a:sym typeface="Roboto"/>
              </a:rPr>
              <a:t>: Si tu aplicación requiere una base de datos muy grande, SQLite puede volverse lento y menos eficiente en comparación con sistemas de base de datos más robustos.</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En resumen, SQLite es una excelente opción cuando necesitas una base de datos local, ligera y fácil de integrar en tu aplicación. Sin embargo, es importante considerar las limitaciones de escalabilidad y concurrencia al decidir si es la opción adecuada para tu caso de uso particular.</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g278fecbedb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4" name="Google Shape;1774;g278fecbedb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Firebase Database es una base de datos en tiempo real basada en la nube que forma parte de la plataforma Firebase de Google. Proporciona una solución escalable y fácil de usar para almacenar y sincronizar datos en aplicaciones web y móviles en tiempo real. Firebase Database utiliza una arquitectura en tiempo real que permite a los desarrolladores crear aplicaciones colaborativas y dinámicas en las que los datos se actualizan automáticamente en todos los dispositivos conectados.</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Pros de Firebase Database:</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Tiempo real: Firebase Database permite la sincronización en tiempo real, lo que significa que los cambios realizados en la base de datos se reflejan instantáneamente en todos los dispositivos conectados. Esto es especialmente útil para aplicaciones colaborativas y de chat.</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Fácil integración: Firebase Database se integra perfectamente con otras herramientas de la plataforma Firebase, lo que facilita la creación de aplicaciones web y móviles completas. También proporciona SDKs para diversas plataformas y lenguajes de programación.</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Escalabilidad</a:t>
            </a:r>
            <a:r>
              <a:rPr lang="en" sz="1200">
                <a:solidFill>
                  <a:schemeClr val="dk1"/>
                </a:solidFill>
                <a:latin typeface="Roboto"/>
                <a:ea typeface="Roboto"/>
                <a:cs typeface="Roboto"/>
                <a:sym typeface="Roboto"/>
              </a:rPr>
              <a:t>: Firebase Database es una solución escalable que puede manejar tanto pequeñas como grandes aplicaciones. Google se encarga de la infraestructura subyacente, por lo que no tienes que preocuparte por el escalado.</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Autenticación y seguridad: Firebase Database ofrece opciones de autenticación segura, lo que permite a los desarrolladores controlar quién tiene acceso a los datos. También se puede configurar reglas de seguridad personalizadas para proteger la integridad de los datos.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Almacenamiento de archivos: Además de datos estructurados, Firebase proporciona un servicio de almacenamiento de archivos que permite a los desarrolladores almacenar y servir archivos, como imágenes y videos, directamente desde la nube.</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Contras de Firebase Database:</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Costos: Aunque Firebase ofrece un nivel gratuito, el uso intensivo puede llevar a costos. Las aplicaciones que manejan grandes volúmenes de datos o tienen muchos usuarios pueden enfrentar costos significativos.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No es relacional</a:t>
            </a:r>
            <a:r>
              <a:rPr lang="en" sz="1200">
                <a:solidFill>
                  <a:schemeClr val="dk1"/>
                </a:solidFill>
                <a:latin typeface="Roboto"/>
                <a:ea typeface="Roboto"/>
                <a:cs typeface="Roboto"/>
                <a:sym typeface="Roboto"/>
              </a:rPr>
              <a:t>: Firebase Database es una base de datos NoSQL, lo que significa que no sigue un modelo relacional tradicional. Puede no ser la mejor opción para aplicaciones que requieren operaciones SQL complejas.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Limitaciones de consulta: Las consultas en Firebase Database pueden ser limitadas en comparación con bases de datos más avanzadas. No admite consultas JOIN, por ejemplo.</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Bloqueo a la plataforma Firebase: Si eliges usar Firebase Database, estás atado a la plataforma Firebase de Google. Cambiar a otra plataforma podría requerir esfuerzo adicional.</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En resumen, Firebase Database es una solución poderosa para aplicaciones que requieren sincronización en tiempo real y una fácil integración en la nube. Sin embargo, es importante considerar los costos, las limitaciones de consultas y si se adapta bien a tus necesidades específicas antes de adoptar esta solución.</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1" name="Shape 1781"/>
        <p:cNvGrpSpPr/>
        <p:nvPr/>
      </p:nvGrpSpPr>
      <p:grpSpPr>
        <a:xfrm>
          <a:off x="0" y="0"/>
          <a:ext cx="0" cy="0"/>
          <a:chOff x="0" y="0"/>
          <a:chExt cx="0" cy="0"/>
        </a:xfrm>
      </p:grpSpPr>
      <p:sp>
        <p:nvSpPr>
          <p:cNvPr id="1782" name="Google Shape;1782;g278fecbedb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3" name="Google Shape;1783;g278fecbedb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Una REST API (Application Programming Interface) es un conjunto de reglas y convenciones que permiten que distintos sistemas de software se comuniquen entre sí a través de internet. Es un estilo arquitectónico que se basa en la representación de los recursos y utiliza los métodos estándar del protocolo HTTP para realizar operaciones sobre estos recursos, como obtener, crear, actualizar o eliminar datos. Las REST APIs son ampliamente utilizadas para permitir la interacción entre aplicaciones web, móviles y otros sistemas.</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Pros de una REST API:</a:t>
            </a:r>
            <a:endParaRPr sz="1200">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200"/>
              <a:buFont typeface="Roboto"/>
              <a:buNone/>
            </a:pPr>
            <a:r>
              <a:rPr b="1" lang="en" sz="1200">
                <a:solidFill>
                  <a:schemeClr val="dk1"/>
                </a:solidFill>
                <a:latin typeface="Roboto"/>
                <a:ea typeface="Roboto"/>
                <a:cs typeface="Roboto"/>
                <a:sym typeface="Roboto"/>
              </a:rPr>
              <a:t>Flexibilidad y escalabilidad</a:t>
            </a:r>
            <a:r>
              <a:rPr lang="en" sz="1200">
                <a:solidFill>
                  <a:schemeClr val="dk1"/>
                </a:solidFill>
                <a:latin typeface="Roboto"/>
                <a:ea typeface="Roboto"/>
                <a:cs typeface="Roboto"/>
                <a:sym typeface="Roboto"/>
              </a:rPr>
              <a:t>: Las REST APIs son muy flexibles y escalables. Pueden ser utilizadas para construir aplicaciones pequeñas y sencillas, así como sistemas complejos y distribuidos.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Protocolo estándar</a:t>
            </a:r>
            <a:r>
              <a:rPr lang="en" sz="1200">
                <a:solidFill>
                  <a:schemeClr val="dk1"/>
                </a:solidFill>
                <a:latin typeface="Roboto"/>
                <a:ea typeface="Roboto"/>
                <a:cs typeface="Roboto"/>
                <a:sym typeface="Roboto"/>
              </a:rPr>
              <a:t>: Las REST APIs utilizan el protocolo HTTP, que es un estándar ampliamente aceptado en la web. Esto facilita la comunicación entre diferentes aplicaciones y plataformas.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Independencia de lenguaje y plataforma</a:t>
            </a:r>
            <a:r>
              <a:rPr lang="en" sz="1200">
                <a:solidFill>
                  <a:schemeClr val="dk1"/>
                </a:solidFill>
                <a:latin typeface="Roboto"/>
                <a:ea typeface="Roboto"/>
                <a:cs typeface="Roboto"/>
                <a:sym typeface="Roboto"/>
              </a:rPr>
              <a:t>: Una de las ventajas clave de las REST APIs es que permiten que aplicaciones desarrolladas en diferentes lenguajes de programación y en diferentes plataformas se comuniquen entre sí de manera eficiente.</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Facilita el desarrollo frontend-backend</a:t>
            </a:r>
            <a:r>
              <a:rPr lang="en" sz="1200">
                <a:solidFill>
                  <a:schemeClr val="dk1"/>
                </a:solidFill>
                <a:latin typeface="Roboto"/>
                <a:ea typeface="Roboto"/>
                <a:cs typeface="Roboto"/>
                <a:sym typeface="Roboto"/>
              </a:rPr>
              <a:t>: Las REST APIs son ideales para separar la lógica del frontend y el backend en aplicaciones. Esto permite que los equipos de desarrollo trabajen de manera independiente y se centren en sus áreas de experiencia.</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Utiliza caché</a:t>
            </a:r>
            <a:r>
              <a:rPr lang="en" sz="1200">
                <a:solidFill>
                  <a:schemeClr val="dk1"/>
                </a:solidFill>
                <a:latin typeface="Roboto"/>
                <a:ea typeface="Roboto"/>
                <a:cs typeface="Roboto"/>
                <a:sym typeface="Roboto"/>
              </a:rPr>
              <a:t>: Las REST APIs pueden aprovechar la caché del protocolo HTTP, lo que permite reducir la carga del servidor y mejorar el rendimiento de las aplicaciones.</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Contras de una REST API:</a:t>
            </a:r>
            <a:endParaRPr sz="1200">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200"/>
              <a:buFont typeface="Roboto"/>
              <a:buNone/>
            </a:pPr>
            <a:r>
              <a:rPr b="1" lang="en" sz="1200">
                <a:solidFill>
                  <a:schemeClr val="dk1"/>
                </a:solidFill>
                <a:latin typeface="Roboto"/>
                <a:ea typeface="Roboto"/>
                <a:cs typeface="Roboto"/>
                <a:sym typeface="Roboto"/>
              </a:rPr>
              <a:t>Seguridad</a:t>
            </a:r>
            <a:r>
              <a:rPr lang="en" sz="1200">
                <a:solidFill>
                  <a:schemeClr val="dk1"/>
                </a:solidFill>
                <a:latin typeface="Roboto"/>
                <a:ea typeface="Roboto"/>
                <a:cs typeface="Roboto"/>
                <a:sym typeface="Roboto"/>
              </a:rPr>
              <a:t>: Si no se implementan adecuadas medidas de seguridad, las REST APIs pueden ser vulnerables a ataques, como la inyección de código malicioso (SQL injection) o ataques de fuerza bruta.</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Complejidad en consultas complejas: Si se necesita realizar consultas complejas que involucren múltiples recursos y relaciones, las REST APIs pueden volverse más complejas de implementar y mantener.</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Versionamiento</a:t>
            </a:r>
            <a:r>
              <a:rPr lang="en" sz="1200">
                <a:solidFill>
                  <a:schemeClr val="dk1"/>
                </a:solidFill>
                <a:latin typeface="Roboto"/>
                <a:ea typeface="Roboto"/>
                <a:cs typeface="Roboto"/>
                <a:sym typeface="Roboto"/>
              </a:rPr>
              <a:t>: A medida que una API evoluciona, puede ser necesario introducir cambios en la estructura de los recursos. Esto puede requerir un sistema de versionamiento para garantizar la compatibilidad con las aplicaciones existentes.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b="1" lang="en" sz="1200">
                <a:solidFill>
                  <a:schemeClr val="dk1"/>
                </a:solidFill>
                <a:latin typeface="Roboto"/>
                <a:ea typeface="Roboto"/>
                <a:cs typeface="Roboto"/>
                <a:sym typeface="Roboto"/>
              </a:rPr>
              <a:t>Documentación necesaria</a:t>
            </a:r>
            <a:r>
              <a:rPr lang="en" sz="1200">
                <a:solidFill>
                  <a:schemeClr val="dk1"/>
                </a:solidFill>
                <a:latin typeface="Roboto"/>
                <a:ea typeface="Roboto"/>
                <a:cs typeface="Roboto"/>
                <a:sym typeface="Roboto"/>
              </a:rPr>
              <a:t>: Las REST APIs requieren una documentación clara y detallada para que los desarrolladores puedan entender cómo interactuar con la API de manera correcta.</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Requiere cuidados en el diseño: Diseñar una REST API de manera eficiente y coherente puede requerir tiempo y esfuerzo. Un diseño inadecuado puede llevar a problemas de usabilidad y rendimiento.</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En resumen, las REST APIs son una forma ampliamente utilizada y eficaz de permitir la comunicación entre sistemas y aplicaciones a través de internet. Aunque tienen sus ventajas, es importante tener en cuenta los desafíos de seguridad, complejidad y diseño al implementar una REST API para garantizar su eficacia y seguridad</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g23e9f925564_0_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2" name="Google Shape;1792;g23e9f925564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23e9f925564_0_1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23e9f925564_0_1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3" name="Shape 1953"/>
        <p:cNvGrpSpPr/>
        <p:nvPr/>
      </p:nvGrpSpPr>
      <p:grpSpPr>
        <a:xfrm>
          <a:off x="0" y="0"/>
          <a:ext cx="0" cy="0"/>
          <a:chOff x="0" y="0"/>
          <a:chExt cx="0" cy="0"/>
        </a:xfrm>
      </p:grpSpPr>
      <p:sp>
        <p:nvSpPr>
          <p:cNvPr id="1954" name="Google Shape;1954;g23e9f92556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5" name="Google Shape;1955;g23e9f92556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7" name="Shape 1967"/>
        <p:cNvGrpSpPr/>
        <p:nvPr/>
      </p:nvGrpSpPr>
      <p:grpSpPr>
        <a:xfrm>
          <a:off x="0" y="0"/>
          <a:ext cx="0" cy="0"/>
          <a:chOff x="0" y="0"/>
          <a:chExt cx="0" cy="0"/>
        </a:xfrm>
      </p:grpSpPr>
      <p:sp>
        <p:nvSpPr>
          <p:cNvPr id="1968" name="Google Shape;1968;g278fecbedb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9" name="Google Shape;1969;g278fecbedb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3" name="Shape 1973"/>
        <p:cNvGrpSpPr/>
        <p:nvPr/>
      </p:nvGrpSpPr>
      <p:grpSpPr>
        <a:xfrm>
          <a:off x="0" y="0"/>
          <a:ext cx="0" cy="0"/>
          <a:chOff x="0" y="0"/>
          <a:chExt cx="0" cy="0"/>
        </a:xfrm>
      </p:grpSpPr>
      <p:sp>
        <p:nvSpPr>
          <p:cNvPr id="1974" name="Google Shape;1974;g278fecbedbc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5" name="Google Shape;1975;g278fecbedbc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9" name="Shape 1999"/>
        <p:cNvGrpSpPr/>
        <p:nvPr/>
      </p:nvGrpSpPr>
      <p:grpSpPr>
        <a:xfrm>
          <a:off x="0" y="0"/>
          <a:ext cx="0" cy="0"/>
          <a:chOff x="0" y="0"/>
          <a:chExt cx="0" cy="0"/>
        </a:xfrm>
      </p:grpSpPr>
      <p:sp>
        <p:nvSpPr>
          <p:cNvPr id="2000" name="Google Shape;2000;gbee80388c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1" name="Google Shape;2001;gbee80388c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1" name="Shape 2011"/>
        <p:cNvGrpSpPr/>
        <p:nvPr/>
      </p:nvGrpSpPr>
      <p:grpSpPr>
        <a:xfrm>
          <a:off x="0" y="0"/>
          <a:ext cx="0" cy="0"/>
          <a:chOff x="0" y="0"/>
          <a:chExt cx="0" cy="0"/>
        </a:xfrm>
      </p:grpSpPr>
      <p:sp>
        <p:nvSpPr>
          <p:cNvPr id="2012" name="Google Shape;2012;g23e9f925564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3" name="Google Shape;2013;g23e9f925564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40" y="0"/>
            <a:ext cx="9143957" cy="5143500"/>
            <a:chOff x="-19200" y="0"/>
            <a:chExt cx="9163200" cy="5143500"/>
          </a:xfrm>
        </p:grpSpPr>
        <p:cxnSp>
          <p:nvCxnSpPr>
            <p:cNvPr id="10" name="Google Shape;10;p2"/>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 name="Google Shape;11;p2"/>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 name="Google Shape;12;p2"/>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 name="Google Shape;13;p2"/>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 name="Google Shape;14;p2"/>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 name="Google Shape;15;p2"/>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6" name="Google Shape;16;p2"/>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7" name="Google Shape;17;p2"/>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 name="Google Shape;18;p2"/>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9" name="Google Shape;19;p2"/>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0" name="Google Shape;20;p2"/>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1" name="Google Shape;21;p2"/>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2" name="Google Shape;22;p2"/>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3" name="Google Shape;23;p2"/>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 name="Google Shape;24;p2"/>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5" name="Google Shape;25;p2"/>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6" name="Google Shape;26;p2"/>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 name="Google Shape;27;p2"/>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8" name="Google Shape;28;p2"/>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9" name="Google Shape;29;p2"/>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0" name="Google Shape;30;p2"/>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1" name="Google Shape;31;p2"/>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2" name="Google Shape;32;p2"/>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3" name="Google Shape;33;p2"/>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4" name="Google Shape;34;p2"/>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5" name="Google Shape;35;p2"/>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6" name="Google Shape;36;p2"/>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 name="Google Shape;37;p2"/>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38" name="Google Shape;38;p2"/>
          <p:cNvSpPr/>
          <p:nvPr/>
        </p:nvSpPr>
        <p:spPr>
          <a:xfrm>
            <a:off x="4310800" y="539398"/>
            <a:ext cx="2244374" cy="807143"/>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559825" y="1346550"/>
            <a:ext cx="3093300" cy="1112100"/>
          </a:xfrm>
          <a:prstGeom prst="roundRect">
            <a:avLst>
              <a:gd fmla="val 30834"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6456599" y="384550"/>
            <a:ext cx="204300" cy="204300"/>
          </a:xfrm>
          <a:prstGeom prst="ellipse">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 name="Google Shape;41;p2"/>
          <p:cNvGrpSpPr/>
          <p:nvPr/>
        </p:nvGrpSpPr>
        <p:grpSpPr>
          <a:xfrm>
            <a:off x="598327" y="2799877"/>
            <a:ext cx="2128619" cy="2781103"/>
            <a:chOff x="554456" y="2624159"/>
            <a:chExt cx="2397903" cy="3132932"/>
          </a:xfrm>
        </p:grpSpPr>
        <p:sp>
          <p:nvSpPr>
            <p:cNvPr id="42" name="Google Shape;42;p2"/>
            <p:cNvSpPr/>
            <p:nvPr/>
          </p:nvSpPr>
          <p:spPr>
            <a:xfrm rot="-1521129">
              <a:off x="1059247" y="2939797"/>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1521129">
              <a:off x="1109372" y="2782622"/>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1521129">
              <a:off x="1166872" y="3097272"/>
              <a:ext cx="1210481" cy="200269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1521129">
              <a:off x="2180227" y="5057410"/>
              <a:ext cx="194701" cy="194701"/>
            </a:xfrm>
            <a:custGeom>
              <a:rect b="b" l="l" r="r" t="t"/>
              <a:pathLst>
                <a:path extrusionOk="0" h="3049" w="3049">
                  <a:moveTo>
                    <a:pt x="1513" y="0"/>
                  </a:moveTo>
                  <a:cubicBezTo>
                    <a:pt x="679" y="0"/>
                    <a:pt x="0" y="691"/>
                    <a:pt x="0" y="1536"/>
                  </a:cubicBezTo>
                  <a:cubicBezTo>
                    <a:pt x="0" y="2370"/>
                    <a:pt x="679" y="3048"/>
                    <a:pt x="1524" y="3048"/>
                  </a:cubicBezTo>
                  <a:cubicBezTo>
                    <a:pt x="2382" y="3037"/>
                    <a:pt x="3048" y="2370"/>
                    <a:pt x="3048" y="1524"/>
                  </a:cubicBezTo>
                  <a:cubicBezTo>
                    <a:pt x="3048" y="691"/>
                    <a:pt x="2358" y="0"/>
                    <a:pt x="151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rot="-1521129">
              <a:off x="1165914" y="3064541"/>
              <a:ext cx="229695" cy="19030"/>
            </a:xfrm>
            <a:custGeom>
              <a:rect b="b" l="l" r="r" t="t"/>
              <a:pathLst>
                <a:path extrusionOk="0" h="298" w="3597">
                  <a:moveTo>
                    <a:pt x="3442" y="0"/>
                  </a:moveTo>
                  <a:lnTo>
                    <a:pt x="144" y="24"/>
                  </a:lnTo>
                  <a:cubicBezTo>
                    <a:pt x="60" y="24"/>
                    <a:pt x="1" y="95"/>
                    <a:pt x="1" y="167"/>
                  </a:cubicBezTo>
                  <a:cubicBezTo>
                    <a:pt x="1" y="238"/>
                    <a:pt x="84" y="298"/>
                    <a:pt x="156" y="298"/>
                  </a:cubicBezTo>
                  <a:lnTo>
                    <a:pt x="3466" y="286"/>
                  </a:lnTo>
                  <a:cubicBezTo>
                    <a:pt x="3537" y="286"/>
                    <a:pt x="3597" y="226"/>
                    <a:pt x="3597" y="143"/>
                  </a:cubicBezTo>
                  <a:cubicBezTo>
                    <a:pt x="3597" y="60"/>
                    <a:pt x="3513" y="0"/>
                    <a:pt x="34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1521129">
              <a:off x="1070183" y="3141425"/>
              <a:ext cx="45658" cy="45722"/>
            </a:xfrm>
            <a:custGeom>
              <a:rect b="b" l="l" r="r" t="t"/>
              <a:pathLst>
                <a:path extrusionOk="0" h="716" w="715">
                  <a:moveTo>
                    <a:pt x="357" y="1"/>
                  </a:moveTo>
                  <a:cubicBezTo>
                    <a:pt x="167" y="1"/>
                    <a:pt x="0" y="167"/>
                    <a:pt x="0" y="358"/>
                  </a:cubicBezTo>
                  <a:cubicBezTo>
                    <a:pt x="0" y="548"/>
                    <a:pt x="167" y="715"/>
                    <a:pt x="357" y="715"/>
                  </a:cubicBezTo>
                  <a:cubicBezTo>
                    <a:pt x="548" y="715"/>
                    <a:pt x="715" y="548"/>
                    <a:pt x="715" y="358"/>
                  </a:cubicBezTo>
                  <a:cubicBezTo>
                    <a:pt x="715" y="167"/>
                    <a:pt x="548"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1521129">
              <a:off x="1705454" y="3185375"/>
              <a:ext cx="571077" cy="1260673"/>
            </a:xfrm>
            <a:custGeom>
              <a:rect b="b" l="l" r="r" t="t"/>
              <a:pathLst>
                <a:path extrusionOk="0" h="19742" w="8943">
                  <a:moveTo>
                    <a:pt x="8597" y="1"/>
                  </a:moveTo>
                  <a:cubicBezTo>
                    <a:pt x="8228" y="1"/>
                    <a:pt x="7930" y="322"/>
                    <a:pt x="7930" y="691"/>
                  </a:cubicBezTo>
                  <a:lnTo>
                    <a:pt x="7930" y="1751"/>
                  </a:lnTo>
                  <a:cubicBezTo>
                    <a:pt x="7026" y="1953"/>
                    <a:pt x="6192" y="2310"/>
                    <a:pt x="5430" y="2799"/>
                  </a:cubicBezTo>
                  <a:lnTo>
                    <a:pt x="4668" y="2060"/>
                  </a:lnTo>
                  <a:cubicBezTo>
                    <a:pt x="4537" y="1923"/>
                    <a:pt x="4362" y="1855"/>
                    <a:pt x="4187" y="1855"/>
                  </a:cubicBezTo>
                  <a:cubicBezTo>
                    <a:pt x="4013" y="1855"/>
                    <a:pt x="3841" y="1923"/>
                    <a:pt x="3716" y="2060"/>
                  </a:cubicBezTo>
                  <a:lnTo>
                    <a:pt x="1989" y="3799"/>
                  </a:lnTo>
                  <a:cubicBezTo>
                    <a:pt x="1727" y="4073"/>
                    <a:pt x="1727" y="4501"/>
                    <a:pt x="1989" y="4751"/>
                  </a:cubicBezTo>
                  <a:lnTo>
                    <a:pt x="2751" y="5501"/>
                  </a:lnTo>
                  <a:cubicBezTo>
                    <a:pt x="2275" y="6251"/>
                    <a:pt x="1930" y="7109"/>
                    <a:pt x="1727" y="8013"/>
                  </a:cubicBezTo>
                  <a:lnTo>
                    <a:pt x="668" y="8013"/>
                  </a:lnTo>
                  <a:cubicBezTo>
                    <a:pt x="299" y="8013"/>
                    <a:pt x="1" y="8323"/>
                    <a:pt x="1" y="8692"/>
                  </a:cubicBezTo>
                  <a:lnTo>
                    <a:pt x="13" y="11133"/>
                  </a:lnTo>
                  <a:cubicBezTo>
                    <a:pt x="13" y="11514"/>
                    <a:pt x="322" y="11812"/>
                    <a:pt x="703" y="11812"/>
                  </a:cubicBezTo>
                  <a:lnTo>
                    <a:pt x="1751" y="11812"/>
                  </a:lnTo>
                  <a:cubicBezTo>
                    <a:pt x="1965" y="12716"/>
                    <a:pt x="2323" y="13550"/>
                    <a:pt x="2811" y="14312"/>
                  </a:cubicBezTo>
                  <a:lnTo>
                    <a:pt x="2073" y="15062"/>
                  </a:lnTo>
                  <a:cubicBezTo>
                    <a:pt x="1799" y="15336"/>
                    <a:pt x="1799" y="15764"/>
                    <a:pt x="2073" y="16014"/>
                  </a:cubicBezTo>
                  <a:lnTo>
                    <a:pt x="3811" y="17741"/>
                  </a:lnTo>
                  <a:cubicBezTo>
                    <a:pt x="3942" y="17878"/>
                    <a:pt x="4117" y="17946"/>
                    <a:pt x="4292" y="17946"/>
                  </a:cubicBezTo>
                  <a:cubicBezTo>
                    <a:pt x="4466" y="17946"/>
                    <a:pt x="4638" y="17878"/>
                    <a:pt x="4763" y="17741"/>
                  </a:cubicBezTo>
                  <a:lnTo>
                    <a:pt x="5502" y="16991"/>
                  </a:lnTo>
                  <a:cubicBezTo>
                    <a:pt x="6264" y="17467"/>
                    <a:pt x="7109" y="17800"/>
                    <a:pt x="8026" y="18015"/>
                  </a:cubicBezTo>
                  <a:lnTo>
                    <a:pt x="8026" y="19074"/>
                  </a:lnTo>
                  <a:cubicBezTo>
                    <a:pt x="8026" y="19443"/>
                    <a:pt x="8323" y="19741"/>
                    <a:pt x="8704" y="19741"/>
                  </a:cubicBezTo>
                  <a:lnTo>
                    <a:pt x="8942" y="19741"/>
                  </a:lnTo>
                  <a:lnTo>
                    <a:pt x="8895" y="13157"/>
                  </a:lnTo>
                  <a:cubicBezTo>
                    <a:pt x="7490" y="12740"/>
                    <a:pt x="6454" y="11454"/>
                    <a:pt x="6442" y="9907"/>
                  </a:cubicBezTo>
                  <a:cubicBezTo>
                    <a:pt x="6442" y="8359"/>
                    <a:pt x="7454" y="7049"/>
                    <a:pt x="8871" y="6609"/>
                  </a:cubicBezTo>
                  <a:lnTo>
                    <a:pt x="8835" y="1"/>
                  </a:ln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rot="-1521129">
              <a:off x="2005664" y="3440549"/>
              <a:ext cx="254727" cy="618204"/>
            </a:xfrm>
            <a:custGeom>
              <a:rect b="b" l="l" r="r" t="t"/>
              <a:pathLst>
                <a:path extrusionOk="0" h="9681" w="3989">
                  <a:moveTo>
                    <a:pt x="3941" y="1"/>
                  </a:moveTo>
                  <a:cubicBezTo>
                    <a:pt x="1691" y="465"/>
                    <a:pt x="0" y="2477"/>
                    <a:pt x="12" y="4859"/>
                  </a:cubicBezTo>
                  <a:cubicBezTo>
                    <a:pt x="24" y="7252"/>
                    <a:pt x="1726" y="9228"/>
                    <a:pt x="3989" y="9681"/>
                  </a:cubicBezTo>
                  <a:lnTo>
                    <a:pt x="3965" y="8109"/>
                  </a:lnTo>
                  <a:cubicBezTo>
                    <a:pt x="2560" y="7692"/>
                    <a:pt x="1524" y="6406"/>
                    <a:pt x="1512" y="4859"/>
                  </a:cubicBezTo>
                  <a:cubicBezTo>
                    <a:pt x="1512" y="3311"/>
                    <a:pt x="2524" y="2001"/>
                    <a:pt x="3941" y="1561"/>
                  </a:cubicBezTo>
                  <a:lnTo>
                    <a:pt x="3941" y="1"/>
                  </a:ln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rot="-1521129">
              <a:off x="1377583" y="4011353"/>
              <a:ext cx="808243" cy="1132958"/>
            </a:xfrm>
            <a:custGeom>
              <a:rect b="b" l="l" r="r" t="t"/>
              <a:pathLst>
                <a:path extrusionOk="0" h="17742" w="12657">
                  <a:moveTo>
                    <a:pt x="3977" y="1"/>
                  </a:moveTo>
                  <a:lnTo>
                    <a:pt x="1536" y="13"/>
                  </a:lnTo>
                  <a:cubicBezTo>
                    <a:pt x="1167" y="13"/>
                    <a:pt x="869" y="322"/>
                    <a:pt x="869" y="691"/>
                  </a:cubicBezTo>
                  <a:lnTo>
                    <a:pt x="869" y="1751"/>
                  </a:lnTo>
                  <a:cubicBezTo>
                    <a:pt x="572" y="1822"/>
                    <a:pt x="286" y="1918"/>
                    <a:pt x="0" y="2001"/>
                  </a:cubicBezTo>
                  <a:lnTo>
                    <a:pt x="12" y="6490"/>
                  </a:lnTo>
                  <a:lnTo>
                    <a:pt x="12" y="7883"/>
                  </a:lnTo>
                  <a:cubicBezTo>
                    <a:pt x="643" y="7025"/>
                    <a:pt x="1643" y="6466"/>
                    <a:pt x="2774" y="6466"/>
                  </a:cubicBezTo>
                  <a:cubicBezTo>
                    <a:pt x="2781" y="6466"/>
                    <a:pt x="2789" y="6466"/>
                    <a:pt x="2796" y="6466"/>
                  </a:cubicBezTo>
                  <a:cubicBezTo>
                    <a:pt x="4667" y="6466"/>
                    <a:pt x="6191" y="7997"/>
                    <a:pt x="6203" y="9883"/>
                  </a:cubicBezTo>
                  <a:cubicBezTo>
                    <a:pt x="6227" y="11764"/>
                    <a:pt x="4691" y="13300"/>
                    <a:pt x="2798" y="13312"/>
                  </a:cubicBezTo>
                  <a:cubicBezTo>
                    <a:pt x="1667" y="13312"/>
                    <a:pt x="655" y="12764"/>
                    <a:pt x="36" y="11919"/>
                  </a:cubicBezTo>
                  <a:lnTo>
                    <a:pt x="36" y="11919"/>
                  </a:lnTo>
                  <a:lnTo>
                    <a:pt x="60" y="17741"/>
                  </a:lnTo>
                  <a:lnTo>
                    <a:pt x="5727" y="17705"/>
                  </a:lnTo>
                  <a:cubicBezTo>
                    <a:pt x="6251" y="17515"/>
                    <a:pt x="6763" y="17265"/>
                    <a:pt x="7215" y="16967"/>
                  </a:cubicBezTo>
                  <a:lnTo>
                    <a:pt x="7965" y="17693"/>
                  </a:lnTo>
                  <a:lnTo>
                    <a:pt x="8942" y="17693"/>
                  </a:lnTo>
                  <a:lnTo>
                    <a:pt x="10656" y="15955"/>
                  </a:lnTo>
                  <a:cubicBezTo>
                    <a:pt x="10930" y="15681"/>
                    <a:pt x="10930" y="15253"/>
                    <a:pt x="10656" y="15003"/>
                  </a:cubicBezTo>
                  <a:lnTo>
                    <a:pt x="9894" y="14253"/>
                  </a:lnTo>
                  <a:cubicBezTo>
                    <a:pt x="10370" y="13491"/>
                    <a:pt x="10716" y="12645"/>
                    <a:pt x="10930" y="11740"/>
                  </a:cubicBezTo>
                  <a:lnTo>
                    <a:pt x="11978" y="11740"/>
                  </a:lnTo>
                  <a:cubicBezTo>
                    <a:pt x="12359" y="11740"/>
                    <a:pt x="12656" y="11443"/>
                    <a:pt x="12656" y="11050"/>
                  </a:cubicBezTo>
                  <a:lnTo>
                    <a:pt x="12633" y="8609"/>
                  </a:lnTo>
                  <a:cubicBezTo>
                    <a:pt x="12633" y="8240"/>
                    <a:pt x="12323" y="7942"/>
                    <a:pt x="11954" y="7942"/>
                  </a:cubicBezTo>
                  <a:lnTo>
                    <a:pt x="10894" y="7942"/>
                  </a:lnTo>
                  <a:cubicBezTo>
                    <a:pt x="10692" y="7037"/>
                    <a:pt x="10335" y="6204"/>
                    <a:pt x="9835" y="5442"/>
                  </a:cubicBezTo>
                  <a:lnTo>
                    <a:pt x="10585" y="4680"/>
                  </a:lnTo>
                  <a:cubicBezTo>
                    <a:pt x="10847" y="4418"/>
                    <a:pt x="10847" y="3989"/>
                    <a:pt x="10585" y="3727"/>
                  </a:cubicBezTo>
                  <a:lnTo>
                    <a:pt x="8870" y="1989"/>
                  </a:lnTo>
                  <a:cubicBezTo>
                    <a:pt x="8739" y="1858"/>
                    <a:pt x="8564" y="1793"/>
                    <a:pt x="8390" y="1793"/>
                  </a:cubicBezTo>
                  <a:cubicBezTo>
                    <a:pt x="8215" y="1793"/>
                    <a:pt x="8043" y="1858"/>
                    <a:pt x="7918" y="1989"/>
                  </a:cubicBezTo>
                  <a:lnTo>
                    <a:pt x="7180" y="2751"/>
                  </a:lnTo>
                  <a:cubicBezTo>
                    <a:pt x="6418" y="2275"/>
                    <a:pt x="5572" y="1930"/>
                    <a:pt x="4655" y="1727"/>
                  </a:cubicBezTo>
                  <a:lnTo>
                    <a:pt x="4655" y="668"/>
                  </a:lnTo>
                  <a:cubicBezTo>
                    <a:pt x="4655" y="298"/>
                    <a:pt x="4346" y="1"/>
                    <a:pt x="3977" y="1"/>
                  </a:cubicBez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rot="-1521129">
              <a:off x="1419831" y="4388165"/>
              <a:ext cx="494256" cy="631869"/>
            </a:xfrm>
            <a:custGeom>
              <a:rect b="b" l="l" r="r" t="t"/>
              <a:pathLst>
                <a:path extrusionOk="0" h="9895" w="7740">
                  <a:moveTo>
                    <a:pt x="2806" y="1"/>
                  </a:moveTo>
                  <a:cubicBezTo>
                    <a:pt x="2792" y="1"/>
                    <a:pt x="2777" y="1"/>
                    <a:pt x="2762" y="1"/>
                  </a:cubicBezTo>
                  <a:cubicBezTo>
                    <a:pt x="1738" y="1"/>
                    <a:pt x="786" y="322"/>
                    <a:pt x="0" y="858"/>
                  </a:cubicBezTo>
                  <a:lnTo>
                    <a:pt x="0" y="1549"/>
                  </a:lnTo>
                  <a:lnTo>
                    <a:pt x="0" y="2942"/>
                  </a:lnTo>
                  <a:cubicBezTo>
                    <a:pt x="619" y="2084"/>
                    <a:pt x="1619" y="1525"/>
                    <a:pt x="2751" y="1525"/>
                  </a:cubicBezTo>
                  <a:cubicBezTo>
                    <a:pt x="2758" y="1525"/>
                    <a:pt x="2765" y="1525"/>
                    <a:pt x="2772" y="1525"/>
                  </a:cubicBezTo>
                  <a:cubicBezTo>
                    <a:pt x="4655" y="1525"/>
                    <a:pt x="6180" y="3056"/>
                    <a:pt x="6191" y="4930"/>
                  </a:cubicBezTo>
                  <a:cubicBezTo>
                    <a:pt x="6203" y="6823"/>
                    <a:pt x="4667" y="8359"/>
                    <a:pt x="2786" y="8371"/>
                  </a:cubicBezTo>
                  <a:cubicBezTo>
                    <a:pt x="1655" y="8371"/>
                    <a:pt x="643" y="7823"/>
                    <a:pt x="12" y="6978"/>
                  </a:cubicBezTo>
                  <a:lnTo>
                    <a:pt x="12" y="6978"/>
                  </a:lnTo>
                  <a:lnTo>
                    <a:pt x="24" y="9062"/>
                  </a:lnTo>
                  <a:cubicBezTo>
                    <a:pt x="822" y="9597"/>
                    <a:pt x="1774" y="9895"/>
                    <a:pt x="2798" y="9895"/>
                  </a:cubicBezTo>
                  <a:cubicBezTo>
                    <a:pt x="5537" y="9847"/>
                    <a:pt x="7739" y="7633"/>
                    <a:pt x="7727" y="4906"/>
                  </a:cubicBezTo>
                  <a:cubicBezTo>
                    <a:pt x="7704" y="2194"/>
                    <a:pt x="5513" y="1"/>
                    <a:pt x="2806" y="1"/>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rot="-1521129">
              <a:off x="934994" y="3240995"/>
              <a:ext cx="806774" cy="827273"/>
            </a:xfrm>
            <a:custGeom>
              <a:rect b="b" l="l" r="r" t="t"/>
              <a:pathLst>
                <a:path extrusionOk="0" h="12955" w="12634">
                  <a:moveTo>
                    <a:pt x="10514" y="0"/>
                  </a:moveTo>
                  <a:lnTo>
                    <a:pt x="4323" y="36"/>
                  </a:lnTo>
                  <a:cubicBezTo>
                    <a:pt x="5418" y="596"/>
                    <a:pt x="6156" y="1750"/>
                    <a:pt x="6168" y="3060"/>
                  </a:cubicBezTo>
                  <a:cubicBezTo>
                    <a:pt x="6192" y="4953"/>
                    <a:pt x="4656" y="6477"/>
                    <a:pt x="2763" y="6489"/>
                  </a:cubicBezTo>
                  <a:cubicBezTo>
                    <a:pt x="1632" y="6489"/>
                    <a:pt x="620" y="5941"/>
                    <a:pt x="1" y="5096"/>
                  </a:cubicBezTo>
                  <a:lnTo>
                    <a:pt x="1" y="5096"/>
                  </a:lnTo>
                  <a:lnTo>
                    <a:pt x="24" y="10978"/>
                  </a:lnTo>
                  <a:cubicBezTo>
                    <a:pt x="310" y="11085"/>
                    <a:pt x="596" y="11156"/>
                    <a:pt x="894" y="11228"/>
                  </a:cubicBezTo>
                  <a:lnTo>
                    <a:pt x="906" y="12288"/>
                  </a:lnTo>
                  <a:cubicBezTo>
                    <a:pt x="906" y="12657"/>
                    <a:pt x="1203" y="12954"/>
                    <a:pt x="1596" y="12954"/>
                  </a:cubicBezTo>
                  <a:lnTo>
                    <a:pt x="4037" y="12942"/>
                  </a:lnTo>
                  <a:cubicBezTo>
                    <a:pt x="4406" y="12942"/>
                    <a:pt x="4704" y="12633"/>
                    <a:pt x="4704" y="12252"/>
                  </a:cubicBezTo>
                  <a:lnTo>
                    <a:pt x="4704" y="11204"/>
                  </a:lnTo>
                  <a:cubicBezTo>
                    <a:pt x="5608" y="10990"/>
                    <a:pt x="6442" y="10633"/>
                    <a:pt x="7204" y="10144"/>
                  </a:cubicBezTo>
                  <a:lnTo>
                    <a:pt x="7966" y="10883"/>
                  </a:lnTo>
                  <a:cubicBezTo>
                    <a:pt x="8097" y="11019"/>
                    <a:pt x="8270" y="11088"/>
                    <a:pt x="8442" y="11088"/>
                  </a:cubicBezTo>
                  <a:cubicBezTo>
                    <a:pt x="8615" y="11088"/>
                    <a:pt x="8787" y="11019"/>
                    <a:pt x="8918" y="10883"/>
                  </a:cubicBezTo>
                  <a:lnTo>
                    <a:pt x="10645" y="9144"/>
                  </a:lnTo>
                  <a:cubicBezTo>
                    <a:pt x="10907" y="8870"/>
                    <a:pt x="10907" y="8442"/>
                    <a:pt x="10645" y="8192"/>
                  </a:cubicBezTo>
                  <a:lnTo>
                    <a:pt x="9883" y="7442"/>
                  </a:lnTo>
                  <a:cubicBezTo>
                    <a:pt x="10359" y="6692"/>
                    <a:pt x="10704" y="5846"/>
                    <a:pt x="10907" y="4929"/>
                  </a:cubicBezTo>
                  <a:lnTo>
                    <a:pt x="11966" y="4929"/>
                  </a:lnTo>
                  <a:cubicBezTo>
                    <a:pt x="12336" y="4929"/>
                    <a:pt x="12633" y="4632"/>
                    <a:pt x="12633" y="4251"/>
                  </a:cubicBezTo>
                  <a:lnTo>
                    <a:pt x="12621" y="1810"/>
                  </a:lnTo>
                  <a:cubicBezTo>
                    <a:pt x="12621" y="1429"/>
                    <a:pt x="12300" y="1131"/>
                    <a:pt x="11931" y="1131"/>
                  </a:cubicBezTo>
                  <a:lnTo>
                    <a:pt x="10871" y="1131"/>
                  </a:lnTo>
                  <a:cubicBezTo>
                    <a:pt x="10788" y="750"/>
                    <a:pt x="10669" y="381"/>
                    <a:pt x="10514" y="0"/>
                  </a:cubicBez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rot="-1521129">
              <a:off x="883902" y="3325186"/>
              <a:ext cx="492724" cy="510285"/>
            </a:xfrm>
            <a:custGeom>
              <a:rect b="b" l="l" r="r" t="t"/>
              <a:pathLst>
                <a:path extrusionOk="0" h="7991" w="7716">
                  <a:moveTo>
                    <a:pt x="6632" y="1"/>
                  </a:moveTo>
                  <a:lnTo>
                    <a:pt x="4334" y="13"/>
                  </a:lnTo>
                  <a:cubicBezTo>
                    <a:pt x="5418" y="584"/>
                    <a:pt x="6156" y="1727"/>
                    <a:pt x="6180" y="3037"/>
                  </a:cubicBezTo>
                  <a:cubicBezTo>
                    <a:pt x="6192" y="4930"/>
                    <a:pt x="4656" y="6466"/>
                    <a:pt x="2763" y="6478"/>
                  </a:cubicBezTo>
                  <a:cubicBezTo>
                    <a:pt x="1632" y="6478"/>
                    <a:pt x="632" y="5930"/>
                    <a:pt x="1" y="5073"/>
                  </a:cubicBezTo>
                  <a:lnTo>
                    <a:pt x="1" y="5073"/>
                  </a:lnTo>
                  <a:lnTo>
                    <a:pt x="12" y="7157"/>
                  </a:lnTo>
                  <a:cubicBezTo>
                    <a:pt x="798" y="7692"/>
                    <a:pt x="1763" y="7990"/>
                    <a:pt x="2787" y="7990"/>
                  </a:cubicBezTo>
                  <a:cubicBezTo>
                    <a:pt x="5513" y="7978"/>
                    <a:pt x="7716" y="5764"/>
                    <a:pt x="7692" y="3025"/>
                  </a:cubicBezTo>
                  <a:cubicBezTo>
                    <a:pt x="7692" y="1882"/>
                    <a:pt x="7287" y="834"/>
                    <a:pt x="6632" y="1"/>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rot="-1521129">
              <a:off x="1166872" y="3097272"/>
              <a:ext cx="1210481" cy="200269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2"/>
          <p:cNvGrpSpPr/>
          <p:nvPr/>
        </p:nvGrpSpPr>
        <p:grpSpPr>
          <a:xfrm>
            <a:off x="2559150" y="3817275"/>
            <a:ext cx="1014400" cy="430500"/>
            <a:chOff x="2559150" y="3516550"/>
            <a:chExt cx="1014400" cy="430500"/>
          </a:xfrm>
        </p:grpSpPr>
        <p:cxnSp>
          <p:nvCxnSpPr>
            <p:cNvPr id="56" name="Google Shape;56;p2"/>
            <p:cNvCxnSpPr/>
            <p:nvPr/>
          </p:nvCxnSpPr>
          <p:spPr>
            <a:xfrm>
              <a:off x="2559150"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57" name="Google Shape;57;p2"/>
            <p:cNvCxnSpPr/>
            <p:nvPr/>
          </p:nvCxnSpPr>
          <p:spPr>
            <a:xfrm>
              <a:off x="2821883"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58" name="Google Shape;58;p2"/>
            <p:cNvCxnSpPr/>
            <p:nvPr/>
          </p:nvCxnSpPr>
          <p:spPr>
            <a:xfrm>
              <a:off x="3084617"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59" name="Google Shape;59;p2"/>
            <p:cNvCxnSpPr/>
            <p:nvPr/>
          </p:nvCxnSpPr>
          <p:spPr>
            <a:xfrm>
              <a:off x="3347350" y="3516550"/>
              <a:ext cx="226200" cy="430500"/>
            </a:xfrm>
            <a:prstGeom prst="straightConnector1">
              <a:avLst/>
            </a:prstGeom>
            <a:noFill/>
            <a:ln cap="flat" cmpd="sng" w="28575">
              <a:solidFill>
                <a:schemeClr val="accent2"/>
              </a:solidFill>
              <a:prstDash val="solid"/>
              <a:round/>
              <a:headEnd len="med" w="med" type="none"/>
              <a:tailEnd len="med" w="med" type="none"/>
            </a:ln>
          </p:spPr>
        </p:cxnSp>
      </p:grpSp>
      <p:grpSp>
        <p:nvGrpSpPr>
          <p:cNvPr id="60" name="Google Shape;60;p2"/>
          <p:cNvGrpSpPr/>
          <p:nvPr/>
        </p:nvGrpSpPr>
        <p:grpSpPr>
          <a:xfrm>
            <a:off x="-161467" y="3817275"/>
            <a:ext cx="751667" cy="430500"/>
            <a:chOff x="2821883" y="3516550"/>
            <a:chExt cx="751667" cy="430500"/>
          </a:xfrm>
        </p:grpSpPr>
        <p:cxnSp>
          <p:nvCxnSpPr>
            <p:cNvPr id="61" name="Google Shape;61;p2"/>
            <p:cNvCxnSpPr/>
            <p:nvPr/>
          </p:nvCxnSpPr>
          <p:spPr>
            <a:xfrm>
              <a:off x="2821883"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62" name="Google Shape;62;p2"/>
            <p:cNvCxnSpPr/>
            <p:nvPr/>
          </p:nvCxnSpPr>
          <p:spPr>
            <a:xfrm>
              <a:off x="3084617"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63" name="Google Shape;63;p2"/>
            <p:cNvCxnSpPr/>
            <p:nvPr/>
          </p:nvCxnSpPr>
          <p:spPr>
            <a:xfrm>
              <a:off x="3347350" y="3516550"/>
              <a:ext cx="226200" cy="430500"/>
            </a:xfrm>
            <a:prstGeom prst="straightConnector1">
              <a:avLst/>
            </a:prstGeom>
            <a:noFill/>
            <a:ln cap="flat" cmpd="sng" w="28575">
              <a:solidFill>
                <a:schemeClr val="accent2"/>
              </a:solidFill>
              <a:prstDash val="solid"/>
              <a:round/>
              <a:headEnd len="med" w="med" type="none"/>
              <a:tailEnd len="med" w="med" type="none"/>
            </a:ln>
          </p:spPr>
        </p:cxnSp>
      </p:grpSp>
      <p:sp>
        <p:nvSpPr>
          <p:cNvPr id="64" name="Google Shape;64;p2"/>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7832400" y="4036100"/>
            <a:ext cx="598200" cy="598200"/>
          </a:xfrm>
          <a:prstGeom prst="rect">
            <a:avLst/>
          </a:prstGeom>
          <a:solidFill>
            <a:schemeClr val="dk2"/>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7572975" y="4282600"/>
            <a:ext cx="598200" cy="598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rot="-5400000">
            <a:off x="8071528" y="3"/>
            <a:ext cx="1072469" cy="1072469"/>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8609238" y="1813250"/>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8507088" y="1703800"/>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txBox="1"/>
          <p:nvPr>
            <p:ph type="ctrTitle"/>
          </p:nvPr>
        </p:nvSpPr>
        <p:spPr>
          <a:xfrm>
            <a:off x="1529650" y="761175"/>
            <a:ext cx="2957100" cy="1059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0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2" name="Google Shape;72;p2"/>
          <p:cNvSpPr txBox="1"/>
          <p:nvPr>
            <p:ph idx="1" type="subTitle"/>
          </p:nvPr>
        </p:nvSpPr>
        <p:spPr>
          <a:xfrm>
            <a:off x="3842025" y="3671475"/>
            <a:ext cx="2789700" cy="722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3" name="Google Shape;73;p2"/>
          <p:cNvSpPr txBox="1"/>
          <p:nvPr>
            <p:ph idx="2" type="subTitle"/>
          </p:nvPr>
        </p:nvSpPr>
        <p:spPr>
          <a:xfrm>
            <a:off x="1978637" y="1799895"/>
            <a:ext cx="5806500" cy="1060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1pPr>
            <a:lvl2pPr lvl="1"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2pPr>
            <a:lvl3pPr lvl="2"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3pPr>
            <a:lvl4pPr lvl="3"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4pPr>
            <a:lvl5pPr lvl="4"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5pPr>
            <a:lvl6pPr lvl="5"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6pPr>
            <a:lvl7pPr lvl="6"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7pPr>
            <a:lvl8pPr lvl="7"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8pPr>
            <a:lvl9pPr lvl="8"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9pPr>
          </a:lstStyle>
          <a:p/>
        </p:txBody>
      </p:sp>
      <p:sp>
        <p:nvSpPr>
          <p:cNvPr id="74" name="Google Shape;74;p2"/>
          <p:cNvSpPr txBox="1"/>
          <p:nvPr>
            <p:ph idx="3" type="subTitle"/>
          </p:nvPr>
        </p:nvSpPr>
        <p:spPr>
          <a:xfrm>
            <a:off x="6383376" y="2820175"/>
            <a:ext cx="1499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1pPr>
            <a:lvl2pPr lvl="1"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2pPr>
            <a:lvl3pPr lvl="2"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3pPr>
            <a:lvl4pPr lvl="3"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4pPr>
            <a:lvl5pPr lvl="4"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5pPr>
            <a:lvl6pPr lvl="5"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6pPr>
            <a:lvl7pPr lvl="6"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7pPr>
            <a:lvl8pPr lvl="7"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8pPr>
            <a:lvl9pPr lvl="8" rtl="0" algn="ctr">
              <a:lnSpc>
                <a:spcPct val="100000"/>
              </a:lnSpc>
              <a:spcBef>
                <a:spcPts val="0"/>
              </a:spcBef>
              <a:spcAft>
                <a:spcPts val="0"/>
              </a:spcAft>
              <a:buSzPts val="2400"/>
              <a:buFont typeface="Open Sans ExtraBold"/>
              <a:buNone/>
              <a:defRPr sz="2400">
                <a:latin typeface="Open Sans ExtraBold"/>
                <a:ea typeface="Open Sans ExtraBold"/>
                <a:cs typeface="Open Sans ExtraBold"/>
                <a:sym typeface="Open Sans ExtraBol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grpSp>
        <p:nvGrpSpPr>
          <p:cNvPr id="76" name="Google Shape;76;p3"/>
          <p:cNvGrpSpPr/>
          <p:nvPr/>
        </p:nvGrpSpPr>
        <p:grpSpPr>
          <a:xfrm>
            <a:off x="-40" y="0"/>
            <a:ext cx="9143957" cy="5143500"/>
            <a:chOff x="-19200" y="0"/>
            <a:chExt cx="9163200" cy="5143500"/>
          </a:xfrm>
        </p:grpSpPr>
        <p:cxnSp>
          <p:nvCxnSpPr>
            <p:cNvPr id="77" name="Google Shape;77;p3"/>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8" name="Google Shape;78;p3"/>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3"/>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0" name="Google Shape;80;p3"/>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 name="Google Shape;81;p3"/>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2" name="Google Shape;82;p3"/>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3" name="Google Shape;83;p3"/>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4" name="Google Shape;84;p3"/>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 name="Google Shape;85;p3"/>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6" name="Google Shape;86;p3"/>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7" name="Google Shape;87;p3"/>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8" name="Google Shape;88;p3"/>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 name="Google Shape;89;p3"/>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0" name="Google Shape;90;p3"/>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1" name="Google Shape;91;p3"/>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2" name="Google Shape;92;p3"/>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3" name="Google Shape;93;p3"/>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4" name="Google Shape;94;p3"/>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3"/>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3"/>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7" name="Google Shape;97;p3"/>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8" name="Google Shape;98;p3"/>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3"/>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0" name="Google Shape;100;p3"/>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1" name="Google Shape;101;p3"/>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2" name="Google Shape;102;p3"/>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3" name="Google Shape;103;p3"/>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4" name="Google Shape;104;p3"/>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grpSp>
        <p:nvGrpSpPr>
          <p:cNvPr id="105" name="Google Shape;105;p3"/>
          <p:cNvGrpSpPr/>
          <p:nvPr/>
        </p:nvGrpSpPr>
        <p:grpSpPr>
          <a:xfrm>
            <a:off x="7470825" y="4034575"/>
            <a:ext cx="1420813" cy="897600"/>
            <a:chOff x="4384725" y="3932425"/>
            <a:chExt cx="1420813" cy="897600"/>
          </a:xfrm>
        </p:grpSpPr>
        <p:sp>
          <p:nvSpPr>
            <p:cNvPr id="106" name="Google Shape;106;p3"/>
            <p:cNvSpPr/>
            <p:nvPr/>
          </p:nvSpPr>
          <p:spPr>
            <a:xfrm>
              <a:off x="4384725"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4676103"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4967481"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5258859"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5550238"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3"/>
          <p:cNvSpPr txBox="1"/>
          <p:nvPr>
            <p:ph type="title"/>
          </p:nvPr>
        </p:nvSpPr>
        <p:spPr>
          <a:xfrm>
            <a:off x="2161975" y="2078600"/>
            <a:ext cx="48201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6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2" name="Google Shape;112;p3"/>
          <p:cNvSpPr txBox="1"/>
          <p:nvPr>
            <p:ph hasCustomPrompt="1" idx="2" type="title"/>
          </p:nvPr>
        </p:nvSpPr>
        <p:spPr>
          <a:xfrm>
            <a:off x="4056463" y="882463"/>
            <a:ext cx="1031100" cy="89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4700"/>
              <a:buNone/>
              <a:defRPr sz="4700">
                <a:solidFill>
                  <a:schemeClr val="lt1"/>
                </a:solidFill>
              </a:defRPr>
            </a:lvl1pPr>
            <a:lvl2pPr lvl="1" rtl="0" algn="r">
              <a:spcBef>
                <a:spcPts val="0"/>
              </a:spcBef>
              <a:spcAft>
                <a:spcPts val="0"/>
              </a:spcAft>
              <a:buClr>
                <a:schemeClr val="lt1"/>
              </a:buClr>
              <a:buSzPts val="4700"/>
              <a:buFont typeface="Libre Baskerville"/>
              <a:buNone/>
              <a:defRPr sz="4700">
                <a:solidFill>
                  <a:schemeClr val="lt1"/>
                </a:solidFill>
                <a:latin typeface="Libre Baskerville"/>
                <a:ea typeface="Libre Baskerville"/>
                <a:cs typeface="Libre Baskerville"/>
                <a:sym typeface="Libre Baskerville"/>
              </a:defRPr>
            </a:lvl2pPr>
            <a:lvl3pPr lvl="2" rtl="0" algn="r">
              <a:spcBef>
                <a:spcPts val="0"/>
              </a:spcBef>
              <a:spcAft>
                <a:spcPts val="0"/>
              </a:spcAft>
              <a:buClr>
                <a:schemeClr val="lt1"/>
              </a:buClr>
              <a:buSzPts val="4700"/>
              <a:buFont typeface="Libre Baskerville"/>
              <a:buNone/>
              <a:defRPr sz="4700">
                <a:solidFill>
                  <a:schemeClr val="lt1"/>
                </a:solidFill>
                <a:latin typeface="Libre Baskerville"/>
                <a:ea typeface="Libre Baskerville"/>
                <a:cs typeface="Libre Baskerville"/>
                <a:sym typeface="Libre Baskerville"/>
              </a:defRPr>
            </a:lvl3pPr>
            <a:lvl4pPr lvl="3" rtl="0" algn="r">
              <a:spcBef>
                <a:spcPts val="0"/>
              </a:spcBef>
              <a:spcAft>
                <a:spcPts val="0"/>
              </a:spcAft>
              <a:buClr>
                <a:schemeClr val="lt1"/>
              </a:buClr>
              <a:buSzPts val="4700"/>
              <a:buFont typeface="Libre Baskerville"/>
              <a:buNone/>
              <a:defRPr sz="4700">
                <a:solidFill>
                  <a:schemeClr val="lt1"/>
                </a:solidFill>
                <a:latin typeface="Libre Baskerville"/>
                <a:ea typeface="Libre Baskerville"/>
                <a:cs typeface="Libre Baskerville"/>
                <a:sym typeface="Libre Baskerville"/>
              </a:defRPr>
            </a:lvl4pPr>
            <a:lvl5pPr lvl="4" rtl="0" algn="r">
              <a:spcBef>
                <a:spcPts val="0"/>
              </a:spcBef>
              <a:spcAft>
                <a:spcPts val="0"/>
              </a:spcAft>
              <a:buClr>
                <a:schemeClr val="lt1"/>
              </a:buClr>
              <a:buSzPts val="4700"/>
              <a:buFont typeface="Libre Baskerville"/>
              <a:buNone/>
              <a:defRPr sz="4700">
                <a:solidFill>
                  <a:schemeClr val="lt1"/>
                </a:solidFill>
                <a:latin typeface="Libre Baskerville"/>
                <a:ea typeface="Libre Baskerville"/>
                <a:cs typeface="Libre Baskerville"/>
                <a:sym typeface="Libre Baskerville"/>
              </a:defRPr>
            </a:lvl5pPr>
            <a:lvl6pPr lvl="5" rtl="0" algn="r">
              <a:spcBef>
                <a:spcPts val="0"/>
              </a:spcBef>
              <a:spcAft>
                <a:spcPts val="0"/>
              </a:spcAft>
              <a:buClr>
                <a:schemeClr val="lt1"/>
              </a:buClr>
              <a:buSzPts val="4700"/>
              <a:buFont typeface="Libre Baskerville"/>
              <a:buNone/>
              <a:defRPr sz="4700">
                <a:solidFill>
                  <a:schemeClr val="lt1"/>
                </a:solidFill>
                <a:latin typeface="Libre Baskerville"/>
                <a:ea typeface="Libre Baskerville"/>
                <a:cs typeface="Libre Baskerville"/>
                <a:sym typeface="Libre Baskerville"/>
              </a:defRPr>
            </a:lvl6pPr>
            <a:lvl7pPr lvl="6" rtl="0" algn="r">
              <a:spcBef>
                <a:spcPts val="0"/>
              </a:spcBef>
              <a:spcAft>
                <a:spcPts val="0"/>
              </a:spcAft>
              <a:buClr>
                <a:schemeClr val="lt1"/>
              </a:buClr>
              <a:buSzPts val="4700"/>
              <a:buFont typeface="Libre Baskerville"/>
              <a:buNone/>
              <a:defRPr sz="4700">
                <a:solidFill>
                  <a:schemeClr val="lt1"/>
                </a:solidFill>
                <a:latin typeface="Libre Baskerville"/>
                <a:ea typeface="Libre Baskerville"/>
                <a:cs typeface="Libre Baskerville"/>
                <a:sym typeface="Libre Baskerville"/>
              </a:defRPr>
            </a:lvl7pPr>
            <a:lvl8pPr lvl="7" rtl="0" algn="r">
              <a:spcBef>
                <a:spcPts val="0"/>
              </a:spcBef>
              <a:spcAft>
                <a:spcPts val="0"/>
              </a:spcAft>
              <a:buClr>
                <a:schemeClr val="lt1"/>
              </a:buClr>
              <a:buSzPts val="4700"/>
              <a:buFont typeface="Libre Baskerville"/>
              <a:buNone/>
              <a:defRPr sz="4700">
                <a:solidFill>
                  <a:schemeClr val="lt1"/>
                </a:solidFill>
                <a:latin typeface="Libre Baskerville"/>
                <a:ea typeface="Libre Baskerville"/>
                <a:cs typeface="Libre Baskerville"/>
                <a:sym typeface="Libre Baskerville"/>
              </a:defRPr>
            </a:lvl8pPr>
            <a:lvl9pPr lvl="8" rtl="0" algn="r">
              <a:spcBef>
                <a:spcPts val="0"/>
              </a:spcBef>
              <a:spcAft>
                <a:spcPts val="0"/>
              </a:spcAft>
              <a:buClr>
                <a:schemeClr val="lt1"/>
              </a:buClr>
              <a:buSzPts val="4700"/>
              <a:buFont typeface="Libre Baskerville"/>
              <a:buNone/>
              <a:defRPr sz="4700">
                <a:solidFill>
                  <a:schemeClr val="lt1"/>
                </a:solidFill>
                <a:latin typeface="Libre Baskerville"/>
                <a:ea typeface="Libre Baskerville"/>
                <a:cs typeface="Libre Baskerville"/>
                <a:sym typeface="Libre Baskerville"/>
              </a:defRPr>
            </a:lvl9pPr>
          </a:lstStyle>
          <a:p>
            <a:r>
              <a:t>xx%</a:t>
            </a:r>
          </a:p>
        </p:txBody>
      </p:sp>
      <p:sp>
        <p:nvSpPr>
          <p:cNvPr id="113" name="Google Shape;113;p3"/>
          <p:cNvSpPr txBox="1"/>
          <p:nvPr>
            <p:ph idx="1" type="subTitle"/>
          </p:nvPr>
        </p:nvSpPr>
        <p:spPr>
          <a:xfrm>
            <a:off x="2532750" y="3402825"/>
            <a:ext cx="4078500" cy="6675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14" name="Google Shape;114;p3"/>
          <p:cNvGrpSpPr/>
          <p:nvPr/>
        </p:nvGrpSpPr>
        <p:grpSpPr>
          <a:xfrm>
            <a:off x="460152" y="139302"/>
            <a:ext cx="2128619" cy="2781103"/>
            <a:chOff x="554456" y="2624159"/>
            <a:chExt cx="2397903" cy="3132932"/>
          </a:xfrm>
        </p:grpSpPr>
        <p:sp>
          <p:nvSpPr>
            <p:cNvPr id="115" name="Google Shape;115;p3"/>
            <p:cNvSpPr/>
            <p:nvPr/>
          </p:nvSpPr>
          <p:spPr>
            <a:xfrm rot="-1521129">
              <a:off x="1059247" y="2939797"/>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rot="-1521129">
              <a:off x="1109372" y="2782622"/>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rot="-1521129">
              <a:off x="1166872" y="3097272"/>
              <a:ext cx="1210481" cy="200269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rot="-1521129">
              <a:off x="2180227" y="5057410"/>
              <a:ext cx="194701" cy="194701"/>
            </a:xfrm>
            <a:custGeom>
              <a:rect b="b" l="l" r="r" t="t"/>
              <a:pathLst>
                <a:path extrusionOk="0" h="3049" w="3049">
                  <a:moveTo>
                    <a:pt x="1513" y="0"/>
                  </a:moveTo>
                  <a:cubicBezTo>
                    <a:pt x="679" y="0"/>
                    <a:pt x="0" y="691"/>
                    <a:pt x="0" y="1536"/>
                  </a:cubicBezTo>
                  <a:cubicBezTo>
                    <a:pt x="0" y="2370"/>
                    <a:pt x="679" y="3048"/>
                    <a:pt x="1524" y="3048"/>
                  </a:cubicBezTo>
                  <a:cubicBezTo>
                    <a:pt x="2382" y="3037"/>
                    <a:pt x="3048" y="2370"/>
                    <a:pt x="3048" y="1524"/>
                  </a:cubicBezTo>
                  <a:cubicBezTo>
                    <a:pt x="3048" y="691"/>
                    <a:pt x="2358" y="0"/>
                    <a:pt x="151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rot="-1521129">
              <a:off x="1165914" y="3064541"/>
              <a:ext cx="229695" cy="19030"/>
            </a:xfrm>
            <a:custGeom>
              <a:rect b="b" l="l" r="r" t="t"/>
              <a:pathLst>
                <a:path extrusionOk="0" h="298" w="3597">
                  <a:moveTo>
                    <a:pt x="3442" y="0"/>
                  </a:moveTo>
                  <a:lnTo>
                    <a:pt x="144" y="24"/>
                  </a:lnTo>
                  <a:cubicBezTo>
                    <a:pt x="60" y="24"/>
                    <a:pt x="1" y="95"/>
                    <a:pt x="1" y="167"/>
                  </a:cubicBezTo>
                  <a:cubicBezTo>
                    <a:pt x="1" y="238"/>
                    <a:pt x="84" y="298"/>
                    <a:pt x="156" y="298"/>
                  </a:cubicBezTo>
                  <a:lnTo>
                    <a:pt x="3466" y="286"/>
                  </a:lnTo>
                  <a:cubicBezTo>
                    <a:pt x="3537" y="286"/>
                    <a:pt x="3597" y="226"/>
                    <a:pt x="3597" y="143"/>
                  </a:cubicBezTo>
                  <a:cubicBezTo>
                    <a:pt x="3597" y="60"/>
                    <a:pt x="3513" y="0"/>
                    <a:pt x="34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rot="-1521129">
              <a:off x="1070183" y="3141425"/>
              <a:ext cx="45658" cy="45722"/>
            </a:xfrm>
            <a:custGeom>
              <a:rect b="b" l="l" r="r" t="t"/>
              <a:pathLst>
                <a:path extrusionOk="0" h="716" w="715">
                  <a:moveTo>
                    <a:pt x="357" y="1"/>
                  </a:moveTo>
                  <a:cubicBezTo>
                    <a:pt x="167" y="1"/>
                    <a:pt x="0" y="167"/>
                    <a:pt x="0" y="358"/>
                  </a:cubicBezTo>
                  <a:cubicBezTo>
                    <a:pt x="0" y="548"/>
                    <a:pt x="167" y="715"/>
                    <a:pt x="357" y="715"/>
                  </a:cubicBezTo>
                  <a:cubicBezTo>
                    <a:pt x="548" y="715"/>
                    <a:pt x="715" y="548"/>
                    <a:pt x="715" y="358"/>
                  </a:cubicBezTo>
                  <a:cubicBezTo>
                    <a:pt x="715" y="167"/>
                    <a:pt x="548"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rot="-1521129">
              <a:off x="1705454" y="3185375"/>
              <a:ext cx="571077" cy="1260673"/>
            </a:xfrm>
            <a:custGeom>
              <a:rect b="b" l="l" r="r" t="t"/>
              <a:pathLst>
                <a:path extrusionOk="0" h="19742" w="8943">
                  <a:moveTo>
                    <a:pt x="8597" y="1"/>
                  </a:moveTo>
                  <a:cubicBezTo>
                    <a:pt x="8228" y="1"/>
                    <a:pt x="7930" y="322"/>
                    <a:pt x="7930" y="691"/>
                  </a:cubicBezTo>
                  <a:lnTo>
                    <a:pt x="7930" y="1751"/>
                  </a:lnTo>
                  <a:cubicBezTo>
                    <a:pt x="7026" y="1953"/>
                    <a:pt x="6192" y="2310"/>
                    <a:pt x="5430" y="2799"/>
                  </a:cubicBezTo>
                  <a:lnTo>
                    <a:pt x="4668" y="2060"/>
                  </a:lnTo>
                  <a:cubicBezTo>
                    <a:pt x="4537" y="1923"/>
                    <a:pt x="4362" y="1855"/>
                    <a:pt x="4187" y="1855"/>
                  </a:cubicBezTo>
                  <a:cubicBezTo>
                    <a:pt x="4013" y="1855"/>
                    <a:pt x="3841" y="1923"/>
                    <a:pt x="3716" y="2060"/>
                  </a:cubicBezTo>
                  <a:lnTo>
                    <a:pt x="1989" y="3799"/>
                  </a:lnTo>
                  <a:cubicBezTo>
                    <a:pt x="1727" y="4073"/>
                    <a:pt x="1727" y="4501"/>
                    <a:pt x="1989" y="4751"/>
                  </a:cubicBezTo>
                  <a:lnTo>
                    <a:pt x="2751" y="5501"/>
                  </a:lnTo>
                  <a:cubicBezTo>
                    <a:pt x="2275" y="6251"/>
                    <a:pt x="1930" y="7109"/>
                    <a:pt x="1727" y="8013"/>
                  </a:cubicBezTo>
                  <a:lnTo>
                    <a:pt x="668" y="8013"/>
                  </a:lnTo>
                  <a:cubicBezTo>
                    <a:pt x="299" y="8013"/>
                    <a:pt x="1" y="8323"/>
                    <a:pt x="1" y="8692"/>
                  </a:cubicBezTo>
                  <a:lnTo>
                    <a:pt x="13" y="11133"/>
                  </a:lnTo>
                  <a:cubicBezTo>
                    <a:pt x="13" y="11514"/>
                    <a:pt x="322" y="11812"/>
                    <a:pt x="703" y="11812"/>
                  </a:cubicBezTo>
                  <a:lnTo>
                    <a:pt x="1751" y="11812"/>
                  </a:lnTo>
                  <a:cubicBezTo>
                    <a:pt x="1965" y="12716"/>
                    <a:pt x="2323" y="13550"/>
                    <a:pt x="2811" y="14312"/>
                  </a:cubicBezTo>
                  <a:lnTo>
                    <a:pt x="2073" y="15062"/>
                  </a:lnTo>
                  <a:cubicBezTo>
                    <a:pt x="1799" y="15336"/>
                    <a:pt x="1799" y="15764"/>
                    <a:pt x="2073" y="16014"/>
                  </a:cubicBezTo>
                  <a:lnTo>
                    <a:pt x="3811" y="17741"/>
                  </a:lnTo>
                  <a:cubicBezTo>
                    <a:pt x="3942" y="17878"/>
                    <a:pt x="4117" y="17946"/>
                    <a:pt x="4292" y="17946"/>
                  </a:cubicBezTo>
                  <a:cubicBezTo>
                    <a:pt x="4466" y="17946"/>
                    <a:pt x="4638" y="17878"/>
                    <a:pt x="4763" y="17741"/>
                  </a:cubicBezTo>
                  <a:lnTo>
                    <a:pt x="5502" y="16991"/>
                  </a:lnTo>
                  <a:cubicBezTo>
                    <a:pt x="6264" y="17467"/>
                    <a:pt x="7109" y="17800"/>
                    <a:pt x="8026" y="18015"/>
                  </a:cubicBezTo>
                  <a:lnTo>
                    <a:pt x="8026" y="19074"/>
                  </a:lnTo>
                  <a:cubicBezTo>
                    <a:pt x="8026" y="19443"/>
                    <a:pt x="8323" y="19741"/>
                    <a:pt x="8704" y="19741"/>
                  </a:cubicBezTo>
                  <a:lnTo>
                    <a:pt x="8942" y="19741"/>
                  </a:lnTo>
                  <a:lnTo>
                    <a:pt x="8895" y="13157"/>
                  </a:lnTo>
                  <a:cubicBezTo>
                    <a:pt x="7490" y="12740"/>
                    <a:pt x="6454" y="11454"/>
                    <a:pt x="6442" y="9907"/>
                  </a:cubicBezTo>
                  <a:cubicBezTo>
                    <a:pt x="6442" y="8359"/>
                    <a:pt x="7454" y="7049"/>
                    <a:pt x="8871" y="6609"/>
                  </a:cubicBezTo>
                  <a:lnTo>
                    <a:pt x="8835" y="1"/>
                  </a:ln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rot="-1521129">
              <a:off x="2005664" y="3440549"/>
              <a:ext cx="254727" cy="618204"/>
            </a:xfrm>
            <a:custGeom>
              <a:rect b="b" l="l" r="r" t="t"/>
              <a:pathLst>
                <a:path extrusionOk="0" h="9681" w="3989">
                  <a:moveTo>
                    <a:pt x="3941" y="1"/>
                  </a:moveTo>
                  <a:cubicBezTo>
                    <a:pt x="1691" y="465"/>
                    <a:pt x="0" y="2477"/>
                    <a:pt x="12" y="4859"/>
                  </a:cubicBezTo>
                  <a:cubicBezTo>
                    <a:pt x="24" y="7252"/>
                    <a:pt x="1726" y="9228"/>
                    <a:pt x="3989" y="9681"/>
                  </a:cubicBezTo>
                  <a:lnTo>
                    <a:pt x="3965" y="8109"/>
                  </a:lnTo>
                  <a:cubicBezTo>
                    <a:pt x="2560" y="7692"/>
                    <a:pt x="1524" y="6406"/>
                    <a:pt x="1512" y="4859"/>
                  </a:cubicBezTo>
                  <a:cubicBezTo>
                    <a:pt x="1512" y="3311"/>
                    <a:pt x="2524" y="2001"/>
                    <a:pt x="3941" y="1561"/>
                  </a:cubicBezTo>
                  <a:lnTo>
                    <a:pt x="3941" y="1"/>
                  </a:ln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rot="-1521129">
              <a:off x="1377583" y="4011353"/>
              <a:ext cx="808243" cy="1132958"/>
            </a:xfrm>
            <a:custGeom>
              <a:rect b="b" l="l" r="r" t="t"/>
              <a:pathLst>
                <a:path extrusionOk="0" h="17742" w="12657">
                  <a:moveTo>
                    <a:pt x="3977" y="1"/>
                  </a:moveTo>
                  <a:lnTo>
                    <a:pt x="1536" y="13"/>
                  </a:lnTo>
                  <a:cubicBezTo>
                    <a:pt x="1167" y="13"/>
                    <a:pt x="869" y="322"/>
                    <a:pt x="869" y="691"/>
                  </a:cubicBezTo>
                  <a:lnTo>
                    <a:pt x="869" y="1751"/>
                  </a:lnTo>
                  <a:cubicBezTo>
                    <a:pt x="572" y="1822"/>
                    <a:pt x="286" y="1918"/>
                    <a:pt x="0" y="2001"/>
                  </a:cubicBezTo>
                  <a:lnTo>
                    <a:pt x="12" y="6490"/>
                  </a:lnTo>
                  <a:lnTo>
                    <a:pt x="12" y="7883"/>
                  </a:lnTo>
                  <a:cubicBezTo>
                    <a:pt x="643" y="7025"/>
                    <a:pt x="1643" y="6466"/>
                    <a:pt x="2774" y="6466"/>
                  </a:cubicBezTo>
                  <a:cubicBezTo>
                    <a:pt x="2781" y="6466"/>
                    <a:pt x="2789" y="6466"/>
                    <a:pt x="2796" y="6466"/>
                  </a:cubicBezTo>
                  <a:cubicBezTo>
                    <a:pt x="4667" y="6466"/>
                    <a:pt x="6191" y="7997"/>
                    <a:pt x="6203" y="9883"/>
                  </a:cubicBezTo>
                  <a:cubicBezTo>
                    <a:pt x="6227" y="11764"/>
                    <a:pt x="4691" y="13300"/>
                    <a:pt x="2798" y="13312"/>
                  </a:cubicBezTo>
                  <a:cubicBezTo>
                    <a:pt x="1667" y="13312"/>
                    <a:pt x="655" y="12764"/>
                    <a:pt x="36" y="11919"/>
                  </a:cubicBezTo>
                  <a:lnTo>
                    <a:pt x="36" y="11919"/>
                  </a:lnTo>
                  <a:lnTo>
                    <a:pt x="60" y="17741"/>
                  </a:lnTo>
                  <a:lnTo>
                    <a:pt x="5727" y="17705"/>
                  </a:lnTo>
                  <a:cubicBezTo>
                    <a:pt x="6251" y="17515"/>
                    <a:pt x="6763" y="17265"/>
                    <a:pt x="7215" y="16967"/>
                  </a:cubicBezTo>
                  <a:lnTo>
                    <a:pt x="7965" y="17693"/>
                  </a:lnTo>
                  <a:lnTo>
                    <a:pt x="8942" y="17693"/>
                  </a:lnTo>
                  <a:lnTo>
                    <a:pt x="10656" y="15955"/>
                  </a:lnTo>
                  <a:cubicBezTo>
                    <a:pt x="10930" y="15681"/>
                    <a:pt x="10930" y="15253"/>
                    <a:pt x="10656" y="15003"/>
                  </a:cubicBezTo>
                  <a:lnTo>
                    <a:pt x="9894" y="14253"/>
                  </a:lnTo>
                  <a:cubicBezTo>
                    <a:pt x="10370" y="13491"/>
                    <a:pt x="10716" y="12645"/>
                    <a:pt x="10930" y="11740"/>
                  </a:cubicBezTo>
                  <a:lnTo>
                    <a:pt x="11978" y="11740"/>
                  </a:lnTo>
                  <a:cubicBezTo>
                    <a:pt x="12359" y="11740"/>
                    <a:pt x="12656" y="11443"/>
                    <a:pt x="12656" y="11050"/>
                  </a:cubicBezTo>
                  <a:lnTo>
                    <a:pt x="12633" y="8609"/>
                  </a:lnTo>
                  <a:cubicBezTo>
                    <a:pt x="12633" y="8240"/>
                    <a:pt x="12323" y="7942"/>
                    <a:pt x="11954" y="7942"/>
                  </a:cubicBezTo>
                  <a:lnTo>
                    <a:pt x="10894" y="7942"/>
                  </a:lnTo>
                  <a:cubicBezTo>
                    <a:pt x="10692" y="7037"/>
                    <a:pt x="10335" y="6204"/>
                    <a:pt x="9835" y="5442"/>
                  </a:cubicBezTo>
                  <a:lnTo>
                    <a:pt x="10585" y="4680"/>
                  </a:lnTo>
                  <a:cubicBezTo>
                    <a:pt x="10847" y="4418"/>
                    <a:pt x="10847" y="3989"/>
                    <a:pt x="10585" y="3727"/>
                  </a:cubicBezTo>
                  <a:lnTo>
                    <a:pt x="8870" y="1989"/>
                  </a:lnTo>
                  <a:cubicBezTo>
                    <a:pt x="8739" y="1858"/>
                    <a:pt x="8564" y="1793"/>
                    <a:pt x="8390" y="1793"/>
                  </a:cubicBezTo>
                  <a:cubicBezTo>
                    <a:pt x="8215" y="1793"/>
                    <a:pt x="8043" y="1858"/>
                    <a:pt x="7918" y="1989"/>
                  </a:cubicBezTo>
                  <a:lnTo>
                    <a:pt x="7180" y="2751"/>
                  </a:lnTo>
                  <a:cubicBezTo>
                    <a:pt x="6418" y="2275"/>
                    <a:pt x="5572" y="1930"/>
                    <a:pt x="4655" y="1727"/>
                  </a:cubicBezTo>
                  <a:lnTo>
                    <a:pt x="4655" y="668"/>
                  </a:lnTo>
                  <a:cubicBezTo>
                    <a:pt x="4655" y="298"/>
                    <a:pt x="4346" y="1"/>
                    <a:pt x="3977" y="1"/>
                  </a:cubicBez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rot="-1521129">
              <a:off x="1419831" y="4388165"/>
              <a:ext cx="494256" cy="631869"/>
            </a:xfrm>
            <a:custGeom>
              <a:rect b="b" l="l" r="r" t="t"/>
              <a:pathLst>
                <a:path extrusionOk="0" h="9895" w="7740">
                  <a:moveTo>
                    <a:pt x="2806" y="1"/>
                  </a:moveTo>
                  <a:cubicBezTo>
                    <a:pt x="2792" y="1"/>
                    <a:pt x="2777" y="1"/>
                    <a:pt x="2762" y="1"/>
                  </a:cubicBezTo>
                  <a:cubicBezTo>
                    <a:pt x="1738" y="1"/>
                    <a:pt x="786" y="322"/>
                    <a:pt x="0" y="858"/>
                  </a:cubicBezTo>
                  <a:lnTo>
                    <a:pt x="0" y="1549"/>
                  </a:lnTo>
                  <a:lnTo>
                    <a:pt x="0" y="2942"/>
                  </a:lnTo>
                  <a:cubicBezTo>
                    <a:pt x="619" y="2084"/>
                    <a:pt x="1619" y="1525"/>
                    <a:pt x="2751" y="1525"/>
                  </a:cubicBezTo>
                  <a:cubicBezTo>
                    <a:pt x="2758" y="1525"/>
                    <a:pt x="2765" y="1525"/>
                    <a:pt x="2772" y="1525"/>
                  </a:cubicBezTo>
                  <a:cubicBezTo>
                    <a:pt x="4655" y="1525"/>
                    <a:pt x="6180" y="3056"/>
                    <a:pt x="6191" y="4930"/>
                  </a:cubicBezTo>
                  <a:cubicBezTo>
                    <a:pt x="6203" y="6823"/>
                    <a:pt x="4667" y="8359"/>
                    <a:pt x="2786" y="8371"/>
                  </a:cubicBezTo>
                  <a:cubicBezTo>
                    <a:pt x="1655" y="8371"/>
                    <a:pt x="643" y="7823"/>
                    <a:pt x="12" y="6978"/>
                  </a:cubicBezTo>
                  <a:lnTo>
                    <a:pt x="12" y="6978"/>
                  </a:lnTo>
                  <a:lnTo>
                    <a:pt x="24" y="9062"/>
                  </a:lnTo>
                  <a:cubicBezTo>
                    <a:pt x="822" y="9597"/>
                    <a:pt x="1774" y="9895"/>
                    <a:pt x="2798" y="9895"/>
                  </a:cubicBezTo>
                  <a:cubicBezTo>
                    <a:pt x="5537" y="9847"/>
                    <a:pt x="7739" y="7633"/>
                    <a:pt x="7727" y="4906"/>
                  </a:cubicBezTo>
                  <a:cubicBezTo>
                    <a:pt x="7704" y="2194"/>
                    <a:pt x="5513" y="1"/>
                    <a:pt x="2806" y="1"/>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rot="-1521129">
              <a:off x="934994" y="3240995"/>
              <a:ext cx="806774" cy="827273"/>
            </a:xfrm>
            <a:custGeom>
              <a:rect b="b" l="l" r="r" t="t"/>
              <a:pathLst>
                <a:path extrusionOk="0" h="12955" w="12634">
                  <a:moveTo>
                    <a:pt x="10514" y="0"/>
                  </a:moveTo>
                  <a:lnTo>
                    <a:pt x="4323" y="36"/>
                  </a:lnTo>
                  <a:cubicBezTo>
                    <a:pt x="5418" y="596"/>
                    <a:pt x="6156" y="1750"/>
                    <a:pt x="6168" y="3060"/>
                  </a:cubicBezTo>
                  <a:cubicBezTo>
                    <a:pt x="6192" y="4953"/>
                    <a:pt x="4656" y="6477"/>
                    <a:pt x="2763" y="6489"/>
                  </a:cubicBezTo>
                  <a:cubicBezTo>
                    <a:pt x="1632" y="6489"/>
                    <a:pt x="620" y="5941"/>
                    <a:pt x="1" y="5096"/>
                  </a:cubicBezTo>
                  <a:lnTo>
                    <a:pt x="1" y="5096"/>
                  </a:lnTo>
                  <a:lnTo>
                    <a:pt x="24" y="10978"/>
                  </a:lnTo>
                  <a:cubicBezTo>
                    <a:pt x="310" y="11085"/>
                    <a:pt x="596" y="11156"/>
                    <a:pt x="894" y="11228"/>
                  </a:cubicBezTo>
                  <a:lnTo>
                    <a:pt x="906" y="12288"/>
                  </a:lnTo>
                  <a:cubicBezTo>
                    <a:pt x="906" y="12657"/>
                    <a:pt x="1203" y="12954"/>
                    <a:pt x="1596" y="12954"/>
                  </a:cubicBezTo>
                  <a:lnTo>
                    <a:pt x="4037" y="12942"/>
                  </a:lnTo>
                  <a:cubicBezTo>
                    <a:pt x="4406" y="12942"/>
                    <a:pt x="4704" y="12633"/>
                    <a:pt x="4704" y="12252"/>
                  </a:cubicBezTo>
                  <a:lnTo>
                    <a:pt x="4704" y="11204"/>
                  </a:lnTo>
                  <a:cubicBezTo>
                    <a:pt x="5608" y="10990"/>
                    <a:pt x="6442" y="10633"/>
                    <a:pt x="7204" y="10144"/>
                  </a:cubicBezTo>
                  <a:lnTo>
                    <a:pt x="7966" y="10883"/>
                  </a:lnTo>
                  <a:cubicBezTo>
                    <a:pt x="8097" y="11019"/>
                    <a:pt x="8270" y="11088"/>
                    <a:pt x="8442" y="11088"/>
                  </a:cubicBezTo>
                  <a:cubicBezTo>
                    <a:pt x="8615" y="11088"/>
                    <a:pt x="8787" y="11019"/>
                    <a:pt x="8918" y="10883"/>
                  </a:cubicBezTo>
                  <a:lnTo>
                    <a:pt x="10645" y="9144"/>
                  </a:lnTo>
                  <a:cubicBezTo>
                    <a:pt x="10907" y="8870"/>
                    <a:pt x="10907" y="8442"/>
                    <a:pt x="10645" y="8192"/>
                  </a:cubicBezTo>
                  <a:lnTo>
                    <a:pt x="9883" y="7442"/>
                  </a:lnTo>
                  <a:cubicBezTo>
                    <a:pt x="10359" y="6692"/>
                    <a:pt x="10704" y="5846"/>
                    <a:pt x="10907" y="4929"/>
                  </a:cubicBezTo>
                  <a:lnTo>
                    <a:pt x="11966" y="4929"/>
                  </a:lnTo>
                  <a:cubicBezTo>
                    <a:pt x="12336" y="4929"/>
                    <a:pt x="12633" y="4632"/>
                    <a:pt x="12633" y="4251"/>
                  </a:cubicBezTo>
                  <a:lnTo>
                    <a:pt x="12621" y="1810"/>
                  </a:lnTo>
                  <a:cubicBezTo>
                    <a:pt x="12621" y="1429"/>
                    <a:pt x="12300" y="1131"/>
                    <a:pt x="11931" y="1131"/>
                  </a:cubicBezTo>
                  <a:lnTo>
                    <a:pt x="10871" y="1131"/>
                  </a:lnTo>
                  <a:cubicBezTo>
                    <a:pt x="10788" y="750"/>
                    <a:pt x="10669" y="381"/>
                    <a:pt x="10514" y="0"/>
                  </a:cubicBez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rot="-1521129">
              <a:off x="883902" y="3325186"/>
              <a:ext cx="492724" cy="510285"/>
            </a:xfrm>
            <a:custGeom>
              <a:rect b="b" l="l" r="r" t="t"/>
              <a:pathLst>
                <a:path extrusionOk="0" h="7991" w="7716">
                  <a:moveTo>
                    <a:pt x="6632" y="1"/>
                  </a:moveTo>
                  <a:lnTo>
                    <a:pt x="4334" y="13"/>
                  </a:lnTo>
                  <a:cubicBezTo>
                    <a:pt x="5418" y="584"/>
                    <a:pt x="6156" y="1727"/>
                    <a:pt x="6180" y="3037"/>
                  </a:cubicBezTo>
                  <a:cubicBezTo>
                    <a:pt x="6192" y="4930"/>
                    <a:pt x="4656" y="6466"/>
                    <a:pt x="2763" y="6478"/>
                  </a:cubicBezTo>
                  <a:cubicBezTo>
                    <a:pt x="1632" y="6478"/>
                    <a:pt x="632" y="5930"/>
                    <a:pt x="1" y="5073"/>
                  </a:cubicBezTo>
                  <a:lnTo>
                    <a:pt x="1" y="5073"/>
                  </a:lnTo>
                  <a:lnTo>
                    <a:pt x="12" y="7157"/>
                  </a:lnTo>
                  <a:cubicBezTo>
                    <a:pt x="798" y="7692"/>
                    <a:pt x="1763" y="7990"/>
                    <a:pt x="2787" y="7990"/>
                  </a:cubicBezTo>
                  <a:cubicBezTo>
                    <a:pt x="5513" y="7978"/>
                    <a:pt x="7716" y="5764"/>
                    <a:pt x="7692" y="3025"/>
                  </a:cubicBezTo>
                  <a:cubicBezTo>
                    <a:pt x="7692" y="1882"/>
                    <a:pt x="7287" y="834"/>
                    <a:pt x="6632" y="1"/>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rot="-1521129">
              <a:off x="1166872" y="3097272"/>
              <a:ext cx="1210481" cy="200269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 name="Google Shape;128;p3"/>
          <p:cNvGrpSpPr/>
          <p:nvPr/>
        </p:nvGrpSpPr>
        <p:grpSpPr>
          <a:xfrm>
            <a:off x="1194150" y="890075"/>
            <a:ext cx="6755700" cy="3501925"/>
            <a:chOff x="1194150" y="890075"/>
            <a:chExt cx="6755700" cy="3501925"/>
          </a:xfrm>
        </p:grpSpPr>
        <p:sp>
          <p:nvSpPr>
            <p:cNvPr id="129" name="Google Shape;129;p3"/>
            <p:cNvSpPr/>
            <p:nvPr/>
          </p:nvSpPr>
          <p:spPr>
            <a:xfrm>
              <a:off x="1194150" y="1028700"/>
              <a:ext cx="6755700" cy="3363300"/>
            </a:xfrm>
            <a:prstGeom prst="roundRect">
              <a:avLst>
                <a:gd fmla="val 5206"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1194150" y="890075"/>
              <a:ext cx="6755700" cy="3363300"/>
            </a:xfrm>
            <a:prstGeom prst="roundRect">
              <a:avLst>
                <a:gd fmla="val 5206"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3"/>
          <p:cNvSpPr/>
          <p:nvPr/>
        </p:nvSpPr>
        <p:spPr>
          <a:xfrm>
            <a:off x="6451623" y="566282"/>
            <a:ext cx="840609" cy="84179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3"/>
          <p:cNvGrpSpPr/>
          <p:nvPr/>
        </p:nvGrpSpPr>
        <p:grpSpPr>
          <a:xfrm>
            <a:off x="6451623" y="467507"/>
            <a:ext cx="840609" cy="841790"/>
            <a:chOff x="7166950" y="4240225"/>
            <a:chExt cx="213450" cy="213750"/>
          </a:xfrm>
        </p:grpSpPr>
        <p:sp>
          <p:nvSpPr>
            <p:cNvPr id="133" name="Google Shape;133;p3"/>
            <p:cNvSpPr/>
            <p:nvPr/>
          </p:nvSpPr>
          <p:spPr>
            <a:xfrm>
              <a:off x="7166950" y="4240225"/>
              <a:ext cx="213450" cy="21375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7248525" y="4286375"/>
              <a:ext cx="85725" cy="85750"/>
            </a:xfrm>
            <a:custGeom>
              <a:rect b="b" l="l" r="r" t="t"/>
              <a:pathLst>
                <a:path extrusionOk="0" h="3430" w="3429">
                  <a:moveTo>
                    <a:pt x="1715" y="0"/>
                  </a:moveTo>
                  <a:cubicBezTo>
                    <a:pt x="774" y="0"/>
                    <a:pt x="0" y="774"/>
                    <a:pt x="0" y="1715"/>
                  </a:cubicBezTo>
                  <a:cubicBezTo>
                    <a:pt x="0" y="2655"/>
                    <a:pt x="774" y="3429"/>
                    <a:pt x="1715" y="3429"/>
                  </a:cubicBezTo>
                  <a:cubicBezTo>
                    <a:pt x="2667" y="3429"/>
                    <a:pt x="3429" y="2655"/>
                    <a:pt x="3429" y="1715"/>
                  </a:cubicBezTo>
                  <a:cubicBezTo>
                    <a:pt x="3429" y="774"/>
                    <a:pt x="2667" y="0"/>
                    <a:pt x="1715"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7213400" y="4322675"/>
              <a:ext cx="85450" cy="85450"/>
            </a:xfrm>
            <a:custGeom>
              <a:rect b="b" l="l" r="r" t="t"/>
              <a:pathLst>
                <a:path extrusionOk="0" h="3418" w="3418">
                  <a:moveTo>
                    <a:pt x="1703" y="1"/>
                  </a:moveTo>
                  <a:cubicBezTo>
                    <a:pt x="762" y="1"/>
                    <a:pt x="0" y="763"/>
                    <a:pt x="0" y="1703"/>
                  </a:cubicBezTo>
                  <a:cubicBezTo>
                    <a:pt x="0" y="2656"/>
                    <a:pt x="762" y="3418"/>
                    <a:pt x="1703" y="3418"/>
                  </a:cubicBezTo>
                  <a:cubicBezTo>
                    <a:pt x="2655" y="3418"/>
                    <a:pt x="3417" y="2656"/>
                    <a:pt x="3417" y="1703"/>
                  </a:cubicBezTo>
                  <a:cubicBezTo>
                    <a:pt x="3417" y="763"/>
                    <a:pt x="2655" y="1"/>
                    <a:pt x="1703" y="1"/>
                  </a:cubicBezTo>
                  <a:close/>
                </a:path>
              </a:pathLst>
            </a:cu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3"/>
          <p:cNvGrpSpPr/>
          <p:nvPr/>
        </p:nvGrpSpPr>
        <p:grpSpPr>
          <a:xfrm>
            <a:off x="199570" y="3669795"/>
            <a:ext cx="1208986" cy="1214947"/>
            <a:chOff x="1286620" y="3669795"/>
            <a:chExt cx="1208986" cy="1214947"/>
          </a:xfrm>
        </p:grpSpPr>
        <p:sp>
          <p:nvSpPr>
            <p:cNvPr id="137" name="Google Shape;137;p3"/>
            <p:cNvSpPr/>
            <p:nvPr/>
          </p:nvSpPr>
          <p:spPr>
            <a:xfrm>
              <a:off x="1368516" y="37575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1286620" y="36697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9" name="Shape 139"/>
        <p:cNvGrpSpPr/>
        <p:nvPr/>
      </p:nvGrpSpPr>
      <p:grpSpPr>
        <a:xfrm>
          <a:off x="0" y="0"/>
          <a:ext cx="0" cy="0"/>
          <a:chOff x="0" y="0"/>
          <a:chExt cx="0" cy="0"/>
        </a:xfrm>
      </p:grpSpPr>
      <p:grpSp>
        <p:nvGrpSpPr>
          <p:cNvPr id="140" name="Google Shape;140;p4"/>
          <p:cNvGrpSpPr/>
          <p:nvPr/>
        </p:nvGrpSpPr>
        <p:grpSpPr>
          <a:xfrm>
            <a:off x="-40" y="0"/>
            <a:ext cx="9143957" cy="5143500"/>
            <a:chOff x="-19200" y="0"/>
            <a:chExt cx="9163200" cy="5143500"/>
          </a:xfrm>
        </p:grpSpPr>
        <p:cxnSp>
          <p:nvCxnSpPr>
            <p:cNvPr id="141" name="Google Shape;141;p4"/>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2" name="Google Shape;142;p4"/>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3" name="Google Shape;143;p4"/>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4" name="Google Shape;144;p4"/>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5" name="Google Shape;145;p4"/>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6" name="Google Shape;146;p4"/>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7" name="Google Shape;147;p4"/>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8" name="Google Shape;148;p4"/>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49" name="Google Shape;149;p4"/>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4"/>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1" name="Google Shape;151;p4"/>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2" name="Google Shape;152;p4"/>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4"/>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4" name="Google Shape;154;p4"/>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5" name="Google Shape;155;p4"/>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6" name="Google Shape;156;p4"/>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7" name="Google Shape;157;p4"/>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8" name="Google Shape;158;p4"/>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59" name="Google Shape;159;p4"/>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0" name="Google Shape;160;p4"/>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1" name="Google Shape;161;p4"/>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2" name="Google Shape;162;p4"/>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3" name="Google Shape;163;p4"/>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4" name="Google Shape;164;p4"/>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5" name="Google Shape;165;p4"/>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6" name="Google Shape;166;p4"/>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7" name="Google Shape;167;p4"/>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68" name="Google Shape;168;p4"/>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169" name="Google Shape;169;p4"/>
          <p:cNvSpPr/>
          <p:nvPr/>
        </p:nvSpPr>
        <p:spPr>
          <a:xfrm rot="5400000">
            <a:off x="6" y="4071024"/>
            <a:ext cx="1072469" cy="1072469"/>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rot="-5400000">
            <a:off x="7444101" y="17"/>
            <a:ext cx="1699881" cy="1699881"/>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440175" y="1036000"/>
            <a:ext cx="8263800" cy="3888900"/>
          </a:xfrm>
          <a:prstGeom prst="roundRect">
            <a:avLst>
              <a:gd fmla="val 237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7375874" y="291325"/>
            <a:ext cx="204300" cy="204300"/>
          </a:xfrm>
          <a:prstGeom prst="ellipse">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174" name="Google Shape;174;p4"/>
          <p:cNvSpPr txBox="1"/>
          <p:nvPr>
            <p:ph idx="1" type="body"/>
          </p:nvPr>
        </p:nvSpPr>
        <p:spPr>
          <a:xfrm>
            <a:off x="713400" y="1152475"/>
            <a:ext cx="77172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5" name="Shape 175"/>
        <p:cNvGrpSpPr/>
        <p:nvPr/>
      </p:nvGrpSpPr>
      <p:grpSpPr>
        <a:xfrm>
          <a:off x="0" y="0"/>
          <a:ext cx="0" cy="0"/>
          <a:chOff x="0" y="0"/>
          <a:chExt cx="0" cy="0"/>
        </a:xfrm>
      </p:grpSpPr>
      <p:grpSp>
        <p:nvGrpSpPr>
          <p:cNvPr id="176" name="Google Shape;176;p5"/>
          <p:cNvGrpSpPr/>
          <p:nvPr/>
        </p:nvGrpSpPr>
        <p:grpSpPr>
          <a:xfrm>
            <a:off x="-40" y="0"/>
            <a:ext cx="9143957" cy="5143500"/>
            <a:chOff x="-19200" y="0"/>
            <a:chExt cx="9163200" cy="5143500"/>
          </a:xfrm>
        </p:grpSpPr>
        <p:cxnSp>
          <p:nvCxnSpPr>
            <p:cNvPr id="177" name="Google Shape;177;p5"/>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5"/>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5"/>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5"/>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5"/>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5"/>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5"/>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5"/>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5"/>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5"/>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7" name="Google Shape;187;p5"/>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8" name="Google Shape;188;p5"/>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89" name="Google Shape;189;p5"/>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5"/>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5"/>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92" name="Google Shape;192;p5"/>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93" name="Google Shape;193;p5"/>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94" name="Google Shape;194;p5"/>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95" name="Google Shape;195;p5"/>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96" name="Google Shape;196;p5"/>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97" name="Google Shape;197;p5"/>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98" name="Google Shape;198;p5"/>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99" name="Google Shape;199;p5"/>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00" name="Google Shape;200;p5"/>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01" name="Google Shape;201;p5"/>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02" name="Google Shape;202;p5"/>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03" name="Google Shape;203;p5"/>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04" name="Google Shape;204;p5"/>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205" name="Google Shape;205;p5"/>
          <p:cNvSpPr/>
          <p:nvPr/>
        </p:nvSpPr>
        <p:spPr>
          <a:xfrm flipH="1" rot="10800000">
            <a:off x="2743775" y="1669744"/>
            <a:ext cx="2446139" cy="854572"/>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4544200" y="4116675"/>
            <a:ext cx="1310138" cy="698480"/>
          </a:xfrm>
          <a:custGeom>
            <a:rect b="b" l="l" r="r" t="t"/>
            <a:pathLst>
              <a:path extrusionOk="0" fill="none" h="38994" w="73141">
                <a:moveTo>
                  <a:pt x="73140" y="38993"/>
                </a:moveTo>
                <a:lnTo>
                  <a:pt x="9323" y="38993"/>
                </a:lnTo>
                <a:cubicBezTo>
                  <a:pt x="4167" y="38993"/>
                  <a:pt x="0" y="34826"/>
                  <a:pt x="0" y="29671"/>
                </a:cubicBezTo>
                <a:lnTo>
                  <a:pt x="0" y="9311"/>
                </a:lnTo>
                <a:cubicBezTo>
                  <a:pt x="0" y="4168"/>
                  <a:pt x="4167" y="0"/>
                  <a:pt x="9323" y="0"/>
                </a:cubicBezTo>
                <a:lnTo>
                  <a:pt x="36433" y="0"/>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 name="Google Shape;207;p5"/>
          <p:cNvGrpSpPr/>
          <p:nvPr/>
        </p:nvGrpSpPr>
        <p:grpSpPr>
          <a:xfrm>
            <a:off x="1147437" y="2502500"/>
            <a:ext cx="3219094" cy="2109202"/>
            <a:chOff x="1194144" y="890088"/>
            <a:chExt cx="6755706" cy="3501912"/>
          </a:xfrm>
        </p:grpSpPr>
        <p:sp>
          <p:nvSpPr>
            <p:cNvPr id="208" name="Google Shape;208;p5"/>
            <p:cNvSpPr/>
            <p:nvPr/>
          </p:nvSpPr>
          <p:spPr>
            <a:xfrm>
              <a:off x="1194150" y="1028700"/>
              <a:ext cx="6755700" cy="3363300"/>
            </a:xfrm>
            <a:prstGeom prst="roundRect">
              <a:avLst>
                <a:gd fmla="val 5206"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1194144" y="890088"/>
              <a:ext cx="6755700" cy="3306900"/>
            </a:xfrm>
            <a:prstGeom prst="roundRect">
              <a:avLst>
                <a:gd fmla="val 5206"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 name="Google Shape;210;p5"/>
          <p:cNvSpPr/>
          <p:nvPr/>
        </p:nvSpPr>
        <p:spPr>
          <a:xfrm>
            <a:off x="1651013" y="2334450"/>
            <a:ext cx="2211900" cy="474600"/>
          </a:xfrm>
          <a:prstGeom prst="roundRect">
            <a:avLst>
              <a:gd fmla="val 2268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1651013" y="2246850"/>
            <a:ext cx="2211900" cy="474600"/>
          </a:xfrm>
          <a:prstGeom prst="roundRect">
            <a:avLst>
              <a:gd fmla="val 2268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 name="Google Shape;212;p5"/>
          <p:cNvGrpSpPr/>
          <p:nvPr/>
        </p:nvGrpSpPr>
        <p:grpSpPr>
          <a:xfrm>
            <a:off x="4777462" y="2502500"/>
            <a:ext cx="3219094" cy="2109202"/>
            <a:chOff x="1194144" y="890088"/>
            <a:chExt cx="6755706" cy="3501912"/>
          </a:xfrm>
        </p:grpSpPr>
        <p:sp>
          <p:nvSpPr>
            <p:cNvPr id="213" name="Google Shape;213;p5"/>
            <p:cNvSpPr/>
            <p:nvPr/>
          </p:nvSpPr>
          <p:spPr>
            <a:xfrm>
              <a:off x="1194150" y="1028700"/>
              <a:ext cx="6755700" cy="3363300"/>
            </a:xfrm>
            <a:prstGeom prst="roundRect">
              <a:avLst>
                <a:gd fmla="val 5206"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1194144" y="890088"/>
              <a:ext cx="6755700" cy="3306900"/>
            </a:xfrm>
            <a:prstGeom prst="roundRect">
              <a:avLst>
                <a:gd fmla="val 5206"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 name="Google Shape;215;p5"/>
          <p:cNvSpPr/>
          <p:nvPr/>
        </p:nvSpPr>
        <p:spPr>
          <a:xfrm>
            <a:off x="5281038" y="2334450"/>
            <a:ext cx="2211900" cy="474600"/>
          </a:xfrm>
          <a:prstGeom prst="roundRect">
            <a:avLst>
              <a:gd fmla="val 2268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5281038" y="2246850"/>
            <a:ext cx="2211900" cy="474600"/>
          </a:xfrm>
          <a:prstGeom prst="roundRect">
            <a:avLst>
              <a:gd fmla="val 2268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cxnSp>
        <p:nvCxnSpPr>
          <p:cNvPr id="218" name="Google Shape;218;p5"/>
          <p:cNvCxnSpPr/>
          <p:nvPr/>
        </p:nvCxnSpPr>
        <p:spPr>
          <a:xfrm>
            <a:off x="0" y="1669744"/>
            <a:ext cx="2721300" cy="0"/>
          </a:xfrm>
          <a:prstGeom prst="straightConnector1">
            <a:avLst/>
          </a:prstGeom>
          <a:noFill/>
          <a:ln cap="flat" cmpd="sng" w="19050">
            <a:solidFill>
              <a:schemeClr val="dk1"/>
            </a:solidFill>
            <a:prstDash val="dash"/>
            <a:round/>
            <a:headEnd len="med" w="med" type="none"/>
            <a:tailEnd len="med" w="med" type="none"/>
          </a:ln>
        </p:spPr>
      </p:cxnSp>
      <p:grpSp>
        <p:nvGrpSpPr>
          <p:cNvPr id="219" name="Google Shape;219;p5"/>
          <p:cNvGrpSpPr/>
          <p:nvPr/>
        </p:nvGrpSpPr>
        <p:grpSpPr>
          <a:xfrm>
            <a:off x="-573830" y="3562045"/>
            <a:ext cx="1208986" cy="1214947"/>
            <a:chOff x="5788095" y="1364345"/>
            <a:chExt cx="1208986" cy="1214947"/>
          </a:xfrm>
        </p:grpSpPr>
        <p:sp>
          <p:nvSpPr>
            <p:cNvPr id="220" name="Google Shape;220;p5"/>
            <p:cNvSpPr/>
            <p:nvPr/>
          </p:nvSpPr>
          <p:spPr>
            <a:xfrm>
              <a:off x="5869991" y="14520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a:off x="5788095" y="13643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 name="Google Shape;222;p5"/>
          <p:cNvGrpSpPr/>
          <p:nvPr/>
        </p:nvGrpSpPr>
        <p:grpSpPr>
          <a:xfrm>
            <a:off x="8532720" y="590045"/>
            <a:ext cx="1208986" cy="1214947"/>
            <a:chOff x="5788095" y="1364345"/>
            <a:chExt cx="1208986" cy="1214947"/>
          </a:xfrm>
        </p:grpSpPr>
        <p:sp>
          <p:nvSpPr>
            <p:cNvPr id="223" name="Google Shape;223;p5"/>
            <p:cNvSpPr/>
            <p:nvPr/>
          </p:nvSpPr>
          <p:spPr>
            <a:xfrm>
              <a:off x="5869991" y="14520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5788095" y="13643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5"/>
          <p:cNvSpPr/>
          <p:nvPr/>
        </p:nvSpPr>
        <p:spPr>
          <a:xfrm>
            <a:off x="5796199" y="4718225"/>
            <a:ext cx="204300" cy="204300"/>
          </a:xfrm>
          <a:prstGeom prst="ellipse">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636746" y="1593100"/>
            <a:ext cx="153300" cy="153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txBox="1"/>
          <p:nvPr>
            <p:ph idx="1" type="body"/>
          </p:nvPr>
        </p:nvSpPr>
        <p:spPr>
          <a:xfrm>
            <a:off x="1332225" y="2984913"/>
            <a:ext cx="2849400" cy="1195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6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28" name="Google Shape;228;p5"/>
          <p:cNvSpPr txBox="1"/>
          <p:nvPr>
            <p:ph idx="2" type="body"/>
          </p:nvPr>
        </p:nvSpPr>
        <p:spPr>
          <a:xfrm>
            <a:off x="4962325" y="2984913"/>
            <a:ext cx="2849400" cy="1195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6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29" name="Google Shape;229;p5"/>
          <p:cNvSpPr txBox="1"/>
          <p:nvPr>
            <p:ph idx="3" type="ctrTitle"/>
          </p:nvPr>
        </p:nvSpPr>
        <p:spPr>
          <a:xfrm>
            <a:off x="1846013" y="2255913"/>
            <a:ext cx="1819800" cy="4389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Clr>
                <a:schemeClr val="dk2"/>
              </a:buClr>
              <a:buSzPts val="1800"/>
              <a:buNone/>
              <a:defRPr sz="1800">
                <a:solidFill>
                  <a:schemeClr val="lt1"/>
                </a:solidFill>
              </a:defRPr>
            </a:lvl1pPr>
            <a:lvl2pPr lvl="1"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2pPr>
            <a:lvl3pPr lvl="2"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3pPr>
            <a:lvl4pPr lvl="3"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4pPr>
            <a:lvl5pPr lvl="4"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5pPr>
            <a:lvl6pPr lvl="5"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6pPr>
            <a:lvl7pPr lvl="6"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7pPr>
            <a:lvl8pPr lvl="7"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8pPr>
            <a:lvl9pPr lvl="8"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9pPr>
          </a:lstStyle>
          <a:p/>
        </p:txBody>
      </p:sp>
      <p:sp>
        <p:nvSpPr>
          <p:cNvPr id="230" name="Google Shape;230;p5"/>
          <p:cNvSpPr txBox="1"/>
          <p:nvPr>
            <p:ph idx="4" type="ctrTitle"/>
          </p:nvPr>
        </p:nvSpPr>
        <p:spPr>
          <a:xfrm>
            <a:off x="5477088" y="2255913"/>
            <a:ext cx="1819800" cy="438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800"/>
              <a:buNone/>
              <a:defRPr sz="1800">
                <a:solidFill>
                  <a:schemeClr val="lt1"/>
                </a:solidFill>
              </a:defRPr>
            </a:lvl1pPr>
            <a:lvl2pPr lvl="1"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2pPr>
            <a:lvl3pPr lvl="2"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3pPr>
            <a:lvl4pPr lvl="3"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4pPr>
            <a:lvl5pPr lvl="4"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5pPr>
            <a:lvl6pPr lvl="5"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6pPr>
            <a:lvl7pPr lvl="6"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7pPr>
            <a:lvl8pPr lvl="7"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8pPr>
            <a:lvl9pPr lvl="8"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grpSp>
        <p:nvGrpSpPr>
          <p:cNvPr id="232" name="Google Shape;232;p6"/>
          <p:cNvGrpSpPr/>
          <p:nvPr/>
        </p:nvGrpSpPr>
        <p:grpSpPr>
          <a:xfrm>
            <a:off x="-40" y="0"/>
            <a:ext cx="9143957" cy="5143500"/>
            <a:chOff x="-19200" y="0"/>
            <a:chExt cx="9163200" cy="5143500"/>
          </a:xfrm>
        </p:grpSpPr>
        <p:cxnSp>
          <p:nvCxnSpPr>
            <p:cNvPr id="233" name="Google Shape;233;p6"/>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34" name="Google Shape;234;p6"/>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35" name="Google Shape;235;p6"/>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36" name="Google Shape;236;p6"/>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37" name="Google Shape;237;p6"/>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38" name="Google Shape;238;p6"/>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39" name="Google Shape;239;p6"/>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0" name="Google Shape;240;p6"/>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1" name="Google Shape;241;p6"/>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2" name="Google Shape;242;p6"/>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6"/>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6"/>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6"/>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6" name="Google Shape;246;p6"/>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6"/>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6"/>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6"/>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6"/>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6"/>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6"/>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6"/>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6"/>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6"/>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56" name="Google Shape;256;p6"/>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6"/>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58" name="Google Shape;258;p6"/>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6"/>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60" name="Google Shape;260;p6"/>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261" name="Google Shape;261;p6"/>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62" name="Google Shape;262;p6"/>
          <p:cNvSpPr/>
          <p:nvPr/>
        </p:nvSpPr>
        <p:spPr>
          <a:xfrm rot="5400000">
            <a:off x="25" y="4242198"/>
            <a:ext cx="901273" cy="901273"/>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rot="-5400000">
            <a:off x="7923174" y="4"/>
            <a:ext cx="1220822" cy="1220822"/>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
          <p:cNvSpPr/>
          <p:nvPr/>
        </p:nvSpPr>
        <p:spPr>
          <a:xfrm>
            <a:off x="210326" y="4204075"/>
            <a:ext cx="204298" cy="204298"/>
          </a:xfrm>
          <a:custGeom>
            <a:rect b="b" l="l" r="r" t="t"/>
            <a:pathLst>
              <a:path extrusionOk="0" h="2978" w="2978">
                <a:moveTo>
                  <a:pt x="1" y="1"/>
                </a:moveTo>
                <a:lnTo>
                  <a:pt x="1" y="2977"/>
                </a:lnTo>
                <a:lnTo>
                  <a:pt x="2977" y="2977"/>
                </a:lnTo>
                <a:lnTo>
                  <a:pt x="2977" y="1"/>
                </a:ln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5" name="Shape 265"/>
        <p:cNvGrpSpPr/>
        <p:nvPr/>
      </p:nvGrpSpPr>
      <p:grpSpPr>
        <a:xfrm>
          <a:off x="0" y="0"/>
          <a:ext cx="0" cy="0"/>
          <a:chOff x="0" y="0"/>
          <a:chExt cx="0" cy="0"/>
        </a:xfrm>
      </p:grpSpPr>
      <p:grpSp>
        <p:nvGrpSpPr>
          <p:cNvPr id="266" name="Google Shape;266;p7"/>
          <p:cNvGrpSpPr/>
          <p:nvPr/>
        </p:nvGrpSpPr>
        <p:grpSpPr>
          <a:xfrm>
            <a:off x="-40" y="0"/>
            <a:ext cx="9143957" cy="5143500"/>
            <a:chOff x="-19200" y="0"/>
            <a:chExt cx="9163200" cy="5143500"/>
          </a:xfrm>
        </p:grpSpPr>
        <p:cxnSp>
          <p:nvCxnSpPr>
            <p:cNvPr id="267" name="Google Shape;267;p7"/>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68" name="Google Shape;268;p7"/>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69" name="Google Shape;269;p7"/>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7"/>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1" name="Google Shape;271;p7"/>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2" name="Google Shape;272;p7"/>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3" name="Google Shape;273;p7"/>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4" name="Google Shape;274;p7"/>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5" name="Google Shape;275;p7"/>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6" name="Google Shape;276;p7"/>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7" name="Google Shape;277;p7"/>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8" name="Google Shape;278;p7"/>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7"/>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80" name="Google Shape;280;p7"/>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7"/>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7"/>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7"/>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7"/>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85" name="Google Shape;285;p7"/>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86" name="Google Shape;286;p7"/>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87" name="Google Shape;287;p7"/>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88" name="Google Shape;288;p7"/>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7"/>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7"/>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91" name="Google Shape;291;p7"/>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7"/>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7"/>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7"/>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cxnSp>
        <p:nvCxnSpPr>
          <p:cNvPr id="295" name="Google Shape;295;p7"/>
          <p:cNvCxnSpPr/>
          <p:nvPr/>
        </p:nvCxnSpPr>
        <p:spPr>
          <a:xfrm>
            <a:off x="941150" y="1984450"/>
            <a:ext cx="0" cy="2327400"/>
          </a:xfrm>
          <a:prstGeom prst="straightConnector1">
            <a:avLst/>
          </a:prstGeom>
          <a:noFill/>
          <a:ln cap="flat" cmpd="sng" w="19050">
            <a:solidFill>
              <a:schemeClr val="dk1"/>
            </a:solidFill>
            <a:prstDash val="dash"/>
            <a:round/>
            <a:headEnd len="med" w="med" type="none"/>
            <a:tailEnd len="med" w="med" type="none"/>
          </a:ln>
        </p:spPr>
      </p:cxnSp>
      <p:sp>
        <p:nvSpPr>
          <p:cNvPr id="296" name="Google Shape;296;p7"/>
          <p:cNvSpPr/>
          <p:nvPr/>
        </p:nvSpPr>
        <p:spPr>
          <a:xfrm>
            <a:off x="864504" y="4282600"/>
            <a:ext cx="153300" cy="153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7" name="Google Shape;297;p7"/>
          <p:cNvGrpSpPr/>
          <p:nvPr/>
        </p:nvGrpSpPr>
        <p:grpSpPr>
          <a:xfrm>
            <a:off x="592266" y="715927"/>
            <a:ext cx="2982762" cy="1323878"/>
            <a:chOff x="713400" y="701325"/>
            <a:chExt cx="3853200" cy="1323878"/>
          </a:xfrm>
        </p:grpSpPr>
        <p:sp>
          <p:nvSpPr>
            <p:cNvPr id="298" name="Google Shape;298;p7"/>
            <p:cNvSpPr/>
            <p:nvPr/>
          </p:nvSpPr>
          <p:spPr>
            <a:xfrm>
              <a:off x="713400" y="845603"/>
              <a:ext cx="3853200" cy="11796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7"/>
            <p:cNvSpPr/>
            <p:nvPr/>
          </p:nvSpPr>
          <p:spPr>
            <a:xfrm>
              <a:off x="713400" y="701325"/>
              <a:ext cx="3853200" cy="11796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 name="Google Shape;300;p7"/>
          <p:cNvSpPr txBox="1"/>
          <p:nvPr>
            <p:ph type="title"/>
          </p:nvPr>
        </p:nvSpPr>
        <p:spPr>
          <a:xfrm>
            <a:off x="757175" y="853125"/>
            <a:ext cx="2657100" cy="895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1" name="Google Shape;301;p7"/>
          <p:cNvSpPr txBox="1"/>
          <p:nvPr>
            <p:ph idx="1" type="body"/>
          </p:nvPr>
        </p:nvSpPr>
        <p:spPr>
          <a:xfrm>
            <a:off x="1428400" y="2337550"/>
            <a:ext cx="3189900" cy="16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2" name="Shape 302"/>
        <p:cNvGrpSpPr/>
        <p:nvPr/>
      </p:nvGrpSpPr>
      <p:grpSpPr>
        <a:xfrm>
          <a:off x="0" y="0"/>
          <a:ext cx="0" cy="0"/>
          <a:chOff x="0" y="0"/>
          <a:chExt cx="0" cy="0"/>
        </a:xfrm>
      </p:grpSpPr>
      <p:grpSp>
        <p:nvGrpSpPr>
          <p:cNvPr id="303" name="Google Shape;303;p8"/>
          <p:cNvGrpSpPr/>
          <p:nvPr/>
        </p:nvGrpSpPr>
        <p:grpSpPr>
          <a:xfrm>
            <a:off x="-40" y="0"/>
            <a:ext cx="9143957" cy="5143500"/>
            <a:chOff x="-19200" y="0"/>
            <a:chExt cx="9163200" cy="5143500"/>
          </a:xfrm>
        </p:grpSpPr>
        <p:cxnSp>
          <p:nvCxnSpPr>
            <p:cNvPr id="304" name="Google Shape;304;p8"/>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05" name="Google Shape;305;p8"/>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06" name="Google Shape;306;p8"/>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07" name="Google Shape;307;p8"/>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08" name="Google Shape;308;p8"/>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09" name="Google Shape;309;p8"/>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0" name="Google Shape;310;p8"/>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1" name="Google Shape;311;p8"/>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2" name="Google Shape;312;p8"/>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3" name="Google Shape;313;p8"/>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4" name="Google Shape;314;p8"/>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5" name="Google Shape;315;p8"/>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6" name="Google Shape;316;p8"/>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7" name="Google Shape;317;p8"/>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8" name="Google Shape;318;p8"/>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19" name="Google Shape;319;p8"/>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20" name="Google Shape;320;p8"/>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21" name="Google Shape;321;p8"/>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22" name="Google Shape;322;p8"/>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23" name="Google Shape;323;p8"/>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8"/>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8"/>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8"/>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8"/>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8"/>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8"/>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8"/>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8"/>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332" name="Google Shape;332;p8"/>
          <p:cNvSpPr/>
          <p:nvPr/>
        </p:nvSpPr>
        <p:spPr>
          <a:xfrm>
            <a:off x="5214918" y="-115525"/>
            <a:ext cx="4220952" cy="3224658"/>
          </a:xfrm>
          <a:custGeom>
            <a:rect b="b" l="l" r="r" t="t"/>
            <a:pathLst>
              <a:path extrusionOk="0" fill="none" h="34684" w="45400">
                <a:moveTo>
                  <a:pt x="24111" y="1"/>
                </a:moveTo>
                <a:lnTo>
                  <a:pt x="8633" y="1"/>
                </a:lnTo>
                <a:cubicBezTo>
                  <a:pt x="3870" y="1"/>
                  <a:pt x="1" y="3870"/>
                  <a:pt x="1" y="8633"/>
                </a:cubicBezTo>
                <a:lnTo>
                  <a:pt x="1" y="8633"/>
                </a:lnTo>
                <a:cubicBezTo>
                  <a:pt x="1" y="13395"/>
                  <a:pt x="3870" y="17265"/>
                  <a:pt x="8633" y="17265"/>
                </a:cubicBezTo>
                <a:lnTo>
                  <a:pt x="36767" y="17265"/>
                </a:lnTo>
                <a:cubicBezTo>
                  <a:pt x="41530" y="17265"/>
                  <a:pt x="45399" y="21134"/>
                  <a:pt x="45399" y="25897"/>
                </a:cubicBezTo>
                <a:lnTo>
                  <a:pt x="45399" y="26051"/>
                </a:lnTo>
                <a:cubicBezTo>
                  <a:pt x="45399" y="30814"/>
                  <a:pt x="41530" y="34683"/>
                  <a:pt x="36767" y="34683"/>
                </a:cubicBezTo>
                <a:lnTo>
                  <a:pt x="19051" y="34683"/>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8"/>
          <p:cNvGrpSpPr/>
          <p:nvPr/>
        </p:nvGrpSpPr>
        <p:grpSpPr>
          <a:xfrm>
            <a:off x="2208443" y="3109125"/>
            <a:ext cx="2276243" cy="1808300"/>
            <a:chOff x="2208443" y="3109125"/>
            <a:chExt cx="2276243" cy="1808300"/>
          </a:xfrm>
        </p:grpSpPr>
        <p:sp>
          <p:nvSpPr>
            <p:cNvPr id="334" name="Google Shape;334;p8"/>
            <p:cNvSpPr/>
            <p:nvPr/>
          </p:nvSpPr>
          <p:spPr>
            <a:xfrm>
              <a:off x="2208443" y="3109125"/>
              <a:ext cx="2276243" cy="1738969"/>
            </a:xfrm>
            <a:custGeom>
              <a:rect b="b" l="l" r="r" t="t"/>
              <a:pathLst>
                <a:path extrusionOk="0" fill="none" h="34684" w="45400">
                  <a:moveTo>
                    <a:pt x="24111" y="1"/>
                  </a:moveTo>
                  <a:lnTo>
                    <a:pt x="8633" y="1"/>
                  </a:lnTo>
                  <a:cubicBezTo>
                    <a:pt x="3870" y="1"/>
                    <a:pt x="1" y="3870"/>
                    <a:pt x="1" y="8633"/>
                  </a:cubicBezTo>
                  <a:lnTo>
                    <a:pt x="1" y="8633"/>
                  </a:lnTo>
                  <a:cubicBezTo>
                    <a:pt x="1" y="13395"/>
                    <a:pt x="3870" y="17265"/>
                    <a:pt x="8633" y="17265"/>
                  </a:cubicBezTo>
                  <a:lnTo>
                    <a:pt x="36767" y="17265"/>
                  </a:lnTo>
                  <a:cubicBezTo>
                    <a:pt x="41530" y="17265"/>
                    <a:pt x="45399" y="21134"/>
                    <a:pt x="45399" y="25897"/>
                  </a:cubicBezTo>
                  <a:lnTo>
                    <a:pt x="45399" y="26051"/>
                  </a:lnTo>
                  <a:cubicBezTo>
                    <a:pt x="45399" y="30814"/>
                    <a:pt x="41530" y="34683"/>
                    <a:pt x="36767" y="34683"/>
                  </a:cubicBezTo>
                  <a:lnTo>
                    <a:pt x="19051" y="34683"/>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8"/>
            <p:cNvSpPr/>
            <p:nvPr/>
          </p:nvSpPr>
          <p:spPr>
            <a:xfrm>
              <a:off x="3072924" y="4764125"/>
              <a:ext cx="153300" cy="153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 name="Google Shape;336;p8"/>
          <p:cNvSpPr/>
          <p:nvPr/>
        </p:nvSpPr>
        <p:spPr>
          <a:xfrm rot="5400000">
            <a:off x="26" y="4046576"/>
            <a:ext cx="1096898" cy="1096898"/>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 name="Google Shape;337;p8"/>
          <p:cNvGrpSpPr/>
          <p:nvPr/>
        </p:nvGrpSpPr>
        <p:grpSpPr>
          <a:xfrm>
            <a:off x="893010" y="-46010"/>
            <a:ext cx="706947" cy="710403"/>
            <a:chOff x="-546937" y="-581525"/>
            <a:chExt cx="1507993" cy="1515365"/>
          </a:xfrm>
        </p:grpSpPr>
        <p:sp>
          <p:nvSpPr>
            <p:cNvPr id="338" name="Google Shape;338;p8"/>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8"/>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 name="Google Shape;340;p8"/>
          <p:cNvGrpSpPr/>
          <p:nvPr/>
        </p:nvGrpSpPr>
        <p:grpSpPr>
          <a:xfrm>
            <a:off x="157019" y="375283"/>
            <a:ext cx="706947" cy="710403"/>
            <a:chOff x="-546937" y="-581525"/>
            <a:chExt cx="1507993" cy="1515365"/>
          </a:xfrm>
        </p:grpSpPr>
        <p:sp>
          <p:nvSpPr>
            <p:cNvPr id="341" name="Google Shape;341;p8"/>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8"/>
          <p:cNvGrpSpPr/>
          <p:nvPr/>
        </p:nvGrpSpPr>
        <p:grpSpPr>
          <a:xfrm>
            <a:off x="1025979" y="807917"/>
            <a:ext cx="7092042" cy="3527667"/>
            <a:chOff x="2113600" y="893100"/>
            <a:chExt cx="3526800" cy="1732901"/>
          </a:xfrm>
        </p:grpSpPr>
        <p:sp>
          <p:nvSpPr>
            <p:cNvPr id="344" name="Google Shape;344;p8"/>
            <p:cNvSpPr/>
            <p:nvPr/>
          </p:nvSpPr>
          <p:spPr>
            <a:xfrm>
              <a:off x="2113600" y="994301"/>
              <a:ext cx="3526800" cy="1631700"/>
            </a:xfrm>
            <a:prstGeom prst="roundRect">
              <a:avLst>
                <a:gd fmla="val 10229"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a:off x="2113600" y="893100"/>
              <a:ext cx="3526800" cy="1631700"/>
            </a:xfrm>
            <a:prstGeom prst="roundRect">
              <a:avLst>
                <a:gd fmla="val 10229"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 name="Google Shape;346;p8"/>
          <p:cNvGrpSpPr/>
          <p:nvPr/>
        </p:nvGrpSpPr>
        <p:grpSpPr>
          <a:xfrm>
            <a:off x="115726" y="4438849"/>
            <a:ext cx="611190" cy="614177"/>
            <a:chOff x="-546937" y="-581525"/>
            <a:chExt cx="1507993" cy="1515365"/>
          </a:xfrm>
        </p:grpSpPr>
        <p:sp>
          <p:nvSpPr>
            <p:cNvPr id="347" name="Google Shape;347;p8"/>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 name="Google Shape;349;p8"/>
          <p:cNvSpPr txBox="1"/>
          <p:nvPr>
            <p:ph type="title"/>
          </p:nvPr>
        </p:nvSpPr>
        <p:spPr>
          <a:xfrm>
            <a:off x="1715550" y="1620900"/>
            <a:ext cx="5712900" cy="1901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81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0" name="Shape 350"/>
        <p:cNvGrpSpPr/>
        <p:nvPr/>
      </p:nvGrpSpPr>
      <p:grpSpPr>
        <a:xfrm>
          <a:off x="0" y="0"/>
          <a:ext cx="0" cy="0"/>
          <a:chOff x="0" y="0"/>
          <a:chExt cx="0" cy="0"/>
        </a:xfrm>
      </p:grpSpPr>
      <p:grpSp>
        <p:nvGrpSpPr>
          <p:cNvPr id="351" name="Google Shape;351;p9"/>
          <p:cNvGrpSpPr/>
          <p:nvPr/>
        </p:nvGrpSpPr>
        <p:grpSpPr>
          <a:xfrm>
            <a:off x="-40" y="0"/>
            <a:ext cx="9143957" cy="5143500"/>
            <a:chOff x="-19200" y="0"/>
            <a:chExt cx="9163200" cy="5143500"/>
          </a:xfrm>
        </p:grpSpPr>
        <p:cxnSp>
          <p:nvCxnSpPr>
            <p:cNvPr id="352" name="Google Shape;352;p9"/>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9"/>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54" name="Google Shape;354;p9"/>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55" name="Google Shape;355;p9"/>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9"/>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9"/>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9"/>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9"/>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0" name="Google Shape;360;p9"/>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1" name="Google Shape;361;p9"/>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2" name="Google Shape;362;p9"/>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3" name="Google Shape;363;p9"/>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4" name="Google Shape;364;p9"/>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5" name="Google Shape;365;p9"/>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6" name="Google Shape;366;p9"/>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7" name="Google Shape;367;p9"/>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9"/>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69" name="Google Shape;369;p9"/>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70" name="Google Shape;370;p9"/>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1" name="Google Shape;371;p9"/>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2" name="Google Shape;372;p9"/>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3" name="Google Shape;373;p9"/>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4" name="Google Shape;374;p9"/>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5" name="Google Shape;375;p9"/>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6" name="Google Shape;376;p9"/>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9"/>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9"/>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9"/>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380" name="Google Shape;380;p9"/>
          <p:cNvSpPr/>
          <p:nvPr/>
        </p:nvSpPr>
        <p:spPr>
          <a:xfrm>
            <a:off x="4374000" y="-66675"/>
            <a:ext cx="4827300" cy="52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9"/>
          <p:cNvGrpSpPr/>
          <p:nvPr/>
        </p:nvGrpSpPr>
        <p:grpSpPr>
          <a:xfrm>
            <a:off x="5097000" y="2801775"/>
            <a:ext cx="3333600" cy="1584400"/>
            <a:chOff x="5097000" y="2801775"/>
            <a:chExt cx="3333600" cy="1584400"/>
          </a:xfrm>
        </p:grpSpPr>
        <p:sp>
          <p:nvSpPr>
            <p:cNvPr id="382" name="Google Shape;382;p9"/>
            <p:cNvSpPr/>
            <p:nvPr/>
          </p:nvSpPr>
          <p:spPr>
            <a:xfrm>
              <a:off x="5097000" y="2946175"/>
              <a:ext cx="3333600" cy="1440000"/>
            </a:xfrm>
            <a:prstGeom prst="roundRect">
              <a:avLst>
                <a:gd fmla="val 10229"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p:nvPr/>
          </p:nvSpPr>
          <p:spPr>
            <a:xfrm>
              <a:off x="5097000" y="2801775"/>
              <a:ext cx="3333600" cy="1440000"/>
            </a:xfrm>
            <a:prstGeom prst="roundRect">
              <a:avLst>
                <a:gd fmla="val 10229"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 name="Google Shape;384;p9"/>
          <p:cNvGrpSpPr/>
          <p:nvPr/>
        </p:nvGrpSpPr>
        <p:grpSpPr>
          <a:xfrm>
            <a:off x="5097000" y="819150"/>
            <a:ext cx="3333600" cy="1584400"/>
            <a:chOff x="5097000" y="819150"/>
            <a:chExt cx="3333600" cy="1584400"/>
          </a:xfrm>
        </p:grpSpPr>
        <p:sp>
          <p:nvSpPr>
            <p:cNvPr id="385" name="Google Shape;385;p9"/>
            <p:cNvSpPr/>
            <p:nvPr/>
          </p:nvSpPr>
          <p:spPr>
            <a:xfrm>
              <a:off x="5097000" y="963550"/>
              <a:ext cx="3333600" cy="1440000"/>
            </a:xfrm>
            <a:prstGeom prst="roundRect">
              <a:avLst>
                <a:gd fmla="val 10229"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5097000" y="819150"/>
              <a:ext cx="3333600" cy="1440000"/>
            </a:xfrm>
            <a:prstGeom prst="roundRect">
              <a:avLst>
                <a:gd fmla="val 10229"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 name="Google Shape;387;p9"/>
          <p:cNvSpPr/>
          <p:nvPr/>
        </p:nvSpPr>
        <p:spPr>
          <a:xfrm flipH="1" rot="5400000">
            <a:off x="3060790" y="3838125"/>
            <a:ext cx="1920184" cy="69055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rot="10800000">
            <a:off x="-36" y="-36"/>
            <a:ext cx="1219238" cy="1219238"/>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9" name="Google Shape;389;p9"/>
          <p:cNvGrpSpPr/>
          <p:nvPr/>
        </p:nvGrpSpPr>
        <p:grpSpPr>
          <a:xfrm rot="2507660">
            <a:off x="-541747" y="3781011"/>
            <a:ext cx="1731346" cy="2262289"/>
            <a:chOff x="554456" y="2624159"/>
            <a:chExt cx="2397903" cy="3132932"/>
          </a:xfrm>
        </p:grpSpPr>
        <p:sp>
          <p:nvSpPr>
            <p:cNvPr id="390" name="Google Shape;390;p9"/>
            <p:cNvSpPr/>
            <p:nvPr/>
          </p:nvSpPr>
          <p:spPr>
            <a:xfrm rot="-1521129">
              <a:off x="1059247" y="2939797"/>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rot="-1521129">
              <a:off x="1109372" y="2782622"/>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rot="-1521129">
              <a:off x="1166872" y="3097272"/>
              <a:ext cx="1210481" cy="200269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rot="-1521129">
              <a:off x="2180227" y="5057410"/>
              <a:ext cx="194701" cy="194701"/>
            </a:xfrm>
            <a:custGeom>
              <a:rect b="b" l="l" r="r" t="t"/>
              <a:pathLst>
                <a:path extrusionOk="0" h="3049" w="3049">
                  <a:moveTo>
                    <a:pt x="1513" y="0"/>
                  </a:moveTo>
                  <a:cubicBezTo>
                    <a:pt x="679" y="0"/>
                    <a:pt x="0" y="691"/>
                    <a:pt x="0" y="1536"/>
                  </a:cubicBezTo>
                  <a:cubicBezTo>
                    <a:pt x="0" y="2370"/>
                    <a:pt x="679" y="3048"/>
                    <a:pt x="1524" y="3048"/>
                  </a:cubicBezTo>
                  <a:cubicBezTo>
                    <a:pt x="2382" y="3037"/>
                    <a:pt x="3048" y="2370"/>
                    <a:pt x="3048" y="1524"/>
                  </a:cubicBezTo>
                  <a:cubicBezTo>
                    <a:pt x="3048" y="691"/>
                    <a:pt x="2358" y="0"/>
                    <a:pt x="151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rot="-1521129">
              <a:off x="1165914" y="3064541"/>
              <a:ext cx="229695" cy="19030"/>
            </a:xfrm>
            <a:custGeom>
              <a:rect b="b" l="l" r="r" t="t"/>
              <a:pathLst>
                <a:path extrusionOk="0" h="298" w="3597">
                  <a:moveTo>
                    <a:pt x="3442" y="0"/>
                  </a:moveTo>
                  <a:lnTo>
                    <a:pt x="144" y="24"/>
                  </a:lnTo>
                  <a:cubicBezTo>
                    <a:pt x="60" y="24"/>
                    <a:pt x="1" y="95"/>
                    <a:pt x="1" y="167"/>
                  </a:cubicBezTo>
                  <a:cubicBezTo>
                    <a:pt x="1" y="238"/>
                    <a:pt x="84" y="298"/>
                    <a:pt x="156" y="298"/>
                  </a:cubicBezTo>
                  <a:lnTo>
                    <a:pt x="3466" y="286"/>
                  </a:lnTo>
                  <a:cubicBezTo>
                    <a:pt x="3537" y="286"/>
                    <a:pt x="3597" y="226"/>
                    <a:pt x="3597" y="143"/>
                  </a:cubicBezTo>
                  <a:cubicBezTo>
                    <a:pt x="3597" y="60"/>
                    <a:pt x="3513" y="0"/>
                    <a:pt x="34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rot="-1521129">
              <a:off x="1070183" y="3141425"/>
              <a:ext cx="45658" cy="45722"/>
            </a:xfrm>
            <a:custGeom>
              <a:rect b="b" l="l" r="r" t="t"/>
              <a:pathLst>
                <a:path extrusionOk="0" h="716" w="715">
                  <a:moveTo>
                    <a:pt x="357" y="1"/>
                  </a:moveTo>
                  <a:cubicBezTo>
                    <a:pt x="167" y="1"/>
                    <a:pt x="0" y="167"/>
                    <a:pt x="0" y="358"/>
                  </a:cubicBezTo>
                  <a:cubicBezTo>
                    <a:pt x="0" y="548"/>
                    <a:pt x="167" y="715"/>
                    <a:pt x="357" y="715"/>
                  </a:cubicBezTo>
                  <a:cubicBezTo>
                    <a:pt x="548" y="715"/>
                    <a:pt x="715" y="548"/>
                    <a:pt x="715" y="358"/>
                  </a:cubicBezTo>
                  <a:cubicBezTo>
                    <a:pt x="715" y="167"/>
                    <a:pt x="548"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rot="-1521129">
              <a:off x="1705454" y="3185375"/>
              <a:ext cx="571077" cy="1260673"/>
            </a:xfrm>
            <a:custGeom>
              <a:rect b="b" l="l" r="r" t="t"/>
              <a:pathLst>
                <a:path extrusionOk="0" h="19742" w="8943">
                  <a:moveTo>
                    <a:pt x="8597" y="1"/>
                  </a:moveTo>
                  <a:cubicBezTo>
                    <a:pt x="8228" y="1"/>
                    <a:pt x="7930" y="322"/>
                    <a:pt x="7930" y="691"/>
                  </a:cubicBezTo>
                  <a:lnTo>
                    <a:pt x="7930" y="1751"/>
                  </a:lnTo>
                  <a:cubicBezTo>
                    <a:pt x="7026" y="1953"/>
                    <a:pt x="6192" y="2310"/>
                    <a:pt x="5430" y="2799"/>
                  </a:cubicBezTo>
                  <a:lnTo>
                    <a:pt x="4668" y="2060"/>
                  </a:lnTo>
                  <a:cubicBezTo>
                    <a:pt x="4537" y="1923"/>
                    <a:pt x="4362" y="1855"/>
                    <a:pt x="4187" y="1855"/>
                  </a:cubicBezTo>
                  <a:cubicBezTo>
                    <a:pt x="4013" y="1855"/>
                    <a:pt x="3841" y="1923"/>
                    <a:pt x="3716" y="2060"/>
                  </a:cubicBezTo>
                  <a:lnTo>
                    <a:pt x="1989" y="3799"/>
                  </a:lnTo>
                  <a:cubicBezTo>
                    <a:pt x="1727" y="4073"/>
                    <a:pt x="1727" y="4501"/>
                    <a:pt x="1989" y="4751"/>
                  </a:cubicBezTo>
                  <a:lnTo>
                    <a:pt x="2751" y="5501"/>
                  </a:lnTo>
                  <a:cubicBezTo>
                    <a:pt x="2275" y="6251"/>
                    <a:pt x="1930" y="7109"/>
                    <a:pt x="1727" y="8013"/>
                  </a:cubicBezTo>
                  <a:lnTo>
                    <a:pt x="668" y="8013"/>
                  </a:lnTo>
                  <a:cubicBezTo>
                    <a:pt x="299" y="8013"/>
                    <a:pt x="1" y="8323"/>
                    <a:pt x="1" y="8692"/>
                  </a:cubicBezTo>
                  <a:lnTo>
                    <a:pt x="13" y="11133"/>
                  </a:lnTo>
                  <a:cubicBezTo>
                    <a:pt x="13" y="11514"/>
                    <a:pt x="322" y="11812"/>
                    <a:pt x="703" y="11812"/>
                  </a:cubicBezTo>
                  <a:lnTo>
                    <a:pt x="1751" y="11812"/>
                  </a:lnTo>
                  <a:cubicBezTo>
                    <a:pt x="1965" y="12716"/>
                    <a:pt x="2323" y="13550"/>
                    <a:pt x="2811" y="14312"/>
                  </a:cubicBezTo>
                  <a:lnTo>
                    <a:pt x="2073" y="15062"/>
                  </a:lnTo>
                  <a:cubicBezTo>
                    <a:pt x="1799" y="15336"/>
                    <a:pt x="1799" y="15764"/>
                    <a:pt x="2073" y="16014"/>
                  </a:cubicBezTo>
                  <a:lnTo>
                    <a:pt x="3811" y="17741"/>
                  </a:lnTo>
                  <a:cubicBezTo>
                    <a:pt x="3942" y="17878"/>
                    <a:pt x="4117" y="17946"/>
                    <a:pt x="4292" y="17946"/>
                  </a:cubicBezTo>
                  <a:cubicBezTo>
                    <a:pt x="4466" y="17946"/>
                    <a:pt x="4638" y="17878"/>
                    <a:pt x="4763" y="17741"/>
                  </a:cubicBezTo>
                  <a:lnTo>
                    <a:pt x="5502" y="16991"/>
                  </a:lnTo>
                  <a:cubicBezTo>
                    <a:pt x="6264" y="17467"/>
                    <a:pt x="7109" y="17800"/>
                    <a:pt x="8026" y="18015"/>
                  </a:cubicBezTo>
                  <a:lnTo>
                    <a:pt x="8026" y="19074"/>
                  </a:lnTo>
                  <a:cubicBezTo>
                    <a:pt x="8026" y="19443"/>
                    <a:pt x="8323" y="19741"/>
                    <a:pt x="8704" y="19741"/>
                  </a:cubicBezTo>
                  <a:lnTo>
                    <a:pt x="8942" y="19741"/>
                  </a:lnTo>
                  <a:lnTo>
                    <a:pt x="8895" y="13157"/>
                  </a:lnTo>
                  <a:cubicBezTo>
                    <a:pt x="7490" y="12740"/>
                    <a:pt x="6454" y="11454"/>
                    <a:pt x="6442" y="9907"/>
                  </a:cubicBezTo>
                  <a:cubicBezTo>
                    <a:pt x="6442" y="8359"/>
                    <a:pt x="7454" y="7049"/>
                    <a:pt x="8871" y="6609"/>
                  </a:cubicBezTo>
                  <a:lnTo>
                    <a:pt x="8835" y="1"/>
                  </a:ln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rot="-1521129">
              <a:off x="2005664" y="3440549"/>
              <a:ext cx="254727" cy="618204"/>
            </a:xfrm>
            <a:custGeom>
              <a:rect b="b" l="l" r="r" t="t"/>
              <a:pathLst>
                <a:path extrusionOk="0" h="9681" w="3989">
                  <a:moveTo>
                    <a:pt x="3941" y="1"/>
                  </a:moveTo>
                  <a:cubicBezTo>
                    <a:pt x="1691" y="465"/>
                    <a:pt x="0" y="2477"/>
                    <a:pt x="12" y="4859"/>
                  </a:cubicBezTo>
                  <a:cubicBezTo>
                    <a:pt x="24" y="7252"/>
                    <a:pt x="1726" y="9228"/>
                    <a:pt x="3989" y="9681"/>
                  </a:cubicBezTo>
                  <a:lnTo>
                    <a:pt x="3965" y="8109"/>
                  </a:lnTo>
                  <a:cubicBezTo>
                    <a:pt x="2560" y="7692"/>
                    <a:pt x="1524" y="6406"/>
                    <a:pt x="1512" y="4859"/>
                  </a:cubicBezTo>
                  <a:cubicBezTo>
                    <a:pt x="1512" y="3311"/>
                    <a:pt x="2524" y="2001"/>
                    <a:pt x="3941" y="1561"/>
                  </a:cubicBezTo>
                  <a:lnTo>
                    <a:pt x="3941" y="1"/>
                  </a:ln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9"/>
            <p:cNvSpPr/>
            <p:nvPr/>
          </p:nvSpPr>
          <p:spPr>
            <a:xfrm rot="-1521129">
              <a:off x="1377583" y="4011353"/>
              <a:ext cx="808243" cy="1132958"/>
            </a:xfrm>
            <a:custGeom>
              <a:rect b="b" l="l" r="r" t="t"/>
              <a:pathLst>
                <a:path extrusionOk="0" h="17742" w="12657">
                  <a:moveTo>
                    <a:pt x="3977" y="1"/>
                  </a:moveTo>
                  <a:lnTo>
                    <a:pt x="1536" y="13"/>
                  </a:lnTo>
                  <a:cubicBezTo>
                    <a:pt x="1167" y="13"/>
                    <a:pt x="869" y="322"/>
                    <a:pt x="869" y="691"/>
                  </a:cubicBezTo>
                  <a:lnTo>
                    <a:pt x="869" y="1751"/>
                  </a:lnTo>
                  <a:cubicBezTo>
                    <a:pt x="572" y="1822"/>
                    <a:pt x="286" y="1918"/>
                    <a:pt x="0" y="2001"/>
                  </a:cubicBezTo>
                  <a:lnTo>
                    <a:pt x="12" y="6490"/>
                  </a:lnTo>
                  <a:lnTo>
                    <a:pt x="12" y="7883"/>
                  </a:lnTo>
                  <a:cubicBezTo>
                    <a:pt x="643" y="7025"/>
                    <a:pt x="1643" y="6466"/>
                    <a:pt x="2774" y="6466"/>
                  </a:cubicBezTo>
                  <a:cubicBezTo>
                    <a:pt x="2781" y="6466"/>
                    <a:pt x="2789" y="6466"/>
                    <a:pt x="2796" y="6466"/>
                  </a:cubicBezTo>
                  <a:cubicBezTo>
                    <a:pt x="4667" y="6466"/>
                    <a:pt x="6191" y="7997"/>
                    <a:pt x="6203" y="9883"/>
                  </a:cubicBezTo>
                  <a:cubicBezTo>
                    <a:pt x="6227" y="11764"/>
                    <a:pt x="4691" y="13300"/>
                    <a:pt x="2798" y="13312"/>
                  </a:cubicBezTo>
                  <a:cubicBezTo>
                    <a:pt x="1667" y="13312"/>
                    <a:pt x="655" y="12764"/>
                    <a:pt x="36" y="11919"/>
                  </a:cubicBezTo>
                  <a:lnTo>
                    <a:pt x="36" y="11919"/>
                  </a:lnTo>
                  <a:lnTo>
                    <a:pt x="60" y="17741"/>
                  </a:lnTo>
                  <a:lnTo>
                    <a:pt x="5727" y="17705"/>
                  </a:lnTo>
                  <a:cubicBezTo>
                    <a:pt x="6251" y="17515"/>
                    <a:pt x="6763" y="17265"/>
                    <a:pt x="7215" y="16967"/>
                  </a:cubicBezTo>
                  <a:lnTo>
                    <a:pt x="7965" y="17693"/>
                  </a:lnTo>
                  <a:lnTo>
                    <a:pt x="8942" y="17693"/>
                  </a:lnTo>
                  <a:lnTo>
                    <a:pt x="10656" y="15955"/>
                  </a:lnTo>
                  <a:cubicBezTo>
                    <a:pt x="10930" y="15681"/>
                    <a:pt x="10930" y="15253"/>
                    <a:pt x="10656" y="15003"/>
                  </a:cubicBezTo>
                  <a:lnTo>
                    <a:pt x="9894" y="14253"/>
                  </a:lnTo>
                  <a:cubicBezTo>
                    <a:pt x="10370" y="13491"/>
                    <a:pt x="10716" y="12645"/>
                    <a:pt x="10930" y="11740"/>
                  </a:cubicBezTo>
                  <a:lnTo>
                    <a:pt x="11978" y="11740"/>
                  </a:lnTo>
                  <a:cubicBezTo>
                    <a:pt x="12359" y="11740"/>
                    <a:pt x="12656" y="11443"/>
                    <a:pt x="12656" y="11050"/>
                  </a:cubicBezTo>
                  <a:lnTo>
                    <a:pt x="12633" y="8609"/>
                  </a:lnTo>
                  <a:cubicBezTo>
                    <a:pt x="12633" y="8240"/>
                    <a:pt x="12323" y="7942"/>
                    <a:pt x="11954" y="7942"/>
                  </a:cubicBezTo>
                  <a:lnTo>
                    <a:pt x="10894" y="7942"/>
                  </a:lnTo>
                  <a:cubicBezTo>
                    <a:pt x="10692" y="7037"/>
                    <a:pt x="10335" y="6204"/>
                    <a:pt x="9835" y="5442"/>
                  </a:cubicBezTo>
                  <a:lnTo>
                    <a:pt x="10585" y="4680"/>
                  </a:lnTo>
                  <a:cubicBezTo>
                    <a:pt x="10847" y="4418"/>
                    <a:pt x="10847" y="3989"/>
                    <a:pt x="10585" y="3727"/>
                  </a:cubicBezTo>
                  <a:lnTo>
                    <a:pt x="8870" y="1989"/>
                  </a:lnTo>
                  <a:cubicBezTo>
                    <a:pt x="8739" y="1858"/>
                    <a:pt x="8564" y="1793"/>
                    <a:pt x="8390" y="1793"/>
                  </a:cubicBezTo>
                  <a:cubicBezTo>
                    <a:pt x="8215" y="1793"/>
                    <a:pt x="8043" y="1858"/>
                    <a:pt x="7918" y="1989"/>
                  </a:cubicBezTo>
                  <a:lnTo>
                    <a:pt x="7180" y="2751"/>
                  </a:lnTo>
                  <a:cubicBezTo>
                    <a:pt x="6418" y="2275"/>
                    <a:pt x="5572" y="1930"/>
                    <a:pt x="4655" y="1727"/>
                  </a:cubicBezTo>
                  <a:lnTo>
                    <a:pt x="4655" y="668"/>
                  </a:lnTo>
                  <a:cubicBezTo>
                    <a:pt x="4655" y="298"/>
                    <a:pt x="4346" y="1"/>
                    <a:pt x="3977" y="1"/>
                  </a:cubicBez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9"/>
            <p:cNvSpPr/>
            <p:nvPr/>
          </p:nvSpPr>
          <p:spPr>
            <a:xfrm rot="-1521129">
              <a:off x="1419831" y="4388165"/>
              <a:ext cx="494256" cy="631869"/>
            </a:xfrm>
            <a:custGeom>
              <a:rect b="b" l="l" r="r" t="t"/>
              <a:pathLst>
                <a:path extrusionOk="0" h="9895" w="7740">
                  <a:moveTo>
                    <a:pt x="2806" y="1"/>
                  </a:moveTo>
                  <a:cubicBezTo>
                    <a:pt x="2792" y="1"/>
                    <a:pt x="2777" y="1"/>
                    <a:pt x="2762" y="1"/>
                  </a:cubicBezTo>
                  <a:cubicBezTo>
                    <a:pt x="1738" y="1"/>
                    <a:pt x="786" y="322"/>
                    <a:pt x="0" y="858"/>
                  </a:cubicBezTo>
                  <a:lnTo>
                    <a:pt x="0" y="1549"/>
                  </a:lnTo>
                  <a:lnTo>
                    <a:pt x="0" y="2942"/>
                  </a:lnTo>
                  <a:cubicBezTo>
                    <a:pt x="619" y="2084"/>
                    <a:pt x="1619" y="1525"/>
                    <a:pt x="2751" y="1525"/>
                  </a:cubicBezTo>
                  <a:cubicBezTo>
                    <a:pt x="2758" y="1525"/>
                    <a:pt x="2765" y="1525"/>
                    <a:pt x="2772" y="1525"/>
                  </a:cubicBezTo>
                  <a:cubicBezTo>
                    <a:pt x="4655" y="1525"/>
                    <a:pt x="6180" y="3056"/>
                    <a:pt x="6191" y="4930"/>
                  </a:cubicBezTo>
                  <a:cubicBezTo>
                    <a:pt x="6203" y="6823"/>
                    <a:pt x="4667" y="8359"/>
                    <a:pt x="2786" y="8371"/>
                  </a:cubicBezTo>
                  <a:cubicBezTo>
                    <a:pt x="1655" y="8371"/>
                    <a:pt x="643" y="7823"/>
                    <a:pt x="12" y="6978"/>
                  </a:cubicBezTo>
                  <a:lnTo>
                    <a:pt x="12" y="6978"/>
                  </a:lnTo>
                  <a:lnTo>
                    <a:pt x="24" y="9062"/>
                  </a:lnTo>
                  <a:cubicBezTo>
                    <a:pt x="822" y="9597"/>
                    <a:pt x="1774" y="9895"/>
                    <a:pt x="2798" y="9895"/>
                  </a:cubicBezTo>
                  <a:cubicBezTo>
                    <a:pt x="5537" y="9847"/>
                    <a:pt x="7739" y="7633"/>
                    <a:pt x="7727" y="4906"/>
                  </a:cubicBezTo>
                  <a:cubicBezTo>
                    <a:pt x="7704" y="2194"/>
                    <a:pt x="5513" y="1"/>
                    <a:pt x="2806" y="1"/>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9"/>
            <p:cNvSpPr/>
            <p:nvPr/>
          </p:nvSpPr>
          <p:spPr>
            <a:xfrm rot="-1521129">
              <a:off x="934994" y="3240995"/>
              <a:ext cx="806774" cy="827273"/>
            </a:xfrm>
            <a:custGeom>
              <a:rect b="b" l="l" r="r" t="t"/>
              <a:pathLst>
                <a:path extrusionOk="0" h="12955" w="12634">
                  <a:moveTo>
                    <a:pt x="10514" y="0"/>
                  </a:moveTo>
                  <a:lnTo>
                    <a:pt x="4323" y="36"/>
                  </a:lnTo>
                  <a:cubicBezTo>
                    <a:pt x="5418" y="596"/>
                    <a:pt x="6156" y="1750"/>
                    <a:pt x="6168" y="3060"/>
                  </a:cubicBezTo>
                  <a:cubicBezTo>
                    <a:pt x="6192" y="4953"/>
                    <a:pt x="4656" y="6477"/>
                    <a:pt x="2763" y="6489"/>
                  </a:cubicBezTo>
                  <a:cubicBezTo>
                    <a:pt x="1632" y="6489"/>
                    <a:pt x="620" y="5941"/>
                    <a:pt x="1" y="5096"/>
                  </a:cubicBezTo>
                  <a:lnTo>
                    <a:pt x="1" y="5096"/>
                  </a:lnTo>
                  <a:lnTo>
                    <a:pt x="24" y="10978"/>
                  </a:lnTo>
                  <a:cubicBezTo>
                    <a:pt x="310" y="11085"/>
                    <a:pt x="596" y="11156"/>
                    <a:pt x="894" y="11228"/>
                  </a:cubicBezTo>
                  <a:lnTo>
                    <a:pt x="906" y="12288"/>
                  </a:lnTo>
                  <a:cubicBezTo>
                    <a:pt x="906" y="12657"/>
                    <a:pt x="1203" y="12954"/>
                    <a:pt x="1596" y="12954"/>
                  </a:cubicBezTo>
                  <a:lnTo>
                    <a:pt x="4037" y="12942"/>
                  </a:lnTo>
                  <a:cubicBezTo>
                    <a:pt x="4406" y="12942"/>
                    <a:pt x="4704" y="12633"/>
                    <a:pt x="4704" y="12252"/>
                  </a:cubicBezTo>
                  <a:lnTo>
                    <a:pt x="4704" y="11204"/>
                  </a:lnTo>
                  <a:cubicBezTo>
                    <a:pt x="5608" y="10990"/>
                    <a:pt x="6442" y="10633"/>
                    <a:pt x="7204" y="10144"/>
                  </a:cubicBezTo>
                  <a:lnTo>
                    <a:pt x="7966" y="10883"/>
                  </a:lnTo>
                  <a:cubicBezTo>
                    <a:pt x="8097" y="11019"/>
                    <a:pt x="8270" y="11088"/>
                    <a:pt x="8442" y="11088"/>
                  </a:cubicBezTo>
                  <a:cubicBezTo>
                    <a:pt x="8615" y="11088"/>
                    <a:pt x="8787" y="11019"/>
                    <a:pt x="8918" y="10883"/>
                  </a:cubicBezTo>
                  <a:lnTo>
                    <a:pt x="10645" y="9144"/>
                  </a:lnTo>
                  <a:cubicBezTo>
                    <a:pt x="10907" y="8870"/>
                    <a:pt x="10907" y="8442"/>
                    <a:pt x="10645" y="8192"/>
                  </a:cubicBezTo>
                  <a:lnTo>
                    <a:pt x="9883" y="7442"/>
                  </a:lnTo>
                  <a:cubicBezTo>
                    <a:pt x="10359" y="6692"/>
                    <a:pt x="10704" y="5846"/>
                    <a:pt x="10907" y="4929"/>
                  </a:cubicBezTo>
                  <a:lnTo>
                    <a:pt x="11966" y="4929"/>
                  </a:lnTo>
                  <a:cubicBezTo>
                    <a:pt x="12336" y="4929"/>
                    <a:pt x="12633" y="4632"/>
                    <a:pt x="12633" y="4251"/>
                  </a:cubicBezTo>
                  <a:lnTo>
                    <a:pt x="12621" y="1810"/>
                  </a:lnTo>
                  <a:cubicBezTo>
                    <a:pt x="12621" y="1429"/>
                    <a:pt x="12300" y="1131"/>
                    <a:pt x="11931" y="1131"/>
                  </a:cubicBezTo>
                  <a:lnTo>
                    <a:pt x="10871" y="1131"/>
                  </a:lnTo>
                  <a:cubicBezTo>
                    <a:pt x="10788" y="750"/>
                    <a:pt x="10669" y="381"/>
                    <a:pt x="10514" y="0"/>
                  </a:cubicBezTo>
                  <a:close/>
                </a:path>
              </a:pathLst>
            </a:cu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9"/>
            <p:cNvSpPr/>
            <p:nvPr/>
          </p:nvSpPr>
          <p:spPr>
            <a:xfrm rot="-1521129">
              <a:off x="883902" y="3325186"/>
              <a:ext cx="492724" cy="510285"/>
            </a:xfrm>
            <a:custGeom>
              <a:rect b="b" l="l" r="r" t="t"/>
              <a:pathLst>
                <a:path extrusionOk="0" h="7991" w="7716">
                  <a:moveTo>
                    <a:pt x="6632" y="1"/>
                  </a:moveTo>
                  <a:lnTo>
                    <a:pt x="4334" y="13"/>
                  </a:lnTo>
                  <a:cubicBezTo>
                    <a:pt x="5418" y="584"/>
                    <a:pt x="6156" y="1727"/>
                    <a:pt x="6180" y="3037"/>
                  </a:cubicBezTo>
                  <a:cubicBezTo>
                    <a:pt x="6192" y="4930"/>
                    <a:pt x="4656" y="6466"/>
                    <a:pt x="2763" y="6478"/>
                  </a:cubicBezTo>
                  <a:cubicBezTo>
                    <a:pt x="1632" y="6478"/>
                    <a:pt x="632" y="5930"/>
                    <a:pt x="1" y="5073"/>
                  </a:cubicBezTo>
                  <a:lnTo>
                    <a:pt x="1" y="5073"/>
                  </a:lnTo>
                  <a:lnTo>
                    <a:pt x="12" y="7157"/>
                  </a:lnTo>
                  <a:cubicBezTo>
                    <a:pt x="798" y="7692"/>
                    <a:pt x="1763" y="7990"/>
                    <a:pt x="2787" y="7990"/>
                  </a:cubicBezTo>
                  <a:cubicBezTo>
                    <a:pt x="5513" y="7978"/>
                    <a:pt x="7716" y="5764"/>
                    <a:pt x="7692" y="3025"/>
                  </a:cubicBezTo>
                  <a:cubicBezTo>
                    <a:pt x="7692" y="1882"/>
                    <a:pt x="7287" y="834"/>
                    <a:pt x="6632" y="1"/>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rot="-1521129">
              <a:off x="1166872" y="3097272"/>
              <a:ext cx="1210481" cy="200269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3" name="Google Shape;403;p9"/>
          <p:cNvSpPr/>
          <p:nvPr/>
        </p:nvSpPr>
        <p:spPr>
          <a:xfrm>
            <a:off x="883624" y="614838"/>
            <a:ext cx="204300" cy="2043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3632182" y="413497"/>
            <a:ext cx="226134" cy="226191"/>
          </a:xfrm>
          <a:custGeom>
            <a:rect b="b" l="l" r="r" t="t"/>
            <a:pathLst>
              <a:path extrusionOk="0" h="3430" w="3429">
                <a:moveTo>
                  <a:pt x="1715" y="0"/>
                </a:moveTo>
                <a:cubicBezTo>
                  <a:pt x="774" y="0"/>
                  <a:pt x="0" y="774"/>
                  <a:pt x="0" y="1715"/>
                </a:cubicBezTo>
                <a:cubicBezTo>
                  <a:pt x="0" y="2655"/>
                  <a:pt x="774" y="3429"/>
                  <a:pt x="1715" y="3429"/>
                </a:cubicBezTo>
                <a:cubicBezTo>
                  <a:pt x="2667" y="3429"/>
                  <a:pt x="3429" y="2655"/>
                  <a:pt x="3429" y="1715"/>
                </a:cubicBezTo>
                <a:cubicBezTo>
                  <a:pt x="3429" y="774"/>
                  <a:pt x="2667" y="0"/>
                  <a:pt x="1715"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3368076" y="669950"/>
            <a:ext cx="225409" cy="225400"/>
          </a:xfrm>
          <a:custGeom>
            <a:rect b="b" l="l" r="r" t="t"/>
            <a:pathLst>
              <a:path extrusionOk="0" h="3418" w="3418">
                <a:moveTo>
                  <a:pt x="1703" y="1"/>
                </a:moveTo>
                <a:cubicBezTo>
                  <a:pt x="762" y="1"/>
                  <a:pt x="0" y="763"/>
                  <a:pt x="0" y="1703"/>
                </a:cubicBezTo>
                <a:cubicBezTo>
                  <a:pt x="0" y="2656"/>
                  <a:pt x="762" y="3418"/>
                  <a:pt x="1703" y="3418"/>
                </a:cubicBezTo>
                <a:cubicBezTo>
                  <a:pt x="2655" y="3418"/>
                  <a:pt x="3417" y="2656"/>
                  <a:pt x="3417" y="1703"/>
                </a:cubicBezTo>
                <a:cubicBezTo>
                  <a:pt x="3417" y="763"/>
                  <a:pt x="2655" y="1"/>
                  <a:pt x="1703"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txBox="1"/>
          <p:nvPr>
            <p:ph type="title"/>
          </p:nvPr>
        </p:nvSpPr>
        <p:spPr>
          <a:xfrm>
            <a:off x="938700" y="1547325"/>
            <a:ext cx="2496600" cy="20679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7" name="Google Shape;407;p9"/>
          <p:cNvSpPr txBox="1"/>
          <p:nvPr>
            <p:ph idx="1" type="subTitle"/>
          </p:nvPr>
        </p:nvSpPr>
        <p:spPr>
          <a:xfrm>
            <a:off x="5315400" y="938399"/>
            <a:ext cx="2898600" cy="115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solidFill>
                  <a:schemeClr val="lt1"/>
                </a:solidFill>
              </a:defRPr>
            </a:lvl1pPr>
            <a:lvl2pPr lvl="1" rtl="0" algn="ctr">
              <a:lnSpc>
                <a:spcPct val="100000"/>
              </a:lnSpc>
              <a:spcBef>
                <a:spcPts val="1200"/>
              </a:spcBef>
              <a:spcAft>
                <a:spcPts val="0"/>
              </a:spcAft>
              <a:buNone/>
              <a:defRPr sz="1600">
                <a:solidFill>
                  <a:schemeClr val="lt1"/>
                </a:solidFill>
              </a:defRPr>
            </a:lvl2pPr>
            <a:lvl3pPr lvl="2" rtl="0" algn="ctr">
              <a:lnSpc>
                <a:spcPct val="100000"/>
              </a:lnSpc>
              <a:spcBef>
                <a:spcPts val="1200"/>
              </a:spcBef>
              <a:spcAft>
                <a:spcPts val="0"/>
              </a:spcAft>
              <a:buNone/>
              <a:defRPr sz="1600">
                <a:solidFill>
                  <a:schemeClr val="lt1"/>
                </a:solidFill>
              </a:defRPr>
            </a:lvl3pPr>
            <a:lvl4pPr lvl="3" rtl="0" algn="ctr">
              <a:lnSpc>
                <a:spcPct val="100000"/>
              </a:lnSpc>
              <a:spcBef>
                <a:spcPts val="1200"/>
              </a:spcBef>
              <a:spcAft>
                <a:spcPts val="0"/>
              </a:spcAft>
              <a:buNone/>
              <a:defRPr sz="1600">
                <a:solidFill>
                  <a:schemeClr val="lt1"/>
                </a:solidFill>
              </a:defRPr>
            </a:lvl4pPr>
            <a:lvl5pPr lvl="4" rtl="0" algn="ctr">
              <a:lnSpc>
                <a:spcPct val="100000"/>
              </a:lnSpc>
              <a:spcBef>
                <a:spcPts val="1200"/>
              </a:spcBef>
              <a:spcAft>
                <a:spcPts val="0"/>
              </a:spcAft>
              <a:buNone/>
              <a:defRPr sz="1600">
                <a:solidFill>
                  <a:schemeClr val="lt1"/>
                </a:solidFill>
              </a:defRPr>
            </a:lvl5pPr>
            <a:lvl6pPr lvl="5" rtl="0" algn="ctr">
              <a:lnSpc>
                <a:spcPct val="100000"/>
              </a:lnSpc>
              <a:spcBef>
                <a:spcPts val="1200"/>
              </a:spcBef>
              <a:spcAft>
                <a:spcPts val="0"/>
              </a:spcAft>
              <a:buNone/>
              <a:defRPr sz="1600">
                <a:solidFill>
                  <a:schemeClr val="lt1"/>
                </a:solidFill>
              </a:defRPr>
            </a:lvl6pPr>
            <a:lvl7pPr lvl="6" rtl="0" algn="ctr">
              <a:lnSpc>
                <a:spcPct val="100000"/>
              </a:lnSpc>
              <a:spcBef>
                <a:spcPts val="1200"/>
              </a:spcBef>
              <a:spcAft>
                <a:spcPts val="0"/>
              </a:spcAft>
              <a:buNone/>
              <a:defRPr sz="1600">
                <a:solidFill>
                  <a:schemeClr val="lt1"/>
                </a:solidFill>
              </a:defRPr>
            </a:lvl7pPr>
            <a:lvl8pPr lvl="7" rtl="0" algn="ctr">
              <a:lnSpc>
                <a:spcPct val="100000"/>
              </a:lnSpc>
              <a:spcBef>
                <a:spcPts val="1200"/>
              </a:spcBef>
              <a:spcAft>
                <a:spcPts val="0"/>
              </a:spcAft>
              <a:buNone/>
              <a:defRPr sz="1600">
                <a:solidFill>
                  <a:schemeClr val="lt1"/>
                </a:solidFill>
              </a:defRPr>
            </a:lvl8pPr>
            <a:lvl9pPr lvl="8" rtl="0" algn="ctr">
              <a:lnSpc>
                <a:spcPct val="100000"/>
              </a:lnSpc>
              <a:spcBef>
                <a:spcPts val="1200"/>
              </a:spcBef>
              <a:spcAft>
                <a:spcPts val="1200"/>
              </a:spcAft>
              <a:buNone/>
              <a:defRPr sz="1600">
                <a:solidFill>
                  <a:schemeClr val="lt1"/>
                </a:solidFill>
              </a:defRPr>
            </a:lvl9pPr>
          </a:lstStyle>
          <a:p/>
        </p:txBody>
      </p:sp>
      <p:sp>
        <p:nvSpPr>
          <p:cNvPr id="408" name="Google Shape;408;p9"/>
          <p:cNvSpPr txBox="1"/>
          <p:nvPr>
            <p:ph idx="2" type="subTitle"/>
          </p:nvPr>
        </p:nvSpPr>
        <p:spPr>
          <a:xfrm>
            <a:off x="5315400" y="2881949"/>
            <a:ext cx="2898600" cy="115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solidFill>
                  <a:schemeClr val="lt1"/>
                </a:solidFill>
              </a:defRPr>
            </a:lvl1pPr>
            <a:lvl2pPr lvl="1" rtl="0" algn="ctr">
              <a:lnSpc>
                <a:spcPct val="100000"/>
              </a:lnSpc>
              <a:spcBef>
                <a:spcPts val="1200"/>
              </a:spcBef>
              <a:spcAft>
                <a:spcPts val="0"/>
              </a:spcAft>
              <a:buNone/>
              <a:defRPr sz="1600">
                <a:solidFill>
                  <a:schemeClr val="lt1"/>
                </a:solidFill>
              </a:defRPr>
            </a:lvl2pPr>
            <a:lvl3pPr lvl="2" rtl="0" algn="ctr">
              <a:lnSpc>
                <a:spcPct val="100000"/>
              </a:lnSpc>
              <a:spcBef>
                <a:spcPts val="1200"/>
              </a:spcBef>
              <a:spcAft>
                <a:spcPts val="0"/>
              </a:spcAft>
              <a:buNone/>
              <a:defRPr sz="1600">
                <a:solidFill>
                  <a:schemeClr val="lt1"/>
                </a:solidFill>
              </a:defRPr>
            </a:lvl3pPr>
            <a:lvl4pPr lvl="3" rtl="0" algn="ctr">
              <a:lnSpc>
                <a:spcPct val="100000"/>
              </a:lnSpc>
              <a:spcBef>
                <a:spcPts val="1200"/>
              </a:spcBef>
              <a:spcAft>
                <a:spcPts val="0"/>
              </a:spcAft>
              <a:buNone/>
              <a:defRPr sz="1600">
                <a:solidFill>
                  <a:schemeClr val="lt1"/>
                </a:solidFill>
              </a:defRPr>
            </a:lvl4pPr>
            <a:lvl5pPr lvl="4" rtl="0" algn="ctr">
              <a:lnSpc>
                <a:spcPct val="100000"/>
              </a:lnSpc>
              <a:spcBef>
                <a:spcPts val="1200"/>
              </a:spcBef>
              <a:spcAft>
                <a:spcPts val="0"/>
              </a:spcAft>
              <a:buNone/>
              <a:defRPr sz="1600">
                <a:solidFill>
                  <a:schemeClr val="lt1"/>
                </a:solidFill>
              </a:defRPr>
            </a:lvl5pPr>
            <a:lvl6pPr lvl="5" rtl="0" algn="ctr">
              <a:lnSpc>
                <a:spcPct val="100000"/>
              </a:lnSpc>
              <a:spcBef>
                <a:spcPts val="1200"/>
              </a:spcBef>
              <a:spcAft>
                <a:spcPts val="0"/>
              </a:spcAft>
              <a:buNone/>
              <a:defRPr sz="1600">
                <a:solidFill>
                  <a:schemeClr val="lt1"/>
                </a:solidFill>
              </a:defRPr>
            </a:lvl6pPr>
            <a:lvl7pPr lvl="6" rtl="0" algn="ctr">
              <a:lnSpc>
                <a:spcPct val="100000"/>
              </a:lnSpc>
              <a:spcBef>
                <a:spcPts val="1200"/>
              </a:spcBef>
              <a:spcAft>
                <a:spcPts val="0"/>
              </a:spcAft>
              <a:buNone/>
              <a:defRPr sz="1600">
                <a:solidFill>
                  <a:schemeClr val="lt1"/>
                </a:solidFill>
              </a:defRPr>
            </a:lvl7pPr>
            <a:lvl8pPr lvl="7" rtl="0" algn="ctr">
              <a:lnSpc>
                <a:spcPct val="100000"/>
              </a:lnSpc>
              <a:spcBef>
                <a:spcPts val="1200"/>
              </a:spcBef>
              <a:spcAft>
                <a:spcPts val="0"/>
              </a:spcAft>
              <a:buNone/>
              <a:defRPr sz="1600">
                <a:solidFill>
                  <a:schemeClr val="lt1"/>
                </a:solidFill>
              </a:defRPr>
            </a:lvl8pPr>
            <a:lvl9pPr lvl="8" rtl="0" algn="ctr">
              <a:lnSpc>
                <a:spcPct val="100000"/>
              </a:lnSpc>
              <a:spcBef>
                <a:spcPts val="1200"/>
              </a:spcBef>
              <a:spcAft>
                <a:spcPts val="1200"/>
              </a:spcAft>
              <a:buNone/>
              <a:defRPr sz="1600">
                <a:solidFill>
                  <a:schemeClr val="l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9" name="Shape 409"/>
        <p:cNvGrpSpPr/>
        <p:nvPr/>
      </p:nvGrpSpPr>
      <p:grpSpPr>
        <a:xfrm>
          <a:off x="0" y="0"/>
          <a:ext cx="0" cy="0"/>
          <a:chOff x="0" y="0"/>
          <a:chExt cx="0" cy="0"/>
        </a:xfrm>
      </p:grpSpPr>
      <p:grpSp>
        <p:nvGrpSpPr>
          <p:cNvPr id="410" name="Google Shape;410;p10"/>
          <p:cNvGrpSpPr/>
          <p:nvPr/>
        </p:nvGrpSpPr>
        <p:grpSpPr>
          <a:xfrm>
            <a:off x="5665230" y="2373379"/>
            <a:ext cx="3270295" cy="2854496"/>
            <a:chOff x="5665230" y="2373379"/>
            <a:chExt cx="3270295" cy="2854496"/>
          </a:xfrm>
        </p:grpSpPr>
        <p:sp>
          <p:nvSpPr>
            <p:cNvPr id="411" name="Google Shape;411;p10"/>
            <p:cNvSpPr/>
            <p:nvPr/>
          </p:nvSpPr>
          <p:spPr>
            <a:xfrm>
              <a:off x="7806475" y="4191975"/>
              <a:ext cx="1035900" cy="1035900"/>
            </a:xfrm>
            <a:prstGeom prst="roundRect">
              <a:avLst>
                <a:gd fmla="val 19717"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0"/>
            <p:cNvSpPr/>
            <p:nvPr/>
          </p:nvSpPr>
          <p:spPr>
            <a:xfrm>
              <a:off x="5665232" y="2526371"/>
              <a:ext cx="2765100" cy="2218200"/>
            </a:xfrm>
            <a:prstGeom prst="roundRect">
              <a:avLst>
                <a:gd fmla="val 5206"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0"/>
            <p:cNvSpPr/>
            <p:nvPr/>
          </p:nvSpPr>
          <p:spPr>
            <a:xfrm>
              <a:off x="5665230" y="2451315"/>
              <a:ext cx="2765100" cy="2181000"/>
            </a:xfrm>
            <a:prstGeom prst="roundRect">
              <a:avLst>
                <a:gd fmla="val 5206"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5994975" y="2373379"/>
              <a:ext cx="563100" cy="1530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0"/>
            <p:cNvSpPr/>
            <p:nvPr/>
          </p:nvSpPr>
          <p:spPr>
            <a:xfrm>
              <a:off x="8731224" y="4501950"/>
              <a:ext cx="204300" cy="204300"/>
            </a:xfrm>
            <a:prstGeom prst="ellipse">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 name="Google Shape;416;p10"/>
          <p:cNvSpPr txBox="1"/>
          <p:nvPr>
            <p:ph idx="1" type="body"/>
          </p:nvPr>
        </p:nvSpPr>
        <p:spPr>
          <a:xfrm>
            <a:off x="6029880" y="2780675"/>
            <a:ext cx="2035800" cy="15222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sz="2400">
                <a:solidFill>
                  <a:schemeClr val="lt1"/>
                </a:solidFill>
                <a:latin typeface="Open Sans ExtraBold"/>
                <a:ea typeface="Open Sans ExtraBold"/>
                <a:cs typeface="Open Sans ExtraBold"/>
                <a:sym typeface="Open Sans ExtraBold"/>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7" name="Shape 417"/>
        <p:cNvGrpSpPr/>
        <p:nvPr/>
      </p:nvGrpSpPr>
      <p:grpSpPr>
        <a:xfrm>
          <a:off x="0" y="0"/>
          <a:ext cx="0" cy="0"/>
          <a:chOff x="0" y="0"/>
          <a:chExt cx="0" cy="0"/>
        </a:xfrm>
      </p:grpSpPr>
      <p:grpSp>
        <p:nvGrpSpPr>
          <p:cNvPr id="418" name="Google Shape;418;p11"/>
          <p:cNvGrpSpPr/>
          <p:nvPr/>
        </p:nvGrpSpPr>
        <p:grpSpPr>
          <a:xfrm>
            <a:off x="-40" y="0"/>
            <a:ext cx="9143957" cy="5143500"/>
            <a:chOff x="-19200" y="0"/>
            <a:chExt cx="9163200" cy="5143500"/>
          </a:xfrm>
        </p:grpSpPr>
        <p:cxnSp>
          <p:nvCxnSpPr>
            <p:cNvPr id="419" name="Google Shape;419;p11"/>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11"/>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11"/>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11"/>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11"/>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11"/>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5" name="Google Shape;425;p11"/>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6" name="Google Shape;426;p11"/>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11"/>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11"/>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11"/>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30" name="Google Shape;430;p11"/>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31" name="Google Shape;431;p11"/>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11"/>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33" name="Google Shape;433;p11"/>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34" name="Google Shape;434;p11"/>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35" name="Google Shape;435;p11"/>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36" name="Google Shape;436;p11"/>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37" name="Google Shape;437;p11"/>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38" name="Google Shape;438;p11"/>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39" name="Google Shape;439;p11"/>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40" name="Google Shape;440;p11"/>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41" name="Google Shape;441;p11"/>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42" name="Google Shape;442;p11"/>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11"/>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11"/>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11"/>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11"/>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447" name="Google Shape;447;p11"/>
          <p:cNvSpPr/>
          <p:nvPr/>
        </p:nvSpPr>
        <p:spPr>
          <a:xfrm flipH="1">
            <a:off x="5757735" y="3880072"/>
            <a:ext cx="2672862" cy="959822"/>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8" name="Google Shape;448;p11"/>
          <p:cNvGrpSpPr/>
          <p:nvPr/>
        </p:nvGrpSpPr>
        <p:grpSpPr>
          <a:xfrm>
            <a:off x="2626239" y="3550"/>
            <a:ext cx="3131561" cy="1338875"/>
            <a:chOff x="2626239" y="3550"/>
            <a:chExt cx="3131561" cy="1338875"/>
          </a:xfrm>
        </p:grpSpPr>
        <p:sp>
          <p:nvSpPr>
            <p:cNvPr id="449" name="Google Shape;449;p11"/>
            <p:cNvSpPr/>
            <p:nvPr/>
          </p:nvSpPr>
          <p:spPr>
            <a:xfrm flipH="1">
              <a:off x="2626239" y="3550"/>
              <a:ext cx="1899692" cy="682193"/>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rot="10800000">
              <a:off x="4525922" y="685766"/>
              <a:ext cx="1231877" cy="656659"/>
            </a:xfrm>
            <a:custGeom>
              <a:rect b="b" l="l" r="r" t="t"/>
              <a:pathLst>
                <a:path extrusionOk="0" fill="none" h="38994" w="73141">
                  <a:moveTo>
                    <a:pt x="73140" y="38993"/>
                  </a:moveTo>
                  <a:lnTo>
                    <a:pt x="9323" y="38993"/>
                  </a:lnTo>
                  <a:cubicBezTo>
                    <a:pt x="4167" y="38993"/>
                    <a:pt x="0" y="34826"/>
                    <a:pt x="0" y="29671"/>
                  </a:cubicBezTo>
                  <a:lnTo>
                    <a:pt x="0" y="9311"/>
                  </a:lnTo>
                  <a:cubicBezTo>
                    <a:pt x="0" y="4168"/>
                    <a:pt x="4167" y="0"/>
                    <a:pt x="9323" y="0"/>
                  </a:cubicBezTo>
                  <a:lnTo>
                    <a:pt x="36433" y="0"/>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1" name="Google Shape;451;p11"/>
          <p:cNvSpPr/>
          <p:nvPr/>
        </p:nvSpPr>
        <p:spPr>
          <a:xfrm>
            <a:off x="-36475" y="890100"/>
            <a:ext cx="9221700" cy="33633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1136000" y="814042"/>
            <a:ext cx="563100" cy="1530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1"/>
          <p:cNvSpPr/>
          <p:nvPr/>
        </p:nvSpPr>
        <p:spPr>
          <a:xfrm>
            <a:off x="6418125" y="4162792"/>
            <a:ext cx="563100" cy="1530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8328451" y="4743325"/>
            <a:ext cx="204298" cy="204298"/>
          </a:xfrm>
          <a:custGeom>
            <a:rect b="b" l="l" r="r" t="t"/>
            <a:pathLst>
              <a:path extrusionOk="0" h="2978" w="2978">
                <a:moveTo>
                  <a:pt x="1" y="1"/>
                </a:moveTo>
                <a:lnTo>
                  <a:pt x="1" y="2977"/>
                </a:lnTo>
                <a:lnTo>
                  <a:pt x="2977" y="2977"/>
                </a:lnTo>
                <a:lnTo>
                  <a:pt x="2977" y="1"/>
                </a:ln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txBox="1"/>
          <p:nvPr>
            <p:ph hasCustomPrompt="1" type="title"/>
          </p:nvPr>
        </p:nvSpPr>
        <p:spPr>
          <a:xfrm>
            <a:off x="1602288" y="1401819"/>
            <a:ext cx="5660100" cy="138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200"/>
              <a:buNone/>
              <a:defRPr sz="8200"/>
            </a:lvl1pPr>
            <a:lvl2pPr lvl="1" rtl="0" algn="ctr">
              <a:spcBef>
                <a:spcPts val="0"/>
              </a:spcBef>
              <a:spcAft>
                <a:spcPts val="0"/>
              </a:spcAft>
              <a:buSzPts val="8200"/>
              <a:buNone/>
              <a:defRPr sz="8200"/>
            </a:lvl2pPr>
            <a:lvl3pPr lvl="2" rtl="0" algn="ctr">
              <a:spcBef>
                <a:spcPts val="0"/>
              </a:spcBef>
              <a:spcAft>
                <a:spcPts val="0"/>
              </a:spcAft>
              <a:buSzPts val="8200"/>
              <a:buNone/>
              <a:defRPr sz="8200"/>
            </a:lvl3pPr>
            <a:lvl4pPr lvl="3" rtl="0" algn="ctr">
              <a:spcBef>
                <a:spcPts val="0"/>
              </a:spcBef>
              <a:spcAft>
                <a:spcPts val="0"/>
              </a:spcAft>
              <a:buSzPts val="8200"/>
              <a:buNone/>
              <a:defRPr sz="8200"/>
            </a:lvl4pPr>
            <a:lvl5pPr lvl="4" rtl="0" algn="ctr">
              <a:spcBef>
                <a:spcPts val="0"/>
              </a:spcBef>
              <a:spcAft>
                <a:spcPts val="0"/>
              </a:spcAft>
              <a:buSzPts val="8200"/>
              <a:buNone/>
              <a:defRPr sz="8200"/>
            </a:lvl5pPr>
            <a:lvl6pPr lvl="5" rtl="0" algn="ctr">
              <a:spcBef>
                <a:spcPts val="0"/>
              </a:spcBef>
              <a:spcAft>
                <a:spcPts val="0"/>
              </a:spcAft>
              <a:buSzPts val="8200"/>
              <a:buNone/>
              <a:defRPr sz="8200"/>
            </a:lvl6pPr>
            <a:lvl7pPr lvl="6" rtl="0" algn="ctr">
              <a:spcBef>
                <a:spcPts val="0"/>
              </a:spcBef>
              <a:spcAft>
                <a:spcPts val="0"/>
              </a:spcAft>
              <a:buSzPts val="8200"/>
              <a:buNone/>
              <a:defRPr sz="8200"/>
            </a:lvl7pPr>
            <a:lvl8pPr lvl="7" rtl="0" algn="ctr">
              <a:spcBef>
                <a:spcPts val="0"/>
              </a:spcBef>
              <a:spcAft>
                <a:spcPts val="0"/>
              </a:spcAft>
              <a:buSzPts val="8200"/>
              <a:buNone/>
              <a:defRPr sz="8200"/>
            </a:lvl8pPr>
            <a:lvl9pPr lvl="8" rtl="0" algn="ctr">
              <a:spcBef>
                <a:spcPts val="0"/>
              </a:spcBef>
              <a:spcAft>
                <a:spcPts val="0"/>
              </a:spcAft>
              <a:buSzPts val="8200"/>
              <a:buNone/>
              <a:defRPr sz="8200"/>
            </a:lvl9pPr>
          </a:lstStyle>
          <a:p>
            <a:r>
              <a:t>xx%</a:t>
            </a:r>
          </a:p>
        </p:txBody>
      </p:sp>
      <p:sp>
        <p:nvSpPr>
          <p:cNvPr id="456" name="Google Shape;456;p11"/>
          <p:cNvSpPr txBox="1"/>
          <p:nvPr>
            <p:ph idx="1" type="subTitle"/>
          </p:nvPr>
        </p:nvSpPr>
        <p:spPr>
          <a:xfrm>
            <a:off x="1980863" y="3245825"/>
            <a:ext cx="5777400" cy="420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lvl1pPr>
            <a:lvl2pPr lvl="1" rtl="0" algn="ctr">
              <a:spcBef>
                <a:spcPts val="1200"/>
              </a:spcBef>
              <a:spcAft>
                <a:spcPts val="0"/>
              </a:spcAft>
              <a:buNone/>
              <a:defRPr b="1" sz="1600"/>
            </a:lvl2pPr>
            <a:lvl3pPr lvl="2" rtl="0" algn="ctr">
              <a:spcBef>
                <a:spcPts val="1200"/>
              </a:spcBef>
              <a:spcAft>
                <a:spcPts val="0"/>
              </a:spcAft>
              <a:buNone/>
              <a:defRPr b="1" sz="1600"/>
            </a:lvl3pPr>
            <a:lvl4pPr lvl="3" rtl="0" algn="ctr">
              <a:spcBef>
                <a:spcPts val="1200"/>
              </a:spcBef>
              <a:spcAft>
                <a:spcPts val="0"/>
              </a:spcAft>
              <a:buNone/>
              <a:defRPr b="1" sz="1600"/>
            </a:lvl4pPr>
            <a:lvl5pPr lvl="4" rtl="0" algn="ctr">
              <a:spcBef>
                <a:spcPts val="1200"/>
              </a:spcBef>
              <a:spcAft>
                <a:spcPts val="0"/>
              </a:spcAft>
              <a:buNone/>
              <a:defRPr b="1" sz="1600"/>
            </a:lvl5pPr>
            <a:lvl6pPr lvl="5" rtl="0" algn="ctr">
              <a:spcBef>
                <a:spcPts val="1200"/>
              </a:spcBef>
              <a:spcAft>
                <a:spcPts val="0"/>
              </a:spcAft>
              <a:buNone/>
              <a:defRPr b="1" sz="1600"/>
            </a:lvl6pPr>
            <a:lvl7pPr lvl="6" rtl="0" algn="ctr">
              <a:spcBef>
                <a:spcPts val="1200"/>
              </a:spcBef>
              <a:spcAft>
                <a:spcPts val="0"/>
              </a:spcAft>
              <a:buNone/>
              <a:defRPr b="1" sz="1600"/>
            </a:lvl7pPr>
            <a:lvl8pPr lvl="7" rtl="0" algn="ctr">
              <a:spcBef>
                <a:spcPts val="1200"/>
              </a:spcBef>
              <a:spcAft>
                <a:spcPts val="0"/>
              </a:spcAft>
              <a:buNone/>
              <a:defRPr b="1" sz="1600"/>
            </a:lvl8pPr>
            <a:lvl9pPr lvl="8" rtl="0" algn="ctr">
              <a:spcBef>
                <a:spcPts val="1200"/>
              </a:spcBef>
              <a:spcAft>
                <a:spcPts val="1200"/>
              </a:spcAft>
              <a:buNone/>
              <a:defRPr b="1" sz="1600"/>
            </a:lvl9pPr>
          </a:lstStyle>
          <a:p/>
        </p:txBody>
      </p:sp>
      <p:grpSp>
        <p:nvGrpSpPr>
          <p:cNvPr id="457" name="Google Shape;457;p11"/>
          <p:cNvGrpSpPr/>
          <p:nvPr/>
        </p:nvGrpSpPr>
        <p:grpSpPr>
          <a:xfrm>
            <a:off x="4290470" y="380163"/>
            <a:ext cx="563060" cy="651372"/>
            <a:chOff x="163270" y="-38612"/>
            <a:chExt cx="563060" cy="651372"/>
          </a:xfrm>
        </p:grpSpPr>
        <p:sp>
          <p:nvSpPr>
            <p:cNvPr id="458" name="Google Shape;458;p11"/>
            <p:cNvSpPr/>
            <p:nvPr/>
          </p:nvSpPr>
          <p:spPr>
            <a:xfrm>
              <a:off x="163270" y="48930"/>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a:off x="163270" y="-38612"/>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287556" y="86051"/>
              <a:ext cx="314488" cy="314504"/>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 name="Google Shape;461;p11"/>
          <p:cNvGrpSpPr/>
          <p:nvPr/>
        </p:nvGrpSpPr>
        <p:grpSpPr>
          <a:xfrm>
            <a:off x="467186" y="3892357"/>
            <a:ext cx="690510" cy="693886"/>
            <a:chOff x="-546937" y="-581525"/>
            <a:chExt cx="1507993" cy="1515365"/>
          </a:xfrm>
        </p:grpSpPr>
        <p:sp>
          <p:nvSpPr>
            <p:cNvPr id="462" name="Google Shape;462;p11"/>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1"/>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 name="Google Shape;464;p11"/>
          <p:cNvGrpSpPr/>
          <p:nvPr/>
        </p:nvGrpSpPr>
        <p:grpSpPr>
          <a:xfrm>
            <a:off x="7986311" y="543607"/>
            <a:ext cx="690510" cy="693886"/>
            <a:chOff x="-546937" y="-581525"/>
            <a:chExt cx="1507993" cy="1515365"/>
          </a:xfrm>
        </p:grpSpPr>
        <p:sp>
          <p:nvSpPr>
            <p:cNvPr id="465" name="Google Shape;465;p11"/>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7" name="Shape 467"/>
        <p:cNvGrpSpPr/>
        <p:nvPr/>
      </p:nvGrpSpPr>
      <p:grpSpPr>
        <a:xfrm>
          <a:off x="0" y="0"/>
          <a:ext cx="0" cy="0"/>
          <a:chOff x="0" y="0"/>
          <a:chExt cx="0" cy="0"/>
        </a:xfrm>
      </p:grpSpPr>
      <p:sp>
        <p:nvSpPr>
          <p:cNvPr id="468" name="Google Shape;46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solidFill>
                <a:schemeClr val="dk1"/>
              </a:solidFill>
            </a:endParaRPr>
          </a:p>
        </p:txBody>
      </p:sp>
      <p:sp>
        <p:nvSpPr>
          <p:cNvPr id="469" name="Google Shape;469;p12"/>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
    <p:bg>
      <p:bgPr>
        <a:solidFill>
          <a:schemeClr val="lt2"/>
        </a:solidFill>
      </p:bgPr>
    </p:bg>
    <p:spTree>
      <p:nvGrpSpPr>
        <p:cNvPr id="470" name="Shape 470"/>
        <p:cNvGrpSpPr/>
        <p:nvPr/>
      </p:nvGrpSpPr>
      <p:grpSpPr>
        <a:xfrm>
          <a:off x="0" y="0"/>
          <a:ext cx="0" cy="0"/>
          <a:chOff x="0" y="0"/>
          <a:chExt cx="0" cy="0"/>
        </a:xfrm>
      </p:grpSpPr>
      <p:grpSp>
        <p:nvGrpSpPr>
          <p:cNvPr id="471" name="Google Shape;471;p13"/>
          <p:cNvGrpSpPr/>
          <p:nvPr/>
        </p:nvGrpSpPr>
        <p:grpSpPr>
          <a:xfrm>
            <a:off x="-40" y="0"/>
            <a:ext cx="9143957" cy="5143500"/>
            <a:chOff x="-19200" y="0"/>
            <a:chExt cx="9163200" cy="5143500"/>
          </a:xfrm>
        </p:grpSpPr>
        <p:cxnSp>
          <p:nvCxnSpPr>
            <p:cNvPr id="472" name="Google Shape;472;p13"/>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73" name="Google Shape;473;p13"/>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74" name="Google Shape;474;p13"/>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75" name="Google Shape;475;p13"/>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76" name="Google Shape;476;p13"/>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77" name="Google Shape;477;p13"/>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78" name="Google Shape;478;p13"/>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79" name="Google Shape;479;p13"/>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0" name="Google Shape;480;p13"/>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1" name="Google Shape;481;p13"/>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2" name="Google Shape;482;p13"/>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3" name="Google Shape;483;p13"/>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4" name="Google Shape;484;p13"/>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5" name="Google Shape;485;p13"/>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6" name="Google Shape;486;p13"/>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7" name="Google Shape;487;p13"/>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8" name="Google Shape;488;p13"/>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89" name="Google Shape;489;p13"/>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90" name="Google Shape;490;p13"/>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1" name="Google Shape;491;p13"/>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13"/>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13"/>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13"/>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13"/>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13"/>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13"/>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13"/>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13"/>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500" name="Google Shape;500;p13"/>
          <p:cNvSpPr/>
          <p:nvPr/>
        </p:nvSpPr>
        <p:spPr>
          <a:xfrm>
            <a:off x="372732" y="1161875"/>
            <a:ext cx="8398535" cy="4346454"/>
          </a:xfrm>
          <a:custGeom>
            <a:rect b="b" l="l" r="r" t="t"/>
            <a:pathLst>
              <a:path extrusionOk="0" fill="none" h="58913" w="113836">
                <a:moveTo>
                  <a:pt x="22479" y="1"/>
                </a:moveTo>
                <a:lnTo>
                  <a:pt x="8394" y="1"/>
                </a:lnTo>
                <a:cubicBezTo>
                  <a:pt x="3751" y="1"/>
                  <a:pt x="0" y="3763"/>
                  <a:pt x="0" y="8395"/>
                </a:cubicBezTo>
                <a:lnTo>
                  <a:pt x="0" y="22254"/>
                </a:lnTo>
                <a:cubicBezTo>
                  <a:pt x="0" y="26897"/>
                  <a:pt x="3762" y="30648"/>
                  <a:pt x="8394" y="30648"/>
                </a:cubicBezTo>
                <a:lnTo>
                  <a:pt x="105442" y="30648"/>
                </a:lnTo>
                <a:cubicBezTo>
                  <a:pt x="110085" y="30648"/>
                  <a:pt x="113836" y="34410"/>
                  <a:pt x="113836" y="39042"/>
                </a:cubicBezTo>
                <a:lnTo>
                  <a:pt x="113836" y="50519"/>
                </a:lnTo>
                <a:cubicBezTo>
                  <a:pt x="113836" y="55163"/>
                  <a:pt x="110073" y="58913"/>
                  <a:pt x="105442" y="58913"/>
                </a:cubicBezTo>
                <a:lnTo>
                  <a:pt x="10716" y="58913"/>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3"/>
          <p:cNvSpPr/>
          <p:nvPr/>
        </p:nvSpPr>
        <p:spPr>
          <a:xfrm>
            <a:off x="713426" y="1520064"/>
            <a:ext cx="3683400" cy="15138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3"/>
          <p:cNvSpPr/>
          <p:nvPr/>
        </p:nvSpPr>
        <p:spPr>
          <a:xfrm>
            <a:off x="713426" y="1365224"/>
            <a:ext cx="3683400" cy="15138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3"/>
          <p:cNvSpPr/>
          <p:nvPr/>
        </p:nvSpPr>
        <p:spPr>
          <a:xfrm>
            <a:off x="4747494" y="1520064"/>
            <a:ext cx="3683400" cy="15138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3"/>
          <p:cNvSpPr/>
          <p:nvPr/>
        </p:nvSpPr>
        <p:spPr>
          <a:xfrm>
            <a:off x="4747494" y="1365224"/>
            <a:ext cx="3683400" cy="15138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3"/>
          <p:cNvSpPr/>
          <p:nvPr/>
        </p:nvSpPr>
        <p:spPr>
          <a:xfrm>
            <a:off x="713426" y="3391241"/>
            <a:ext cx="3683400" cy="15138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3"/>
          <p:cNvSpPr/>
          <p:nvPr/>
        </p:nvSpPr>
        <p:spPr>
          <a:xfrm>
            <a:off x="713426" y="3236401"/>
            <a:ext cx="3683400" cy="15138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3"/>
          <p:cNvSpPr/>
          <p:nvPr/>
        </p:nvSpPr>
        <p:spPr>
          <a:xfrm>
            <a:off x="4747494" y="3391241"/>
            <a:ext cx="3683400" cy="15138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3"/>
          <p:cNvSpPr/>
          <p:nvPr/>
        </p:nvSpPr>
        <p:spPr>
          <a:xfrm>
            <a:off x="4747494" y="3236401"/>
            <a:ext cx="3683400" cy="15138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3"/>
          <p:cNvSpPr/>
          <p:nvPr/>
        </p:nvSpPr>
        <p:spPr>
          <a:xfrm>
            <a:off x="2013625" y="1079775"/>
            <a:ext cx="156300" cy="156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 name="Google Shape;510;p13"/>
          <p:cNvGrpSpPr/>
          <p:nvPr/>
        </p:nvGrpSpPr>
        <p:grpSpPr>
          <a:xfrm>
            <a:off x="7813972" y="605344"/>
            <a:ext cx="1031166" cy="1036207"/>
            <a:chOff x="-546937" y="-581525"/>
            <a:chExt cx="1507993" cy="1515365"/>
          </a:xfrm>
        </p:grpSpPr>
        <p:sp>
          <p:nvSpPr>
            <p:cNvPr id="511" name="Google Shape;511;p13"/>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3" name="Google Shape;513;p13"/>
          <p:cNvSpPr txBox="1"/>
          <p:nvPr>
            <p:ph idx="1" type="subTitle"/>
          </p:nvPr>
        </p:nvSpPr>
        <p:spPr>
          <a:xfrm>
            <a:off x="2013463" y="1888113"/>
            <a:ext cx="2160000" cy="828000"/>
          </a:xfrm>
          <a:prstGeom prst="rect">
            <a:avLst/>
          </a:prstGeom>
        </p:spPr>
        <p:txBody>
          <a:bodyPr anchorCtr="0" anchor="t" bIns="91425" lIns="126000"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514" name="Google Shape;514;p13"/>
          <p:cNvSpPr txBox="1"/>
          <p:nvPr>
            <p:ph hasCustomPrompt="1" type="title"/>
          </p:nvPr>
        </p:nvSpPr>
        <p:spPr>
          <a:xfrm>
            <a:off x="936663" y="1673313"/>
            <a:ext cx="1031100" cy="89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4700"/>
              <a:buNone/>
              <a:defRPr sz="4700">
                <a:solidFill>
                  <a:schemeClr val="accent4"/>
                </a:solidFill>
              </a:defRPr>
            </a:lvl1pPr>
            <a:lvl2pPr lvl="1"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2pPr>
            <a:lvl3pPr lvl="2"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3pPr>
            <a:lvl4pPr lvl="3"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4pPr>
            <a:lvl5pPr lvl="4"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5pPr>
            <a:lvl6pPr lvl="5"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6pPr>
            <a:lvl7pPr lvl="6"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7pPr>
            <a:lvl8pPr lvl="7"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8pPr>
            <a:lvl9pPr lvl="8"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9pPr>
          </a:lstStyle>
          <a:p>
            <a:r>
              <a:t>xx%</a:t>
            </a:r>
          </a:p>
        </p:txBody>
      </p:sp>
      <p:sp>
        <p:nvSpPr>
          <p:cNvPr id="515" name="Google Shape;515;p13"/>
          <p:cNvSpPr txBox="1"/>
          <p:nvPr>
            <p:ph idx="2" type="subTitle"/>
          </p:nvPr>
        </p:nvSpPr>
        <p:spPr>
          <a:xfrm>
            <a:off x="6046277" y="1888113"/>
            <a:ext cx="2160000" cy="828000"/>
          </a:xfrm>
          <a:prstGeom prst="rect">
            <a:avLst/>
          </a:prstGeom>
        </p:spPr>
        <p:txBody>
          <a:bodyPr anchorCtr="0" anchor="t" bIns="91425" lIns="126000"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516" name="Google Shape;516;p13"/>
          <p:cNvSpPr txBox="1"/>
          <p:nvPr>
            <p:ph hasCustomPrompt="1" idx="3" type="title"/>
          </p:nvPr>
        </p:nvSpPr>
        <p:spPr>
          <a:xfrm>
            <a:off x="4971982" y="1673313"/>
            <a:ext cx="1031100" cy="89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4700"/>
              <a:buNone/>
              <a:defRPr sz="4700">
                <a:solidFill>
                  <a:schemeClr val="accent5"/>
                </a:solidFill>
              </a:defRPr>
            </a:lvl1pPr>
            <a:lvl2pPr lvl="1"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2pPr>
            <a:lvl3pPr lvl="2"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3pPr>
            <a:lvl4pPr lvl="3"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4pPr>
            <a:lvl5pPr lvl="4"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5pPr>
            <a:lvl6pPr lvl="5"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6pPr>
            <a:lvl7pPr lvl="6"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7pPr>
            <a:lvl8pPr lvl="7"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8pPr>
            <a:lvl9pPr lvl="8"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9pPr>
          </a:lstStyle>
          <a:p>
            <a:r>
              <a:t>xx%</a:t>
            </a:r>
          </a:p>
        </p:txBody>
      </p:sp>
      <p:sp>
        <p:nvSpPr>
          <p:cNvPr id="517" name="Google Shape;517;p13"/>
          <p:cNvSpPr txBox="1"/>
          <p:nvPr>
            <p:ph idx="4" type="ctrTitle"/>
          </p:nvPr>
        </p:nvSpPr>
        <p:spPr>
          <a:xfrm>
            <a:off x="2013463" y="3397488"/>
            <a:ext cx="2160000" cy="4284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1800"/>
              <a:buNone/>
              <a:defRPr sz="1800"/>
            </a:lvl1pPr>
            <a:lvl2pPr lvl="1"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2pPr>
            <a:lvl3pPr lvl="2"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3pPr>
            <a:lvl4pPr lvl="3"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4pPr>
            <a:lvl5pPr lvl="4"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5pPr>
            <a:lvl6pPr lvl="5"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6pPr>
            <a:lvl7pPr lvl="6"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7pPr>
            <a:lvl8pPr lvl="7"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8pPr>
            <a:lvl9pPr lvl="8"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9pPr>
          </a:lstStyle>
          <a:p/>
        </p:txBody>
      </p:sp>
      <p:sp>
        <p:nvSpPr>
          <p:cNvPr id="518" name="Google Shape;518;p13"/>
          <p:cNvSpPr txBox="1"/>
          <p:nvPr>
            <p:ph idx="5" type="subTitle"/>
          </p:nvPr>
        </p:nvSpPr>
        <p:spPr>
          <a:xfrm>
            <a:off x="2013463" y="3761088"/>
            <a:ext cx="2160000" cy="828000"/>
          </a:xfrm>
          <a:prstGeom prst="rect">
            <a:avLst/>
          </a:prstGeom>
        </p:spPr>
        <p:txBody>
          <a:bodyPr anchorCtr="0" anchor="t" bIns="91425" lIns="126000"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519" name="Google Shape;519;p13"/>
          <p:cNvSpPr txBox="1"/>
          <p:nvPr>
            <p:ph hasCustomPrompt="1" idx="6" type="title"/>
          </p:nvPr>
        </p:nvSpPr>
        <p:spPr>
          <a:xfrm>
            <a:off x="936663" y="3544488"/>
            <a:ext cx="1031100" cy="89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4700"/>
              <a:buNone/>
              <a:defRPr sz="4700">
                <a:solidFill>
                  <a:schemeClr val="accent5"/>
                </a:solidFill>
              </a:defRPr>
            </a:lvl1pPr>
            <a:lvl2pPr lvl="1"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2pPr>
            <a:lvl3pPr lvl="2"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3pPr>
            <a:lvl4pPr lvl="3"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4pPr>
            <a:lvl5pPr lvl="4"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5pPr>
            <a:lvl6pPr lvl="5"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6pPr>
            <a:lvl7pPr lvl="6"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7pPr>
            <a:lvl8pPr lvl="7"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8pPr>
            <a:lvl9pPr lvl="8"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9pPr>
          </a:lstStyle>
          <a:p>
            <a:r>
              <a:t>xx%</a:t>
            </a:r>
          </a:p>
        </p:txBody>
      </p:sp>
      <p:sp>
        <p:nvSpPr>
          <p:cNvPr id="520" name="Google Shape;520;p13"/>
          <p:cNvSpPr txBox="1"/>
          <p:nvPr>
            <p:ph idx="7" type="ctrTitle"/>
          </p:nvPr>
        </p:nvSpPr>
        <p:spPr>
          <a:xfrm>
            <a:off x="6046288" y="3397488"/>
            <a:ext cx="2160000" cy="4284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1800"/>
              <a:buNone/>
              <a:defRPr sz="1800"/>
            </a:lvl1pPr>
            <a:lvl2pPr lvl="1"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2pPr>
            <a:lvl3pPr lvl="2"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3pPr>
            <a:lvl4pPr lvl="3"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4pPr>
            <a:lvl5pPr lvl="4"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5pPr>
            <a:lvl6pPr lvl="5"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6pPr>
            <a:lvl7pPr lvl="6"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7pPr>
            <a:lvl8pPr lvl="7"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8pPr>
            <a:lvl9pPr lvl="8"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9pPr>
          </a:lstStyle>
          <a:p/>
        </p:txBody>
      </p:sp>
      <p:sp>
        <p:nvSpPr>
          <p:cNvPr id="521" name="Google Shape;521;p13"/>
          <p:cNvSpPr txBox="1"/>
          <p:nvPr>
            <p:ph idx="8" type="subTitle"/>
          </p:nvPr>
        </p:nvSpPr>
        <p:spPr>
          <a:xfrm>
            <a:off x="6046290" y="3761088"/>
            <a:ext cx="2160000" cy="828000"/>
          </a:xfrm>
          <a:prstGeom prst="rect">
            <a:avLst/>
          </a:prstGeom>
        </p:spPr>
        <p:txBody>
          <a:bodyPr anchorCtr="0" anchor="t" bIns="91425" lIns="126000"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522" name="Google Shape;522;p13"/>
          <p:cNvSpPr txBox="1"/>
          <p:nvPr>
            <p:ph hasCustomPrompt="1" idx="9" type="title"/>
          </p:nvPr>
        </p:nvSpPr>
        <p:spPr>
          <a:xfrm>
            <a:off x="4971994" y="3544488"/>
            <a:ext cx="1031100" cy="89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4700"/>
              <a:buNone/>
              <a:defRPr sz="4700">
                <a:solidFill>
                  <a:schemeClr val="accent5"/>
                </a:solidFill>
              </a:defRPr>
            </a:lvl1pPr>
            <a:lvl2pPr lvl="1"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2pPr>
            <a:lvl3pPr lvl="2"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3pPr>
            <a:lvl4pPr lvl="3"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4pPr>
            <a:lvl5pPr lvl="4"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5pPr>
            <a:lvl6pPr lvl="5"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6pPr>
            <a:lvl7pPr lvl="6"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7pPr>
            <a:lvl8pPr lvl="7"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8pPr>
            <a:lvl9pPr lvl="8" rtl="0" algn="r">
              <a:spcBef>
                <a:spcPts val="0"/>
              </a:spcBef>
              <a:spcAft>
                <a:spcPts val="0"/>
              </a:spcAft>
              <a:buClr>
                <a:schemeClr val="dk2"/>
              </a:buClr>
              <a:buSzPts val="4700"/>
              <a:buFont typeface="Libre Baskerville"/>
              <a:buNone/>
              <a:defRPr sz="4700">
                <a:solidFill>
                  <a:schemeClr val="dk2"/>
                </a:solidFill>
                <a:latin typeface="Libre Baskerville"/>
                <a:ea typeface="Libre Baskerville"/>
                <a:cs typeface="Libre Baskerville"/>
                <a:sym typeface="Libre Baskerville"/>
              </a:defRPr>
            </a:lvl9pPr>
          </a:lstStyle>
          <a:p>
            <a:r>
              <a:t>xx%</a:t>
            </a:r>
          </a:p>
        </p:txBody>
      </p:sp>
      <p:sp>
        <p:nvSpPr>
          <p:cNvPr id="523" name="Google Shape;523;p13"/>
          <p:cNvSpPr txBox="1"/>
          <p:nvPr>
            <p:ph idx="13" type="ctrTitle"/>
          </p:nvPr>
        </p:nvSpPr>
        <p:spPr>
          <a:xfrm>
            <a:off x="2013460" y="1528113"/>
            <a:ext cx="2160000" cy="4284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1800"/>
              <a:buNone/>
              <a:defRPr sz="1800"/>
            </a:lvl1pPr>
            <a:lvl2pPr lvl="1"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2pPr>
            <a:lvl3pPr lvl="2"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3pPr>
            <a:lvl4pPr lvl="3"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4pPr>
            <a:lvl5pPr lvl="4"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5pPr>
            <a:lvl6pPr lvl="5"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6pPr>
            <a:lvl7pPr lvl="6"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7pPr>
            <a:lvl8pPr lvl="7"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8pPr>
            <a:lvl9pPr lvl="8"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9pPr>
          </a:lstStyle>
          <a:p/>
        </p:txBody>
      </p:sp>
      <p:sp>
        <p:nvSpPr>
          <p:cNvPr id="524" name="Google Shape;524;p13"/>
          <p:cNvSpPr txBox="1"/>
          <p:nvPr>
            <p:ph idx="14" type="ctrTitle"/>
          </p:nvPr>
        </p:nvSpPr>
        <p:spPr>
          <a:xfrm>
            <a:off x="6046277" y="1528113"/>
            <a:ext cx="2160000" cy="4284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1800"/>
              <a:buNone/>
              <a:defRPr sz="1800"/>
            </a:lvl1pPr>
            <a:lvl2pPr lvl="1"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2pPr>
            <a:lvl3pPr lvl="2"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3pPr>
            <a:lvl4pPr lvl="3"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4pPr>
            <a:lvl5pPr lvl="4"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5pPr>
            <a:lvl6pPr lvl="5"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6pPr>
            <a:lvl7pPr lvl="6"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7pPr>
            <a:lvl8pPr lvl="7"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8pPr>
            <a:lvl9pPr lvl="8" rtl="0">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9pPr>
          </a:lstStyle>
          <a:p/>
        </p:txBody>
      </p:sp>
      <p:sp>
        <p:nvSpPr>
          <p:cNvPr id="525" name="Google Shape;525;p13"/>
          <p:cNvSpPr txBox="1"/>
          <p:nvPr>
            <p:ph idx="15" type="title"/>
          </p:nvPr>
        </p:nvSpPr>
        <p:spPr>
          <a:xfrm>
            <a:off x="713400" y="381209"/>
            <a:ext cx="771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526" name="Shape 526"/>
        <p:cNvGrpSpPr/>
        <p:nvPr/>
      </p:nvGrpSpPr>
      <p:grpSpPr>
        <a:xfrm>
          <a:off x="0" y="0"/>
          <a:ext cx="0" cy="0"/>
          <a:chOff x="0" y="0"/>
          <a:chExt cx="0" cy="0"/>
        </a:xfrm>
      </p:grpSpPr>
      <p:grpSp>
        <p:nvGrpSpPr>
          <p:cNvPr id="527" name="Google Shape;527;p14"/>
          <p:cNvGrpSpPr/>
          <p:nvPr/>
        </p:nvGrpSpPr>
        <p:grpSpPr>
          <a:xfrm>
            <a:off x="-40" y="0"/>
            <a:ext cx="9143957" cy="5143500"/>
            <a:chOff x="-19200" y="0"/>
            <a:chExt cx="9163200" cy="5143500"/>
          </a:xfrm>
        </p:grpSpPr>
        <p:cxnSp>
          <p:nvCxnSpPr>
            <p:cNvPr id="528" name="Google Shape;528;p14"/>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14"/>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14"/>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14"/>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14"/>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14"/>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14"/>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14"/>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14"/>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14"/>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14"/>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14"/>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14"/>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41" name="Google Shape;541;p14"/>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42" name="Google Shape;542;p14"/>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14"/>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44" name="Google Shape;544;p14"/>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45" name="Google Shape;545;p14"/>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14"/>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14"/>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14"/>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49" name="Google Shape;549;p14"/>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50" name="Google Shape;550;p14"/>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51" name="Google Shape;551;p14"/>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52" name="Google Shape;552;p14"/>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53" name="Google Shape;553;p14"/>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54" name="Google Shape;554;p14"/>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55" name="Google Shape;555;p14"/>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grpSp>
        <p:nvGrpSpPr>
          <p:cNvPr id="556" name="Google Shape;556;p14"/>
          <p:cNvGrpSpPr/>
          <p:nvPr/>
        </p:nvGrpSpPr>
        <p:grpSpPr>
          <a:xfrm>
            <a:off x="954700" y="2093475"/>
            <a:ext cx="4517012" cy="2507700"/>
            <a:chOff x="954700" y="2093475"/>
            <a:chExt cx="4517012" cy="2507700"/>
          </a:xfrm>
        </p:grpSpPr>
        <p:sp>
          <p:nvSpPr>
            <p:cNvPr id="557" name="Google Shape;557;p14"/>
            <p:cNvSpPr/>
            <p:nvPr/>
          </p:nvSpPr>
          <p:spPr>
            <a:xfrm>
              <a:off x="954700" y="2093475"/>
              <a:ext cx="4517012" cy="2337668"/>
            </a:xfrm>
            <a:custGeom>
              <a:rect b="b" l="l" r="r" t="t"/>
              <a:pathLst>
                <a:path extrusionOk="0" fill="none" h="58913" w="113836">
                  <a:moveTo>
                    <a:pt x="22479" y="1"/>
                  </a:moveTo>
                  <a:lnTo>
                    <a:pt x="8394" y="1"/>
                  </a:lnTo>
                  <a:cubicBezTo>
                    <a:pt x="3751" y="1"/>
                    <a:pt x="0" y="3763"/>
                    <a:pt x="0" y="8395"/>
                  </a:cubicBezTo>
                  <a:lnTo>
                    <a:pt x="0" y="22254"/>
                  </a:lnTo>
                  <a:cubicBezTo>
                    <a:pt x="0" y="26897"/>
                    <a:pt x="3762" y="30648"/>
                    <a:pt x="8394" y="30648"/>
                  </a:cubicBezTo>
                  <a:lnTo>
                    <a:pt x="105442" y="30648"/>
                  </a:lnTo>
                  <a:cubicBezTo>
                    <a:pt x="110085" y="30648"/>
                    <a:pt x="113836" y="34410"/>
                    <a:pt x="113836" y="39042"/>
                  </a:cubicBezTo>
                  <a:lnTo>
                    <a:pt x="113836" y="50519"/>
                  </a:lnTo>
                  <a:cubicBezTo>
                    <a:pt x="113836" y="55163"/>
                    <a:pt x="110073" y="58913"/>
                    <a:pt x="105442" y="58913"/>
                  </a:cubicBezTo>
                  <a:lnTo>
                    <a:pt x="10716" y="58913"/>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4"/>
            <p:cNvSpPr/>
            <p:nvPr/>
          </p:nvSpPr>
          <p:spPr>
            <a:xfrm>
              <a:off x="1192375" y="4280175"/>
              <a:ext cx="321000" cy="3210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59" name="Google Shape;559;p14"/>
          <p:cNvCxnSpPr/>
          <p:nvPr/>
        </p:nvCxnSpPr>
        <p:spPr>
          <a:xfrm>
            <a:off x="6422700" y="2334650"/>
            <a:ext cx="2721300" cy="0"/>
          </a:xfrm>
          <a:prstGeom prst="straightConnector1">
            <a:avLst/>
          </a:prstGeom>
          <a:noFill/>
          <a:ln cap="flat" cmpd="sng" w="19050">
            <a:solidFill>
              <a:schemeClr val="dk1"/>
            </a:solidFill>
            <a:prstDash val="dash"/>
            <a:round/>
            <a:headEnd len="med" w="med" type="none"/>
            <a:tailEnd len="med" w="med" type="none"/>
          </a:ln>
        </p:spPr>
      </p:cxnSp>
      <p:grpSp>
        <p:nvGrpSpPr>
          <p:cNvPr id="560" name="Google Shape;560;p14"/>
          <p:cNvGrpSpPr/>
          <p:nvPr/>
        </p:nvGrpSpPr>
        <p:grpSpPr>
          <a:xfrm>
            <a:off x="1592900" y="540075"/>
            <a:ext cx="6511475" cy="3058750"/>
            <a:chOff x="1592900" y="616275"/>
            <a:chExt cx="6511475" cy="3058750"/>
          </a:xfrm>
        </p:grpSpPr>
        <p:sp>
          <p:nvSpPr>
            <p:cNvPr id="561" name="Google Shape;561;p14"/>
            <p:cNvSpPr/>
            <p:nvPr/>
          </p:nvSpPr>
          <p:spPr>
            <a:xfrm>
              <a:off x="2146075" y="616275"/>
              <a:ext cx="5958300" cy="2531700"/>
            </a:xfrm>
            <a:prstGeom prst="roundRect">
              <a:avLst>
                <a:gd fmla="val 4228"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1592900" y="1143325"/>
              <a:ext cx="5958300" cy="2531700"/>
            </a:xfrm>
            <a:prstGeom prst="roundRect">
              <a:avLst>
                <a:gd fmla="val 4228"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3" name="Google Shape;563;p14"/>
          <p:cNvSpPr/>
          <p:nvPr/>
        </p:nvSpPr>
        <p:spPr>
          <a:xfrm>
            <a:off x="8328449" y="2232500"/>
            <a:ext cx="204300" cy="204300"/>
          </a:xfrm>
          <a:prstGeom prst="ellipse">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4"/>
          <p:cNvSpPr txBox="1"/>
          <p:nvPr>
            <p:ph idx="1" type="subTitle"/>
          </p:nvPr>
        </p:nvSpPr>
        <p:spPr>
          <a:xfrm>
            <a:off x="1820400" y="1329933"/>
            <a:ext cx="5503200" cy="1722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2400"/>
            </a:lvl1pPr>
            <a:lvl2pPr lvl="1" rtl="0" algn="ctr">
              <a:lnSpc>
                <a:spcPct val="100000"/>
              </a:lnSpc>
              <a:spcBef>
                <a:spcPts val="0"/>
              </a:spcBef>
              <a:spcAft>
                <a:spcPts val="0"/>
              </a:spcAft>
              <a:buNone/>
              <a:defRPr sz="2400"/>
            </a:lvl2pPr>
            <a:lvl3pPr lvl="2" rtl="0" algn="ctr">
              <a:lnSpc>
                <a:spcPct val="100000"/>
              </a:lnSpc>
              <a:spcBef>
                <a:spcPts val="0"/>
              </a:spcBef>
              <a:spcAft>
                <a:spcPts val="0"/>
              </a:spcAft>
              <a:buNone/>
              <a:defRPr sz="2400"/>
            </a:lvl3pPr>
            <a:lvl4pPr lvl="3" rtl="0" algn="ctr">
              <a:lnSpc>
                <a:spcPct val="100000"/>
              </a:lnSpc>
              <a:spcBef>
                <a:spcPts val="0"/>
              </a:spcBef>
              <a:spcAft>
                <a:spcPts val="0"/>
              </a:spcAft>
              <a:buNone/>
              <a:defRPr sz="2400"/>
            </a:lvl4pPr>
            <a:lvl5pPr lvl="4" rtl="0" algn="ctr">
              <a:lnSpc>
                <a:spcPct val="100000"/>
              </a:lnSpc>
              <a:spcBef>
                <a:spcPts val="0"/>
              </a:spcBef>
              <a:spcAft>
                <a:spcPts val="0"/>
              </a:spcAft>
              <a:buNone/>
              <a:defRPr sz="2400"/>
            </a:lvl5pPr>
            <a:lvl6pPr lvl="5" rtl="0" algn="ctr">
              <a:lnSpc>
                <a:spcPct val="100000"/>
              </a:lnSpc>
              <a:spcBef>
                <a:spcPts val="0"/>
              </a:spcBef>
              <a:spcAft>
                <a:spcPts val="0"/>
              </a:spcAft>
              <a:buNone/>
              <a:defRPr sz="2400"/>
            </a:lvl6pPr>
            <a:lvl7pPr lvl="6" rtl="0" algn="ctr">
              <a:lnSpc>
                <a:spcPct val="100000"/>
              </a:lnSpc>
              <a:spcBef>
                <a:spcPts val="0"/>
              </a:spcBef>
              <a:spcAft>
                <a:spcPts val="0"/>
              </a:spcAft>
              <a:buNone/>
              <a:defRPr sz="2400"/>
            </a:lvl7pPr>
            <a:lvl8pPr lvl="7" rtl="0" algn="ctr">
              <a:lnSpc>
                <a:spcPct val="100000"/>
              </a:lnSpc>
              <a:spcBef>
                <a:spcPts val="0"/>
              </a:spcBef>
              <a:spcAft>
                <a:spcPts val="0"/>
              </a:spcAft>
              <a:buNone/>
              <a:defRPr sz="2400"/>
            </a:lvl8pPr>
            <a:lvl9pPr lvl="8" rtl="0" algn="ctr">
              <a:lnSpc>
                <a:spcPct val="100000"/>
              </a:lnSpc>
              <a:spcBef>
                <a:spcPts val="0"/>
              </a:spcBef>
              <a:spcAft>
                <a:spcPts val="0"/>
              </a:spcAft>
              <a:buNone/>
              <a:defRPr sz="2400"/>
            </a:lvl9pPr>
          </a:lstStyle>
          <a:p/>
        </p:txBody>
      </p:sp>
      <p:sp>
        <p:nvSpPr>
          <p:cNvPr id="565" name="Google Shape;565;p14"/>
          <p:cNvSpPr txBox="1"/>
          <p:nvPr>
            <p:ph idx="2" type="subTitle"/>
          </p:nvPr>
        </p:nvSpPr>
        <p:spPr>
          <a:xfrm>
            <a:off x="3247200" y="3315558"/>
            <a:ext cx="2649600" cy="37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800">
                <a:solidFill>
                  <a:schemeClr val="lt1"/>
                </a:solidFill>
                <a:latin typeface="Open Sans ExtraBold"/>
                <a:ea typeface="Open Sans ExtraBold"/>
                <a:cs typeface="Open Sans ExtraBold"/>
                <a:sym typeface="Open Sans ExtraBold"/>
              </a:defRPr>
            </a:lvl1pPr>
            <a:lvl2pPr lvl="1" rtl="0" algn="ctr">
              <a:lnSpc>
                <a:spcPct val="100000"/>
              </a:lnSpc>
              <a:spcBef>
                <a:spcPts val="1200"/>
              </a:spcBef>
              <a:spcAft>
                <a:spcPts val="0"/>
              </a:spcAft>
              <a:buNone/>
              <a:defRPr sz="1800">
                <a:solidFill>
                  <a:schemeClr val="lt1"/>
                </a:solidFill>
                <a:latin typeface="Open Sans ExtraBold"/>
                <a:ea typeface="Open Sans ExtraBold"/>
                <a:cs typeface="Open Sans ExtraBold"/>
                <a:sym typeface="Open Sans ExtraBold"/>
              </a:defRPr>
            </a:lvl2pPr>
            <a:lvl3pPr lvl="2" rtl="0" algn="ctr">
              <a:lnSpc>
                <a:spcPct val="100000"/>
              </a:lnSpc>
              <a:spcBef>
                <a:spcPts val="1200"/>
              </a:spcBef>
              <a:spcAft>
                <a:spcPts val="0"/>
              </a:spcAft>
              <a:buNone/>
              <a:defRPr sz="1800">
                <a:solidFill>
                  <a:schemeClr val="lt1"/>
                </a:solidFill>
                <a:latin typeface="Open Sans ExtraBold"/>
                <a:ea typeface="Open Sans ExtraBold"/>
                <a:cs typeface="Open Sans ExtraBold"/>
                <a:sym typeface="Open Sans ExtraBold"/>
              </a:defRPr>
            </a:lvl3pPr>
            <a:lvl4pPr lvl="3" rtl="0" algn="ctr">
              <a:lnSpc>
                <a:spcPct val="100000"/>
              </a:lnSpc>
              <a:spcBef>
                <a:spcPts val="1200"/>
              </a:spcBef>
              <a:spcAft>
                <a:spcPts val="0"/>
              </a:spcAft>
              <a:buNone/>
              <a:defRPr sz="1800">
                <a:solidFill>
                  <a:schemeClr val="lt1"/>
                </a:solidFill>
                <a:latin typeface="Open Sans ExtraBold"/>
                <a:ea typeface="Open Sans ExtraBold"/>
                <a:cs typeface="Open Sans ExtraBold"/>
                <a:sym typeface="Open Sans ExtraBold"/>
              </a:defRPr>
            </a:lvl4pPr>
            <a:lvl5pPr lvl="4" rtl="0" algn="ctr">
              <a:lnSpc>
                <a:spcPct val="100000"/>
              </a:lnSpc>
              <a:spcBef>
                <a:spcPts val="1200"/>
              </a:spcBef>
              <a:spcAft>
                <a:spcPts val="0"/>
              </a:spcAft>
              <a:buNone/>
              <a:defRPr sz="1800">
                <a:solidFill>
                  <a:schemeClr val="lt1"/>
                </a:solidFill>
                <a:latin typeface="Open Sans ExtraBold"/>
                <a:ea typeface="Open Sans ExtraBold"/>
                <a:cs typeface="Open Sans ExtraBold"/>
                <a:sym typeface="Open Sans ExtraBold"/>
              </a:defRPr>
            </a:lvl5pPr>
            <a:lvl6pPr lvl="5" rtl="0" algn="ctr">
              <a:lnSpc>
                <a:spcPct val="100000"/>
              </a:lnSpc>
              <a:spcBef>
                <a:spcPts val="1200"/>
              </a:spcBef>
              <a:spcAft>
                <a:spcPts val="0"/>
              </a:spcAft>
              <a:buNone/>
              <a:defRPr sz="1800">
                <a:solidFill>
                  <a:schemeClr val="lt1"/>
                </a:solidFill>
                <a:latin typeface="Open Sans ExtraBold"/>
                <a:ea typeface="Open Sans ExtraBold"/>
                <a:cs typeface="Open Sans ExtraBold"/>
                <a:sym typeface="Open Sans ExtraBold"/>
              </a:defRPr>
            </a:lvl6pPr>
            <a:lvl7pPr lvl="6" rtl="0" algn="ctr">
              <a:lnSpc>
                <a:spcPct val="100000"/>
              </a:lnSpc>
              <a:spcBef>
                <a:spcPts val="1200"/>
              </a:spcBef>
              <a:spcAft>
                <a:spcPts val="0"/>
              </a:spcAft>
              <a:buNone/>
              <a:defRPr sz="1800">
                <a:solidFill>
                  <a:schemeClr val="lt1"/>
                </a:solidFill>
                <a:latin typeface="Open Sans ExtraBold"/>
                <a:ea typeface="Open Sans ExtraBold"/>
                <a:cs typeface="Open Sans ExtraBold"/>
                <a:sym typeface="Open Sans ExtraBold"/>
              </a:defRPr>
            </a:lvl7pPr>
            <a:lvl8pPr lvl="7" rtl="0" algn="ctr">
              <a:lnSpc>
                <a:spcPct val="100000"/>
              </a:lnSpc>
              <a:spcBef>
                <a:spcPts val="1200"/>
              </a:spcBef>
              <a:spcAft>
                <a:spcPts val="0"/>
              </a:spcAft>
              <a:buNone/>
              <a:defRPr sz="1800">
                <a:solidFill>
                  <a:schemeClr val="lt1"/>
                </a:solidFill>
                <a:latin typeface="Open Sans ExtraBold"/>
                <a:ea typeface="Open Sans ExtraBold"/>
                <a:cs typeface="Open Sans ExtraBold"/>
                <a:sym typeface="Open Sans ExtraBold"/>
              </a:defRPr>
            </a:lvl8pPr>
            <a:lvl9pPr lvl="8" rtl="0" algn="ctr">
              <a:lnSpc>
                <a:spcPct val="100000"/>
              </a:lnSpc>
              <a:spcBef>
                <a:spcPts val="1200"/>
              </a:spcBef>
              <a:spcAft>
                <a:spcPts val="1200"/>
              </a:spcAft>
              <a:buNone/>
              <a:defRPr sz="1800">
                <a:solidFill>
                  <a:schemeClr val="lt1"/>
                </a:solidFill>
                <a:latin typeface="Open Sans ExtraBold"/>
                <a:ea typeface="Open Sans ExtraBold"/>
                <a:cs typeface="Open Sans ExtraBold"/>
                <a:sym typeface="Open Sans Extra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5">
    <p:spTree>
      <p:nvGrpSpPr>
        <p:cNvPr id="566" name="Shape 566"/>
        <p:cNvGrpSpPr/>
        <p:nvPr/>
      </p:nvGrpSpPr>
      <p:grpSpPr>
        <a:xfrm>
          <a:off x="0" y="0"/>
          <a:ext cx="0" cy="0"/>
          <a:chOff x="0" y="0"/>
          <a:chExt cx="0" cy="0"/>
        </a:xfrm>
      </p:grpSpPr>
      <p:grpSp>
        <p:nvGrpSpPr>
          <p:cNvPr id="567" name="Google Shape;567;p15"/>
          <p:cNvGrpSpPr/>
          <p:nvPr/>
        </p:nvGrpSpPr>
        <p:grpSpPr>
          <a:xfrm>
            <a:off x="-40" y="0"/>
            <a:ext cx="9143957" cy="5143500"/>
            <a:chOff x="-19200" y="0"/>
            <a:chExt cx="9163200" cy="5143500"/>
          </a:xfrm>
        </p:grpSpPr>
        <p:cxnSp>
          <p:nvCxnSpPr>
            <p:cNvPr id="568" name="Google Shape;568;p15"/>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15"/>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15"/>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1" name="Google Shape;571;p15"/>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15"/>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15"/>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15"/>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15"/>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15"/>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15"/>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15"/>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79" name="Google Shape;579;p15"/>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80" name="Google Shape;580;p15"/>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15"/>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15"/>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83" name="Google Shape;583;p15"/>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84" name="Google Shape;584;p15"/>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15"/>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86" name="Google Shape;586;p15"/>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87" name="Google Shape;587;p15"/>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88" name="Google Shape;588;p15"/>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89" name="Google Shape;589;p15"/>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90" name="Google Shape;590;p15"/>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15"/>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15"/>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93" name="Google Shape;593;p15"/>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94" name="Google Shape;594;p15"/>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595" name="Google Shape;595;p15"/>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596" name="Google Shape;596;p15"/>
          <p:cNvSpPr/>
          <p:nvPr/>
        </p:nvSpPr>
        <p:spPr>
          <a:xfrm rot="10800000">
            <a:off x="7230121" y="4453147"/>
            <a:ext cx="1913879" cy="690365"/>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rot="10800000">
            <a:off x="-42" y="-42"/>
            <a:ext cx="773388" cy="773388"/>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5"/>
          <p:cNvSpPr/>
          <p:nvPr/>
        </p:nvSpPr>
        <p:spPr>
          <a:xfrm>
            <a:off x="190549" y="614838"/>
            <a:ext cx="204300" cy="204300"/>
          </a:xfrm>
          <a:prstGeom prst="ellipse">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5"/>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
    <p:spTree>
      <p:nvGrpSpPr>
        <p:cNvPr id="600" name="Shape 600"/>
        <p:cNvGrpSpPr/>
        <p:nvPr/>
      </p:nvGrpSpPr>
      <p:grpSpPr>
        <a:xfrm>
          <a:off x="0" y="0"/>
          <a:ext cx="0" cy="0"/>
          <a:chOff x="0" y="0"/>
          <a:chExt cx="0" cy="0"/>
        </a:xfrm>
      </p:grpSpPr>
      <p:grpSp>
        <p:nvGrpSpPr>
          <p:cNvPr id="601" name="Google Shape;601;p16"/>
          <p:cNvGrpSpPr/>
          <p:nvPr/>
        </p:nvGrpSpPr>
        <p:grpSpPr>
          <a:xfrm>
            <a:off x="-40" y="0"/>
            <a:ext cx="9143957" cy="5143500"/>
            <a:chOff x="-19200" y="0"/>
            <a:chExt cx="9163200" cy="5143500"/>
          </a:xfrm>
        </p:grpSpPr>
        <p:cxnSp>
          <p:nvCxnSpPr>
            <p:cNvPr id="602" name="Google Shape;602;p16"/>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16"/>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16"/>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16"/>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16"/>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16"/>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16"/>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09" name="Google Shape;609;p16"/>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0" name="Google Shape;610;p16"/>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16"/>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16"/>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16"/>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4" name="Google Shape;614;p16"/>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5" name="Google Shape;615;p16"/>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16"/>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7" name="Google Shape;617;p16"/>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8" name="Google Shape;618;p16"/>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16"/>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16"/>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16"/>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2" name="Google Shape;622;p16"/>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16"/>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4" name="Google Shape;624;p16"/>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5" name="Google Shape;625;p16"/>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16"/>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16"/>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8" name="Google Shape;628;p16"/>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29" name="Google Shape;629;p16"/>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grpSp>
        <p:nvGrpSpPr>
          <p:cNvPr id="630" name="Google Shape;630;p16"/>
          <p:cNvGrpSpPr/>
          <p:nvPr/>
        </p:nvGrpSpPr>
        <p:grpSpPr>
          <a:xfrm>
            <a:off x="244916" y="1105600"/>
            <a:ext cx="838990" cy="530033"/>
            <a:chOff x="4384725" y="3932425"/>
            <a:chExt cx="1420813" cy="897600"/>
          </a:xfrm>
        </p:grpSpPr>
        <p:sp>
          <p:nvSpPr>
            <p:cNvPr id="631" name="Google Shape;631;p16"/>
            <p:cNvSpPr/>
            <p:nvPr/>
          </p:nvSpPr>
          <p:spPr>
            <a:xfrm>
              <a:off x="4384725"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6"/>
            <p:cNvSpPr/>
            <p:nvPr/>
          </p:nvSpPr>
          <p:spPr>
            <a:xfrm>
              <a:off x="4676103"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6"/>
            <p:cNvSpPr/>
            <p:nvPr/>
          </p:nvSpPr>
          <p:spPr>
            <a:xfrm>
              <a:off x="4967481"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a:off x="5258859"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a:off x="5550238" y="3932425"/>
              <a:ext cx="255300" cy="897600"/>
            </a:xfrm>
            <a:prstGeom prst="parallelogram">
              <a:avLst>
                <a:gd fmla="val 61872"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6" name="Google Shape;636;p16"/>
          <p:cNvSpPr/>
          <p:nvPr/>
        </p:nvSpPr>
        <p:spPr>
          <a:xfrm>
            <a:off x="954225" y="1583175"/>
            <a:ext cx="7717200" cy="3261600"/>
          </a:xfrm>
          <a:prstGeom prst="roundRect">
            <a:avLst>
              <a:gd fmla="val 237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a:off x="713475" y="1349725"/>
            <a:ext cx="7717200" cy="3261600"/>
          </a:xfrm>
          <a:prstGeom prst="roundRect">
            <a:avLst>
              <a:gd fmla="val 237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flipH="1">
            <a:off x="7223815" y="0"/>
            <a:ext cx="1920184" cy="69055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6"/>
          <p:cNvSpPr/>
          <p:nvPr/>
        </p:nvSpPr>
        <p:spPr>
          <a:xfrm>
            <a:off x="8623571" y="590900"/>
            <a:ext cx="153300" cy="1533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6"/>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641" name="Google Shape;641;p16"/>
          <p:cNvSpPr txBox="1"/>
          <p:nvPr>
            <p:ph idx="1" type="body"/>
          </p:nvPr>
        </p:nvSpPr>
        <p:spPr>
          <a:xfrm>
            <a:off x="1083900" y="1721875"/>
            <a:ext cx="6976200" cy="25173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grpSp>
        <p:nvGrpSpPr>
          <p:cNvPr id="642" name="Google Shape;642;p16"/>
          <p:cNvGrpSpPr/>
          <p:nvPr/>
        </p:nvGrpSpPr>
        <p:grpSpPr>
          <a:xfrm>
            <a:off x="8813127" y="1524690"/>
            <a:ext cx="758760" cy="762622"/>
            <a:chOff x="1286620" y="3669795"/>
            <a:chExt cx="1208986" cy="1214947"/>
          </a:xfrm>
        </p:grpSpPr>
        <p:sp>
          <p:nvSpPr>
            <p:cNvPr id="643" name="Google Shape;643;p16"/>
            <p:cNvSpPr/>
            <p:nvPr/>
          </p:nvSpPr>
          <p:spPr>
            <a:xfrm>
              <a:off x="1368516" y="37575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6"/>
            <p:cNvSpPr/>
            <p:nvPr/>
          </p:nvSpPr>
          <p:spPr>
            <a:xfrm>
              <a:off x="1286620" y="36697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5" name="Google Shape;645;p16"/>
          <p:cNvGrpSpPr/>
          <p:nvPr/>
        </p:nvGrpSpPr>
        <p:grpSpPr>
          <a:xfrm>
            <a:off x="-201254" y="4239177"/>
            <a:ext cx="1285152" cy="1291731"/>
            <a:chOff x="1286620" y="3669795"/>
            <a:chExt cx="1208986" cy="1214947"/>
          </a:xfrm>
        </p:grpSpPr>
        <p:sp>
          <p:nvSpPr>
            <p:cNvPr id="646" name="Google Shape;646;p16"/>
            <p:cNvSpPr/>
            <p:nvPr/>
          </p:nvSpPr>
          <p:spPr>
            <a:xfrm>
              <a:off x="1368516" y="37575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a:off x="1286620" y="36697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3">
    <p:spTree>
      <p:nvGrpSpPr>
        <p:cNvPr id="648" name="Shape 648"/>
        <p:cNvGrpSpPr/>
        <p:nvPr/>
      </p:nvGrpSpPr>
      <p:grpSpPr>
        <a:xfrm>
          <a:off x="0" y="0"/>
          <a:ext cx="0" cy="0"/>
          <a:chOff x="0" y="0"/>
          <a:chExt cx="0" cy="0"/>
        </a:xfrm>
      </p:grpSpPr>
      <p:grpSp>
        <p:nvGrpSpPr>
          <p:cNvPr id="649" name="Google Shape;649;p17"/>
          <p:cNvGrpSpPr/>
          <p:nvPr/>
        </p:nvGrpSpPr>
        <p:grpSpPr>
          <a:xfrm>
            <a:off x="-40" y="0"/>
            <a:ext cx="9143957" cy="5143500"/>
            <a:chOff x="-19200" y="0"/>
            <a:chExt cx="9163200" cy="5143500"/>
          </a:xfrm>
        </p:grpSpPr>
        <p:cxnSp>
          <p:nvCxnSpPr>
            <p:cNvPr id="650" name="Google Shape;650;p17"/>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17"/>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17"/>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17"/>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4" name="Google Shape;654;p17"/>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17"/>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17"/>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7" name="Google Shape;657;p17"/>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8" name="Google Shape;658;p17"/>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17"/>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0" name="Google Shape;660;p17"/>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1" name="Google Shape;661;p17"/>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2" name="Google Shape;662;p17"/>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17"/>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4" name="Google Shape;664;p17"/>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5" name="Google Shape;665;p17"/>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6" name="Google Shape;666;p17"/>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17"/>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68" name="Google Shape;668;p17"/>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69" name="Google Shape;669;p17"/>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70" name="Google Shape;670;p17"/>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71" name="Google Shape;671;p17"/>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72" name="Google Shape;672;p17"/>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73" name="Google Shape;673;p17"/>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74" name="Google Shape;674;p17"/>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75" name="Google Shape;675;p17"/>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76" name="Google Shape;676;p17"/>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677" name="Google Shape;677;p17"/>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678" name="Google Shape;678;p17"/>
          <p:cNvSpPr/>
          <p:nvPr/>
        </p:nvSpPr>
        <p:spPr>
          <a:xfrm>
            <a:off x="7083975" y="-320150"/>
            <a:ext cx="2441100" cy="2441100"/>
          </a:xfrm>
          <a:prstGeom prst="roundRect">
            <a:avLst>
              <a:gd fmla="val 15789"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a:off x="-94825" y="-320150"/>
            <a:ext cx="4638600" cy="4343400"/>
          </a:xfrm>
          <a:prstGeom prst="roundRect">
            <a:avLst>
              <a:gd fmla="val 8553"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a:off x="-323850" y="-533400"/>
            <a:ext cx="4638600" cy="4343400"/>
          </a:xfrm>
          <a:prstGeom prst="roundRect">
            <a:avLst>
              <a:gd fmla="val 8553"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1" name="Google Shape;681;p17"/>
          <p:cNvGrpSpPr/>
          <p:nvPr/>
        </p:nvGrpSpPr>
        <p:grpSpPr>
          <a:xfrm>
            <a:off x="5433013" y="825522"/>
            <a:ext cx="761713" cy="323262"/>
            <a:chOff x="2559150" y="3516550"/>
            <a:chExt cx="1014400" cy="430500"/>
          </a:xfrm>
        </p:grpSpPr>
        <p:cxnSp>
          <p:nvCxnSpPr>
            <p:cNvPr id="682" name="Google Shape;682;p17"/>
            <p:cNvCxnSpPr/>
            <p:nvPr/>
          </p:nvCxnSpPr>
          <p:spPr>
            <a:xfrm>
              <a:off x="2559150"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683" name="Google Shape;683;p17"/>
            <p:cNvCxnSpPr/>
            <p:nvPr/>
          </p:nvCxnSpPr>
          <p:spPr>
            <a:xfrm>
              <a:off x="2821883"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684" name="Google Shape;684;p17"/>
            <p:cNvCxnSpPr/>
            <p:nvPr/>
          </p:nvCxnSpPr>
          <p:spPr>
            <a:xfrm>
              <a:off x="3084617"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685" name="Google Shape;685;p17"/>
            <p:cNvCxnSpPr/>
            <p:nvPr/>
          </p:nvCxnSpPr>
          <p:spPr>
            <a:xfrm>
              <a:off x="3347350" y="3516550"/>
              <a:ext cx="226200" cy="430500"/>
            </a:xfrm>
            <a:prstGeom prst="straightConnector1">
              <a:avLst/>
            </a:prstGeom>
            <a:noFill/>
            <a:ln cap="flat" cmpd="sng" w="28575">
              <a:solidFill>
                <a:schemeClr val="accent2"/>
              </a:solidFill>
              <a:prstDash val="solid"/>
              <a:round/>
              <a:headEnd len="med" w="med" type="none"/>
              <a:tailEnd len="med" w="med" type="none"/>
            </a:ln>
          </p:spPr>
        </p:cxnSp>
      </p:grpSp>
      <p:sp>
        <p:nvSpPr>
          <p:cNvPr id="686" name="Google Shape;686;p17"/>
          <p:cNvSpPr/>
          <p:nvPr/>
        </p:nvSpPr>
        <p:spPr>
          <a:xfrm>
            <a:off x="6989149" y="731463"/>
            <a:ext cx="204300" cy="204300"/>
          </a:xfrm>
          <a:prstGeom prst="ellipse">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7" name="Google Shape;687;p17"/>
          <p:cNvGrpSpPr/>
          <p:nvPr/>
        </p:nvGrpSpPr>
        <p:grpSpPr>
          <a:xfrm>
            <a:off x="1479860" y="3644094"/>
            <a:ext cx="1031166" cy="1036207"/>
            <a:chOff x="-546937" y="-581525"/>
            <a:chExt cx="1507993" cy="1515365"/>
          </a:xfrm>
        </p:grpSpPr>
        <p:sp>
          <p:nvSpPr>
            <p:cNvPr id="688" name="Google Shape;688;p17"/>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17"/>
          <p:cNvSpPr txBox="1"/>
          <p:nvPr>
            <p:ph type="title"/>
          </p:nvPr>
        </p:nvSpPr>
        <p:spPr>
          <a:xfrm>
            <a:off x="757175" y="539400"/>
            <a:ext cx="2657100" cy="89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91" name="Google Shape;691;p17"/>
          <p:cNvSpPr txBox="1"/>
          <p:nvPr>
            <p:ph idx="1" type="subTitle"/>
          </p:nvPr>
        </p:nvSpPr>
        <p:spPr>
          <a:xfrm>
            <a:off x="755675" y="1595200"/>
            <a:ext cx="2873400" cy="162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3_1">
    <p:spTree>
      <p:nvGrpSpPr>
        <p:cNvPr id="692" name="Shape 692"/>
        <p:cNvGrpSpPr/>
        <p:nvPr/>
      </p:nvGrpSpPr>
      <p:grpSpPr>
        <a:xfrm>
          <a:off x="0" y="0"/>
          <a:ext cx="0" cy="0"/>
          <a:chOff x="0" y="0"/>
          <a:chExt cx="0" cy="0"/>
        </a:xfrm>
      </p:grpSpPr>
      <p:grpSp>
        <p:nvGrpSpPr>
          <p:cNvPr id="693" name="Google Shape;693;p18"/>
          <p:cNvGrpSpPr/>
          <p:nvPr/>
        </p:nvGrpSpPr>
        <p:grpSpPr>
          <a:xfrm>
            <a:off x="-40" y="0"/>
            <a:ext cx="9143957" cy="5143500"/>
            <a:chOff x="-19200" y="0"/>
            <a:chExt cx="9163200" cy="5143500"/>
          </a:xfrm>
        </p:grpSpPr>
        <p:cxnSp>
          <p:nvCxnSpPr>
            <p:cNvPr id="694" name="Google Shape;694;p18"/>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18"/>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96" name="Google Shape;696;p18"/>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97" name="Google Shape;697;p18"/>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18"/>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18"/>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0" name="Google Shape;700;p18"/>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1" name="Google Shape;701;p18"/>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2" name="Google Shape;702;p18"/>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3" name="Google Shape;703;p18"/>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4" name="Google Shape;704;p18"/>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5" name="Google Shape;705;p18"/>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6" name="Google Shape;706;p18"/>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7" name="Google Shape;707;p18"/>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8" name="Google Shape;708;p18"/>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09" name="Google Shape;709;p18"/>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10" name="Google Shape;710;p18"/>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11" name="Google Shape;711;p18"/>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12" name="Google Shape;712;p18"/>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13" name="Google Shape;713;p18"/>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14" name="Google Shape;714;p18"/>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15" name="Google Shape;715;p18"/>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16" name="Google Shape;716;p18"/>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17" name="Google Shape;717;p18"/>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18" name="Google Shape;718;p18"/>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19" name="Google Shape;719;p18"/>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20" name="Google Shape;720;p18"/>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21" name="Google Shape;721;p18"/>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722" name="Google Shape;722;p18"/>
          <p:cNvSpPr/>
          <p:nvPr/>
        </p:nvSpPr>
        <p:spPr>
          <a:xfrm flipH="1" rot="5400000">
            <a:off x="3314681" y="4092031"/>
            <a:ext cx="1546735" cy="55620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8"/>
          <p:cNvSpPr/>
          <p:nvPr/>
        </p:nvSpPr>
        <p:spPr>
          <a:xfrm rot="10800000">
            <a:off x="-36" y="-36"/>
            <a:ext cx="1219238" cy="1219238"/>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8"/>
          <p:cNvSpPr/>
          <p:nvPr/>
        </p:nvSpPr>
        <p:spPr>
          <a:xfrm>
            <a:off x="883624" y="614838"/>
            <a:ext cx="204300" cy="2043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txBox="1"/>
          <p:nvPr>
            <p:ph type="title"/>
          </p:nvPr>
        </p:nvSpPr>
        <p:spPr>
          <a:xfrm>
            <a:off x="969389" y="955874"/>
            <a:ext cx="2524500" cy="1661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26" name="Google Shape;726;p18"/>
          <p:cNvSpPr txBox="1"/>
          <p:nvPr>
            <p:ph idx="1" type="subTitle"/>
          </p:nvPr>
        </p:nvSpPr>
        <p:spPr>
          <a:xfrm>
            <a:off x="969389" y="2616974"/>
            <a:ext cx="2524500" cy="142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3_1_1">
    <p:spTree>
      <p:nvGrpSpPr>
        <p:cNvPr id="727" name="Shape 727"/>
        <p:cNvGrpSpPr/>
        <p:nvPr/>
      </p:nvGrpSpPr>
      <p:grpSpPr>
        <a:xfrm>
          <a:off x="0" y="0"/>
          <a:ext cx="0" cy="0"/>
          <a:chOff x="0" y="0"/>
          <a:chExt cx="0" cy="0"/>
        </a:xfrm>
      </p:grpSpPr>
      <p:grpSp>
        <p:nvGrpSpPr>
          <p:cNvPr id="728" name="Google Shape;728;p19"/>
          <p:cNvGrpSpPr/>
          <p:nvPr/>
        </p:nvGrpSpPr>
        <p:grpSpPr>
          <a:xfrm>
            <a:off x="-40" y="0"/>
            <a:ext cx="9143957" cy="5143500"/>
            <a:chOff x="-19200" y="0"/>
            <a:chExt cx="9163200" cy="5143500"/>
          </a:xfrm>
        </p:grpSpPr>
        <p:cxnSp>
          <p:nvCxnSpPr>
            <p:cNvPr id="729" name="Google Shape;729;p19"/>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19"/>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1" name="Google Shape;731;p19"/>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2" name="Google Shape;732;p19"/>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3" name="Google Shape;733;p19"/>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4" name="Google Shape;734;p19"/>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5" name="Google Shape;735;p19"/>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19"/>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19"/>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19"/>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39" name="Google Shape;739;p19"/>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40" name="Google Shape;740;p19"/>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19"/>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19"/>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43" name="Google Shape;743;p19"/>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44" name="Google Shape;744;p19"/>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19"/>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46" name="Google Shape;746;p19"/>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747" name="Google Shape;747;p19"/>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48" name="Google Shape;748;p19"/>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49" name="Google Shape;749;p19"/>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50" name="Google Shape;750;p19"/>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51" name="Google Shape;751;p19"/>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19"/>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53" name="Google Shape;753;p19"/>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54" name="Google Shape;754;p19"/>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55" name="Google Shape;755;p19"/>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19"/>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grpSp>
        <p:nvGrpSpPr>
          <p:cNvPr id="757" name="Google Shape;757;p19"/>
          <p:cNvGrpSpPr/>
          <p:nvPr/>
        </p:nvGrpSpPr>
        <p:grpSpPr>
          <a:xfrm>
            <a:off x="6889770" y="92195"/>
            <a:ext cx="1208986" cy="1214947"/>
            <a:chOff x="6780320" y="132595"/>
            <a:chExt cx="1208986" cy="1214947"/>
          </a:xfrm>
        </p:grpSpPr>
        <p:sp>
          <p:nvSpPr>
            <p:cNvPr id="758" name="Google Shape;758;p19"/>
            <p:cNvSpPr/>
            <p:nvPr/>
          </p:nvSpPr>
          <p:spPr>
            <a:xfrm>
              <a:off x="6862216" y="2203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9"/>
            <p:cNvSpPr/>
            <p:nvPr/>
          </p:nvSpPr>
          <p:spPr>
            <a:xfrm>
              <a:off x="6780320" y="1325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 name="Google Shape;760;p19"/>
          <p:cNvGrpSpPr/>
          <p:nvPr/>
        </p:nvGrpSpPr>
        <p:grpSpPr>
          <a:xfrm>
            <a:off x="7992250" y="842495"/>
            <a:ext cx="959209" cy="963939"/>
            <a:chOff x="7849815" y="1023153"/>
            <a:chExt cx="1208986" cy="1214947"/>
          </a:xfrm>
        </p:grpSpPr>
        <p:sp>
          <p:nvSpPr>
            <p:cNvPr id="761" name="Google Shape;761;p19"/>
            <p:cNvSpPr/>
            <p:nvPr/>
          </p:nvSpPr>
          <p:spPr>
            <a:xfrm>
              <a:off x="7931711" y="1110903"/>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9"/>
            <p:cNvSpPr/>
            <p:nvPr/>
          </p:nvSpPr>
          <p:spPr>
            <a:xfrm>
              <a:off x="7849815" y="1023153"/>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3" name="Google Shape;763;p19"/>
          <p:cNvSpPr/>
          <p:nvPr/>
        </p:nvSpPr>
        <p:spPr>
          <a:xfrm>
            <a:off x="1021375" y="284550"/>
            <a:ext cx="2714100" cy="2714100"/>
          </a:xfrm>
          <a:prstGeom prst="roundRect">
            <a:avLst>
              <a:gd fmla="val 16667"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9"/>
          <p:cNvSpPr/>
          <p:nvPr/>
        </p:nvSpPr>
        <p:spPr>
          <a:xfrm>
            <a:off x="6259725" y="3304975"/>
            <a:ext cx="1299000" cy="1299000"/>
          </a:xfrm>
          <a:prstGeom prst="roundRect">
            <a:avLst>
              <a:gd fmla="val 16667"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a:off x="7455049" y="3931013"/>
            <a:ext cx="204300" cy="2043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9"/>
          <p:cNvSpPr/>
          <p:nvPr/>
        </p:nvSpPr>
        <p:spPr>
          <a:xfrm>
            <a:off x="1719663" y="206954"/>
            <a:ext cx="563100" cy="1530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7" name="Google Shape;767;p19"/>
          <p:cNvGrpSpPr/>
          <p:nvPr/>
        </p:nvGrpSpPr>
        <p:grpSpPr>
          <a:xfrm>
            <a:off x="236677" y="2267190"/>
            <a:ext cx="2128654" cy="2781138"/>
            <a:chOff x="809902" y="2172440"/>
            <a:chExt cx="2128654" cy="2781138"/>
          </a:xfrm>
        </p:grpSpPr>
        <p:sp>
          <p:nvSpPr>
            <p:cNvPr id="768" name="Google Shape;768;p19"/>
            <p:cNvSpPr/>
            <p:nvPr/>
          </p:nvSpPr>
          <p:spPr>
            <a:xfrm rot="-1521146">
              <a:off x="1258015" y="2452634"/>
              <a:ext cx="1187932" cy="2360275"/>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rot="-1521146">
              <a:off x="1302511" y="2313110"/>
              <a:ext cx="1187932" cy="2360275"/>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9"/>
            <p:cNvSpPr/>
            <p:nvPr/>
          </p:nvSpPr>
          <p:spPr>
            <a:xfrm rot="-1521146">
              <a:off x="1352693" y="2563379"/>
              <a:ext cx="203903" cy="16893"/>
            </a:xfrm>
            <a:custGeom>
              <a:rect b="b" l="l" r="r" t="t"/>
              <a:pathLst>
                <a:path extrusionOk="0" h="298" w="3597">
                  <a:moveTo>
                    <a:pt x="3442" y="0"/>
                  </a:moveTo>
                  <a:lnTo>
                    <a:pt x="144" y="24"/>
                  </a:lnTo>
                  <a:cubicBezTo>
                    <a:pt x="60" y="24"/>
                    <a:pt x="1" y="95"/>
                    <a:pt x="1" y="167"/>
                  </a:cubicBezTo>
                  <a:cubicBezTo>
                    <a:pt x="1" y="238"/>
                    <a:pt x="84" y="298"/>
                    <a:pt x="156" y="298"/>
                  </a:cubicBezTo>
                  <a:lnTo>
                    <a:pt x="3466" y="286"/>
                  </a:lnTo>
                  <a:cubicBezTo>
                    <a:pt x="3537" y="286"/>
                    <a:pt x="3597" y="226"/>
                    <a:pt x="3597" y="143"/>
                  </a:cubicBezTo>
                  <a:cubicBezTo>
                    <a:pt x="3597" y="60"/>
                    <a:pt x="3513" y="0"/>
                    <a:pt x="34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9"/>
            <p:cNvSpPr/>
            <p:nvPr/>
          </p:nvSpPr>
          <p:spPr>
            <a:xfrm rot="-1521146">
              <a:off x="1267713" y="2631629"/>
              <a:ext cx="40531" cy="40588"/>
            </a:xfrm>
            <a:custGeom>
              <a:rect b="b" l="l" r="r" t="t"/>
              <a:pathLst>
                <a:path extrusionOk="0" h="716" w="715">
                  <a:moveTo>
                    <a:pt x="357" y="1"/>
                  </a:moveTo>
                  <a:cubicBezTo>
                    <a:pt x="167" y="1"/>
                    <a:pt x="0" y="167"/>
                    <a:pt x="0" y="358"/>
                  </a:cubicBezTo>
                  <a:cubicBezTo>
                    <a:pt x="0" y="548"/>
                    <a:pt x="167" y="715"/>
                    <a:pt x="357" y="715"/>
                  </a:cubicBezTo>
                  <a:cubicBezTo>
                    <a:pt x="548" y="715"/>
                    <a:pt x="715" y="548"/>
                    <a:pt x="715" y="358"/>
                  </a:cubicBezTo>
                  <a:cubicBezTo>
                    <a:pt x="715" y="167"/>
                    <a:pt x="548"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9"/>
            <p:cNvSpPr/>
            <p:nvPr/>
          </p:nvSpPr>
          <p:spPr>
            <a:xfrm rot="-1521146">
              <a:off x="1353551" y="2592427"/>
              <a:ext cx="1074558" cy="177781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9"/>
            <p:cNvSpPr/>
            <p:nvPr/>
          </p:nvSpPr>
          <p:spPr>
            <a:xfrm rot="-1521146">
              <a:off x="2253099" y="4332448"/>
              <a:ext cx="172839" cy="172839"/>
            </a:xfrm>
            <a:custGeom>
              <a:rect b="b" l="l" r="r" t="t"/>
              <a:pathLst>
                <a:path extrusionOk="0" h="3049" w="3049">
                  <a:moveTo>
                    <a:pt x="1513" y="0"/>
                  </a:moveTo>
                  <a:cubicBezTo>
                    <a:pt x="679" y="0"/>
                    <a:pt x="0" y="691"/>
                    <a:pt x="0" y="1536"/>
                  </a:cubicBezTo>
                  <a:cubicBezTo>
                    <a:pt x="0" y="2370"/>
                    <a:pt x="679" y="3048"/>
                    <a:pt x="1524" y="3048"/>
                  </a:cubicBezTo>
                  <a:cubicBezTo>
                    <a:pt x="2382" y="3037"/>
                    <a:pt x="3048" y="2370"/>
                    <a:pt x="3048" y="1524"/>
                  </a:cubicBezTo>
                  <a:cubicBezTo>
                    <a:pt x="3048" y="691"/>
                    <a:pt x="2358" y="0"/>
                    <a:pt x="151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 name="Google Shape;774;p19"/>
          <p:cNvGrpSpPr/>
          <p:nvPr/>
        </p:nvGrpSpPr>
        <p:grpSpPr>
          <a:xfrm rot="-1557361">
            <a:off x="1113401" y="2123116"/>
            <a:ext cx="804282" cy="897266"/>
            <a:chOff x="7849928" y="450523"/>
            <a:chExt cx="639337" cy="713251"/>
          </a:xfrm>
        </p:grpSpPr>
        <p:sp>
          <p:nvSpPr>
            <p:cNvPr id="775" name="Google Shape;775;p19"/>
            <p:cNvSpPr/>
            <p:nvPr/>
          </p:nvSpPr>
          <p:spPr>
            <a:xfrm>
              <a:off x="7849928" y="525282"/>
              <a:ext cx="639337" cy="638493"/>
            </a:xfrm>
            <a:custGeom>
              <a:rect b="b" l="l" r="r" t="t"/>
              <a:pathLst>
                <a:path extrusionOk="0" h="8538" w="8549">
                  <a:moveTo>
                    <a:pt x="1370" y="0"/>
                  </a:moveTo>
                  <a:cubicBezTo>
                    <a:pt x="608" y="0"/>
                    <a:pt x="0" y="608"/>
                    <a:pt x="0" y="1370"/>
                  </a:cubicBezTo>
                  <a:lnTo>
                    <a:pt x="0" y="7168"/>
                  </a:lnTo>
                  <a:cubicBezTo>
                    <a:pt x="0" y="7930"/>
                    <a:pt x="608" y="8537"/>
                    <a:pt x="1370" y="8537"/>
                  </a:cubicBezTo>
                  <a:lnTo>
                    <a:pt x="7180" y="8537"/>
                  </a:lnTo>
                  <a:cubicBezTo>
                    <a:pt x="7930" y="8537"/>
                    <a:pt x="8549" y="7930"/>
                    <a:pt x="8549" y="7168"/>
                  </a:cubicBezTo>
                  <a:lnTo>
                    <a:pt x="8549" y="1370"/>
                  </a:lnTo>
                  <a:cubicBezTo>
                    <a:pt x="8549" y="608"/>
                    <a:pt x="7930" y="0"/>
                    <a:pt x="7180" y="0"/>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9"/>
            <p:cNvSpPr/>
            <p:nvPr/>
          </p:nvSpPr>
          <p:spPr>
            <a:xfrm>
              <a:off x="7849928" y="450523"/>
              <a:ext cx="639337" cy="638493"/>
            </a:xfrm>
            <a:custGeom>
              <a:rect b="b" l="l" r="r" t="t"/>
              <a:pathLst>
                <a:path extrusionOk="0" h="8538" w="8549">
                  <a:moveTo>
                    <a:pt x="1370" y="0"/>
                  </a:moveTo>
                  <a:cubicBezTo>
                    <a:pt x="608" y="0"/>
                    <a:pt x="0" y="608"/>
                    <a:pt x="0" y="1370"/>
                  </a:cubicBezTo>
                  <a:lnTo>
                    <a:pt x="0" y="7168"/>
                  </a:lnTo>
                  <a:cubicBezTo>
                    <a:pt x="0" y="7930"/>
                    <a:pt x="608" y="8537"/>
                    <a:pt x="1370" y="8537"/>
                  </a:cubicBezTo>
                  <a:lnTo>
                    <a:pt x="7180" y="8537"/>
                  </a:lnTo>
                  <a:cubicBezTo>
                    <a:pt x="7930" y="8537"/>
                    <a:pt x="8549" y="7930"/>
                    <a:pt x="8549" y="7168"/>
                  </a:cubicBezTo>
                  <a:lnTo>
                    <a:pt x="8549" y="1370"/>
                  </a:lnTo>
                  <a:cubicBezTo>
                    <a:pt x="8549" y="608"/>
                    <a:pt x="7930" y="0"/>
                    <a:pt x="7180" y="0"/>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7" name="Google Shape;777;p19"/>
            <p:cNvGrpSpPr/>
            <p:nvPr/>
          </p:nvGrpSpPr>
          <p:grpSpPr>
            <a:xfrm>
              <a:off x="7966556" y="557387"/>
              <a:ext cx="406083" cy="424765"/>
              <a:chOff x="7634875" y="4670950"/>
              <a:chExt cx="135750" cy="142000"/>
            </a:xfrm>
          </p:grpSpPr>
          <p:sp>
            <p:nvSpPr>
              <p:cNvPr id="778" name="Google Shape;778;p19"/>
              <p:cNvSpPr/>
              <p:nvPr/>
            </p:nvSpPr>
            <p:spPr>
              <a:xfrm>
                <a:off x="7676850" y="4670950"/>
                <a:ext cx="93775" cy="89325"/>
              </a:xfrm>
              <a:custGeom>
                <a:rect b="b" l="l" r="r" t="t"/>
                <a:pathLst>
                  <a:path extrusionOk="0" h="3573" w="3751">
                    <a:moveTo>
                      <a:pt x="1881" y="0"/>
                    </a:moveTo>
                    <a:lnTo>
                      <a:pt x="0" y="1369"/>
                    </a:lnTo>
                    <a:lnTo>
                      <a:pt x="738" y="3572"/>
                    </a:lnTo>
                    <a:lnTo>
                      <a:pt x="3036" y="3572"/>
                    </a:lnTo>
                    <a:lnTo>
                      <a:pt x="3751" y="1369"/>
                    </a:lnTo>
                    <a:lnTo>
                      <a:pt x="1881" y="0"/>
                    </a:lnTo>
                    <a:close/>
                  </a:path>
                </a:pathLst>
              </a:cu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9"/>
              <p:cNvSpPr/>
              <p:nvPr/>
            </p:nvSpPr>
            <p:spPr>
              <a:xfrm>
                <a:off x="7634875" y="4727500"/>
                <a:ext cx="85750" cy="85450"/>
              </a:xfrm>
              <a:custGeom>
                <a:rect b="b" l="l" r="r" t="t"/>
                <a:pathLst>
                  <a:path extrusionOk="0" h="3418" w="3430">
                    <a:moveTo>
                      <a:pt x="1715" y="0"/>
                    </a:moveTo>
                    <a:cubicBezTo>
                      <a:pt x="762" y="0"/>
                      <a:pt x="0" y="762"/>
                      <a:pt x="0" y="1703"/>
                    </a:cubicBezTo>
                    <a:cubicBezTo>
                      <a:pt x="0" y="2655"/>
                      <a:pt x="762" y="3417"/>
                      <a:pt x="1715" y="3417"/>
                    </a:cubicBezTo>
                    <a:cubicBezTo>
                      <a:pt x="2655" y="3417"/>
                      <a:pt x="3429" y="2655"/>
                      <a:pt x="3429" y="1703"/>
                    </a:cubicBezTo>
                    <a:cubicBezTo>
                      <a:pt x="3429" y="762"/>
                      <a:pt x="2655" y="0"/>
                      <a:pt x="1715"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0" name="Google Shape;780;p19"/>
          <p:cNvGrpSpPr/>
          <p:nvPr/>
        </p:nvGrpSpPr>
        <p:grpSpPr>
          <a:xfrm rot="-1560080">
            <a:off x="452845" y="3102717"/>
            <a:ext cx="639423" cy="713264"/>
            <a:chOff x="5982390" y="450523"/>
            <a:chExt cx="639412" cy="713251"/>
          </a:xfrm>
        </p:grpSpPr>
        <p:sp>
          <p:nvSpPr>
            <p:cNvPr id="781" name="Google Shape;781;p19"/>
            <p:cNvSpPr/>
            <p:nvPr/>
          </p:nvSpPr>
          <p:spPr>
            <a:xfrm>
              <a:off x="5982390" y="525282"/>
              <a:ext cx="639412" cy="638493"/>
            </a:xfrm>
            <a:custGeom>
              <a:rect b="b" l="l" r="r" t="t"/>
              <a:pathLst>
                <a:path extrusionOk="0" h="8538" w="8550">
                  <a:moveTo>
                    <a:pt x="1370" y="0"/>
                  </a:moveTo>
                  <a:cubicBezTo>
                    <a:pt x="608" y="0"/>
                    <a:pt x="1" y="608"/>
                    <a:pt x="1" y="1370"/>
                  </a:cubicBezTo>
                  <a:lnTo>
                    <a:pt x="1" y="7168"/>
                  </a:lnTo>
                  <a:cubicBezTo>
                    <a:pt x="1" y="7930"/>
                    <a:pt x="608" y="8537"/>
                    <a:pt x="1370" y="8537"/>
                  </a:cubicBezTo>
                  <a:lnTo>
                    <a:pt x="7180" y="8537"/>
                  </a:lnTo>
                  <a:cubicBezTo>
                    <a:pt x="7930" y="8537"/>
                    <a:pt x="8549" y="7930"/>
                    <a:pt x="8549" y="7168"/>
                  </a:cubicBezTo>
                  <a:lnTo>
                    <a:pt x="8549" y="1370"/>
                  </a:lnTo>
                  <a:cubicBezTo>
                    <a:pt x="8549" y="608"/>
                    <a:pt x="7930" y="0"/>
                    <a:pt x="7180" y="0"/>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9"/>
            <p:cNvSpPr/>
            <p:nvPr/>
          </p:nvSpPr>
          <p:spPr>
            <a:xfrm>
              <a:off x="5982390" y="450523"/>
              <a:ext cx="639412" cy="638493"/>
            </a:xfrm>
            <a:custGeom>
              <a:rect b="b" l="l" r="r" t="t"/>
              <a:pathLst>
                <a:path extrusionOk="0" h="8538" w="8550">
                  <a:moveTo>
                    <a:pt x="1370" y="0"/>
                  </a:moveTo>
                  <a:cubicBezTo>
                    <a:pt x="608" y="0"/>
                    <a:pt x="1" y="608"/>
                    <a:pt x="1" y="1370"/>
                  </a:cubicBezTo>
                  <a:lnTo>
                    <a:pt x="1" y="7168"/>
                  </a:lnTo>
                  <a:cubicBezTo>
                    <a:pt x="1" y="7930"/>
                    <a:pt x="608" y="8537"/>
                    <a:pt x="1370" y="8537"/>
                  </a:cubicBezTo>
                  <a:lnTo>
                    <a:pt x="7180" y="8537"/>
                  </a:lnTo>
                  <a:cubicBezTo>
                    <a:pt x="7930" y="8537"/>
                    <a:pt x="8549" y="7930"/>
                    <a:pt x="8549" y="7168"/>
                  </a:cubicBezTo>
                  <a:lnTo>
                    <a:pt x="8549" y="1370"/>
                  </a:lnTo>
                  <a:cubicBezTo>
                    <a:pt x="8549" y="608"/>
                    <a:pt x="7930" y="0"/>
                    <a:pt x="7180"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9"/>
            <p:cNvSpPr/>
            <p:nvPr/>
          </p:nvSpPr>
          <p:spPr>
            <a:xfrm>
              <a:off x="6161351" y="614372"/>
              <a:ext cx="280593" cy="267123"/>
            </a:xfrm>
            <a:custGeom>
              <a:rect b="b" l="l" r="r" t="t"/>
              <a:pathLst>
                <a:path extrusionOk="0" h="3572" w="3752">
                  <a:moveTo>
                    <a:pt x="1882" y="0"/>
                  </a:moveTo>
                  <a:lnTo>
                    <a:pt x="1" y="1369"/>
                  </a:lnTo>
                  <a:lnTo>
                    <a:pt x="739" y="3572"/>
                  </a:lnTo>
                  <a:lnTo>
                    <a:pt x="3037" y="3572"/>
                  </a:lnTo>
                  <a:lnTo>
                    <a:pt x="3751" y="1369"/>
                  </a:lnTo>
                  <a:lnTo>
                    <a:pt x="1882" y="0"/>
                  </a:lnTo>
                  <a:close/>
                </a:path>
              </a:pathLst>
            </a:cu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4" name="Google Shape;784;p19"/>
          <p:cNvGrpSpPr/>
          <p:nvPr/>
        </p:nvGrpSpPr>
        <p:grpSpPr>
          <a:xfrm rot="-1560080">
            <a:off x="1386120" y="3303315"/>
            <a:ext cx="638526" cy="714162"/>
            <a:chOff x="6960509" y="450052"/>
            <a:chExt cx="638514" cy="714149"/>
          </a:xfrm>
        </p:grpSpPr>
        <p:sp>
          <p:nvSpPr>
            <p:cNvPr id="785" name="Google Shape;785;p19"/>
            <p:cNvSpPr/>
            <p:nvPr/>
          </p:nvSpPr>
          <p:spPr>
            <a:xfrm>
              <a:off x="6960509" y="524811"/>
              <a:ext cx="638514" cy="639390"/>
            </a:xfrm>
            <a:custGeom>
              <a:rect b="b" l="l" r="r" t="t"/>
              <a:pathLst>
                <a:path extrusionOk="0" h="8550" w="8538">
                  <a:moveTo>
                    <a:pt x="1370" y="1"/>
                  </a:moveTo>
                  <a:cubicBezTo>
                    <a:pt x="608" y="1"/>
                    <a:pt x="1" y="620"/>
                    <a:pt x="1" y="1370"/>
                  </a:cubicBezTo>
                  <a:lnTo>
                    <a:pt x="1" y="7180"/>
                  </a:lnTo>
                  <a:cubicBezTo>
                    <a:pt x="1" y="7942"/>
                    <a:pt x="608" y="8549"/>
                    <a:pt x="1370" y="8549"/>
                  </a:cubicBezTo>
                  <a:lnTo>
                    <a:pt x="7168" y="8549"/>
                  </a:lnTo>
                  <a:cubicBezTo>
                    <a:pt x="7930" y="8549"/>
                    <a:pt x="8537" y="7942"/>
                    <a:pt x="8537" y="7180"/>
                  </a:cubicBezTo>
                  <a:lnTo>
                    <a:pt x="8537" y="1370"/>
                  </a:lnTo>
                  <a:cubicBezTo>
                    <a:pt x="8537" y="608"/>
                    <a:pt x="7930" y="1"/>
                    <a:pt x="7168"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6960509" y="450052"/>
              <a:ext cx="638514" cy="639390"/>
            </a:xfrm>
            <a:custGeom>
              <a:rect b="b" l="l" r="r" t="t"/>
              <a:pathLst>
                <a:path extrusionOk="0" h="8550" w="8538">
                  <a:moveTo>
                    <a:pt x="1370" y="1"/>
                  </a:moveTo>
                  <a:cubicBezTo>
                    <a:pt x="608" y="1"/>
                    <a:pt x="1" y="620"/>
                    <a:pt x="1" y="1370"/>
                  </a:cubicBezTo>
                  <a:lnTo>
                    <a:pt x="1" y="7180"/>
                  </a:lnTo>
                  <a:cubicBezTo>
                    <a:pt x="1" y="7942"/>
                    <a:pt x="608" y="8549"/>
                    <a:pt x="1370" y="8549"/>
                  </a:cubicBezTo>
                  <a:lnTo>
                    <a:pt x="7168" y="8549"/>
                  </a:lnTo>
                  <a:cubicBezTo>
                    <a:pt x="7930" y="8549"/>
                    <a:pt x="8537" y="7942"/>
                    <a:pt x="8537" y="7180"/>
                  </a:cubicBezTo>
                  <a:lnTo>
                    <a:pt x="8537" y="1370"/>
                  </a:lnTo>
                  <a:cubicBezTo>
                    <a:pt x="8537" y="608"/>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7" name="Google Shape;787;p19"/>
            <p:cNvGrpSpPr/>
            <p:nvPr/>
          </p:nvGrpSpPr>
          <p:grpSpPr>
            <a:xfrm>
              <a:off x="7081174" y="579613"/>
              <a:ext cx="397183" cy="380269"/>
              <a:chOff x="7218150" y="5020675"/>
              <a:chExt cx="132775" cy="127125"/>
            </a:xfrm>
          </p:grpSpPr>
          <p:sp>
            <p:nvSpPr>
              <p:cNvPr id="788" name="Google Shape;788;p19"/>
              <p:cNvSpPr/>
              <p:nvPr/>
            </p:nvSpPr>
            <p:spPr>
              <a:xfrm>
                <a:off x="7256250" y="5020675"/>
                <a:ext cx="94675" cy="82200"/>
              </a:xfrm>
              <a:custGeom>
                <a:rect b="b" l="l" r="r" t="t"/>
                <a:pathLst>
                  <a:path extrusionOk="0" h="3288" w="3787">
                    <a:moveTo>
                      <a:pt x="953" y="1"/>
                    </a:moveTo>
                    <a:lnTo>
                      <a:pt x="1" y="1632"/>
                    </a:lnTo>
                    <a:lnTo>
                      <a:pt x="953" y="3287"/>
                    </a:lnTo>
                    <a:lnTo>
                      <a:pt x="2834" y="3287"/>
                    </a:lnTo>
                    <a:lnTo>
                      <a:pt x="3787" y="1632"/>
                    </a:lnTo>
                    <a:lnTo>
                      <a:pt x="2834" y="1"/>
                    </a:ln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9"/>
              <p:cNvSpPr/>
              <p:nvPr/>
            </p:nvSpPr>
            <p:spPr>
              <a:xfrm>
                <a:off x="7218150" y="5073375"/>
                <a:ext cx="74450" cy="74425"/>
              </a:xfrm>
              <a:custGeom>
                <a:rect b="b" l="l" r="r" t="t"/>
                <a:pathLst>
                  <a:path extrusionOk="0" h="2977" w="2978">
                    <a:moveTo>
                      <a:pt x="1" y="0"/>
                    </a:moveTo>
                    <a:lnTo>
                      <a:pt x="1" y="2977"/>
                    </a:lnTo>
                    <a:lnTo>
                      <a:pt x="2977" y="2977"/>
                    </a:lnTo>
                    <a:lnTo>
                      <a:pt x="2977" y="0"/>
                    </a:lnTo>
                    <a:close/>
                  </a:path>
                </a:pathLst>
              </a:cu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90" name="Google Shape;790;p19"/>
          <p:cNvSpPr/>
          <p:nvPr/>
        </p:nvSpPr>
        <p:spPr>
          <a:xfrm>
            <a:off x="3139900" y="1879475"/>
            <a:ext cx="3564900" cy="2100900"/>
          </a:xfrm>
          <a:prstGeom prst="roundRect">
            <a:avLst>
              <a:gd fmla="val 9649"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9"/>
          <p:cNvSpPr/>
          <p:nvPr/>
        </p:nvSpPr>
        <p:spPr>
          <a:xfrm>
            <a:off x="3139900" y="1748150"/>
            <a:ext cx="3564900" cy="2100900"/>
          </a:xfrm>
          <a:prstGeom prst="roundRect">
            <a:avLst>
              <a:gd fmla="val 9649"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9"/>
          <p:cNvSpPr/>
          <p:nvPr/>
        </p:nvSpPr>
        <p:spPr>
          <a:xfrm>
            <a:off x="2687474" y="1290518"/>
            <a:ext cx="2937600" cy="6837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9"/>
          <p:cNvSpPr/>
          <p:nvPr/>
        </p:nvSpPr>
        <p:spPr>
          <a:xfrm>
            <a:off x="2687474" y="1163125"/>
            <a:ext cx="2937600" cy="6837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4" name="Google Shape;794;p19"/>
          <p:cNvGrpSpPr/>
          <p:nvPr/>
        </p:nvGrpSpPr>
        <p:grpSpPr>
          <a:xfrm>
            <a:off x="6310800" y="983383"/>
            <a:ext cx="959229" cy="1109677"/>
            <a:chOff x="4212420" y="-38612"/>
            <a:chExt cx="563060" cy="651372"/>
          </a:xfrm>
        </p:grpSpPr>
        <p:sp>
          <p:nvSpPr>
            <p:cNvPr id="795" name="Google Shape;795;p19"/>
            <p:cNvSpPr/>
            <p:nvPr/>
          </p:nvSpPr>
          <p:spPr>
            <a:xfrm>
              <a:off x="4212420" y="48930"/>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9"/>
            <p:cNvSpPr/>
            <p:nvPr/>
          </p:nvSpPr>
          <p:spPr>
            <a:xfrm>
              <a:off x="4212420" y="-38612"/>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9"/>
            <p:cNvSpPr/>
            <p:nvPr/>
          </p:nvSpPr>
          <p:spPr>
            <a:xfrm rot="10800000">
              <a:off x="4400316" y="131938"/>
              <a:ext cx="216200" cy="222749"/>
            </a:xfrm>
            <a:custGeom>
              <a:rect b="b" l="l" r="r" t="t"/>
              <a:pathLst>
                <a:path extrusionOk="0" h="2823" w="2740">
                  <a:moveTo>
                    <a:pt x="2414" y="0"/>
                  </a:moveTo>
                  <a:cubicBezTo>
                    <a:pt x="2360" y="0"/>
                    <a:pt x="2305" y="13"/>
                    <a:pt x="2251" y="41"/>
                  </a:cubicBezTo>
                  <a:lnTo>
                    <a:pt x="1239" y="589"/>
                  </a:lnTo>
                  <a:lnTo>
                    <a:pt x="227" y="1148"/>
                  </a:lnTo>
                  <a:cubicBezTo>
                    <a:pt x="1" y="1267"/>
                    <a:pt x="1" y="1565"/>
                    <a:pt x="227" y="1684"/>
                  </a:cubicBezTo>
                  <a:lnTo>
                    <a:pt x="1239" y="2232"/>
                  </a:lnTo>
                  <a:lnTo>
                    <a:pt x="2251" y="2780"/>
                  </a:lnTo>
                  <a:cubicBezTo>
                    <a:pt x="2301" y="2809"/>
                    <a:pt x="2356" y="2822"/>
                    <a:pt x="2410" y="2822"/>
                  </a:cubicBezTo>
                  <a:cubicBezTo>
                    <a:pt x="2577" y="2822"/>
                    <a:pt x="2739" y="2697"/>
                    <a:pt x="2739" y="2518"/>
                  </a:cubicBezTo>
                  <a:lnTo>
                    <a:pt x="2739" y="1434"/>
                  </a:lnTo>
                  <a:lnTo>
                    <a:pt x="2739" y="315"/>
                  </a:lnTo>
                  <a:cubicBezTo>
                    <a:pt x="2739" y="133"/>
                    <a:pt x="2587" y="0"/>
                    <a:pt x="2414"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8" name="Google Shape;798;p19"/>
          <p:cNvSpPr txBox="1"/>
          <p:nvPr>
            <p:ph type="title"/>
          </p:nvPr>
        </p:nvSpPr>
        <p:spPr>
          <a:xfrm>
            <a:off x="2971875" y="1273150"/>
            <a:ext cx="2368800" cy="463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9" name="Google Shape;799;p19"/>
          <p:cNvSpPr txBox="1"/>
          <p:nvPr>
            <p:ph idx="1" type="subTitle"/>
          </p:nvPr>
        </p:nvSpPr>
        <p:spPr>
          <a:xfrm>
            <a:off x="3406150" y="2042200"/>
            <a:ext cx="3032400" cy="1674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3_1_1_1">
    <p:spTree>
      <p:nvGrpSpPr>
        <p:cNvPr id="800" name="Shape 800"/>
        <p:cNvGrpSpPr/>
        <p:nvPr/>
      </p:nvGrpSpPr>
      <p:grpSpPr>
        <a:xfrm>
          <a:off x="0" y="0"/>
          <a:ext cx="0" cy="0"/>
          <a:chOff x="0" y="0"/>
          <a:chExt cx="0" cy="0"/>
        </a:xfrm>
      </p:grpSpPr>
      <p:grpSp>
        <p:nvGrpSpPr>
          <p:cNvPr id="801" name="Google Shape;801;p20"/>
          <p:cNvGrpSpPr/>
          <p:nvPr/>
        </p:nvGrpSpPr>
        <p:grpSpPr>
          <a:xfrm>
            <a:off x="-40" y="0"/>
            <a:ext cx="9143957" cy="5143500"/>
            <a:chOff x="-19200" y="0"/>
            <a:chExt cx="9163200" cy="5143500"/>
          </a:xfrm>
        </p:grpSpPr>
        <p:cxnSp>
          <p:nvCxnSpPr>
            <p:cNvPr id="802" name="Google Shape;802;p20"/>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03" name="Google Shape;803;p20"/>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20"/>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20"/>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20"/>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20"/>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20"/>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20"/>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0" name="Google Shape;810;p20"/>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1" name="Google Shape;811;p20"/>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2" name="Google Shape;812;p20"/>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3" name="Google Shape;813;p20"/>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4" name="Google Shape;814;p20"/>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5" name="Google Shape;815;p20"/>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6" name="Google Shape;816;p20"/>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7" name="Google Shape;817;p20"/>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8" name="Google Shape;818;p20"/>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19" name="Google Shape;819;p20"/>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20"/>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20"/>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2" name="Google Shape;822;p20"/>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20"/>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20"/>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20"/>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20"/>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20"/>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20"/>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20"/>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830" name="Google Shape;830;p20"/>
          <p:cNvSpPr/>
          <p:nvPr/>
        </p:nvSpPr>
        <p:spPr>
          <a:xfrm>
            <a:off x="-262650" y="2276275"/>
            <a:ext cx="2232600" cy="2714100"/>
          </a:xfrm>
          <a:prstGeom prst="roundRect">
            <a:avLst>
              <a:gd fmla="val 16667"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0"/>
          <p:cNvSpPr/>
          <p:nvPr/>
        </p:nvSpPr>
        <p:spPr>
          <a:xfrm>
            <a:off x="4049125" y="255400"/>
            <a:ext cx="2436900" cy="2436900"/>
          </a:xfrm>
          <a:prstGeom prst="roundRect">
            <a:avLst>
              <a:gd fmla="val 20359"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0"/>
          <p:cNvSpPr/>
          <p:nvPr/>
        </p:nvSpPr>
        <p:spPr>
          <a:xfrm>
            <a:off x="4777429" y="1628338"/>
            <a:ext cx="3809700" cy="2949600"/>
          </a:xfrm>
          <a:prstGeom prst="roundRect">
            <a:avLst>
              <a:gd fmla="val 5206"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0"/>
          <p:cNvSpPr/>
          <p:nvPr/>
        </p:nvSpPr>
        <p:spPr>
          <a:xfrm>
            <a:off x="4777425" y="1572425"/>
            <a:ext cx="3809700" cy="2900100"/>
          </a:xfrm>
          <a:prstGeom prst="roundRect">
            <a:avLst>
              <a:gd fmla="val 5206"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4" name="Google Shape;834;p20"/>
          <p:cNvGrpSpPr/>
          <p:nvPr/>
        </p:nvGrpSpPr>
        <p:grpSpPr>
          <a:xfrm>
            <a:off x="7141336" y="648682"/>
            <a:ext cx="690510" cy="693886"/>
            <a:chOff x="-546937" y="-581525"/>
            <a:chExt cx="1507993" cy="1515365"/>
          </a:xfrm>
        </p:grpSpPr>
        <p:sp>
          <p:nvSpPr>
            <p:cNvPr id="835" name="Google Shape;835;p20"/>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0"/>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 name="Google Shape;837;p20"/>
          <p:cNvGrpSpPr/>
          <p:nvPr/>
        </p:nvGrpSpPr>
        <p:grpSpPr>
          <a:xfrm>
            <a:off x="7506514" y="1213789"/>
            <a:ext cx="829246" cy="833299"/>
            <a:chOff x="-546937" y="-581525"/>
            <a:chExt cx="1507993" cy="1515365"/>
          </a:xfrm>
        </p:grpSpPr>
        <p:sp>
          <p:nvSpPr>
            <p:cNvPr id="838" name="Google Shape;838;p20"/>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0"/>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0" name="Google Shape;840;p20"/>
          <p:cNvSpPr/>
          <p:nvPr/>
        </p:nvSpPr>
        <p:spPr>
          <a:xfrm>
            <a:off x="5310500" y="4380129"/>
            <a:ext cx="563100" cy="1530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0"/>
          <p:cNvSpPr/>
          <p:nvPr/>
        </p:nvSpPr>
        <p:spPr>
          <a:xfrm>
            <a:off x="1870601" y="4268225"/>
            <a:ext cx="204298" cy="204298"/>
          </a:xfrm>
          <a:custGeom>
            <a:rect b="b" l="l" r="r" t="t"/>
            <a:pathLst>
              <a:path extrusionOk="0" h="2978" w="2978">
                <a:moveTo>
                  <a:pt x="1" y="1"/>
                </a:moveTo>
                <a:lnTo>
                  <a:pt x="1" y="2977"/>
                </a:lnTo>
                <a:lnTo>
                  <a:pt x="2977" y="2977"/>
                </a:lnTo>
                <a:lnTo>
                  <a:pt x="2977" y="1"/>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0"/>
          <p:cNvSpPr/>
          <p:nvPr/>
        </p:nvSpPr>
        <p:spPr>
          <a:xfrm>
            <a:off x="6375299" y="648663"/>
            <a:ext cx="204300" cy="204300"/>
          </a:xfrm>
          <a:prstGeom prst="ellipse">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0"/>
          <p:cNvSpPr txBox="1"/>
          <p:nvPr>
            <p:ph type="title"/>
          </p:nvPr>
        </p:nvSpPr>
        <p:spPr>
          <a:xfrm>
            <a:off x="5408640" y="1913550"/>
            <a:ext cx="2368800" cy="748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44" name="Google Shape;844;p20"/>
          <p:cNvSpPr txBox="1"/>
          <p:nvPr>
            <p:ph idx="1" type="subTitle"/>
          </p:nvPr>
        </p:nvSpPr>
        <p:spPr>
          <a:xfrm>
            <a:off x="5408640" y="2737350"/>
            <a:ext cx="2927100" cy="139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gn="ctr">
              <a:lnSpc>
                <a:spcPct val="100000"/>
              </a:lnSpc>
              <a:spcBef>
                <a:spcPts val="800"/>
              </a:spcBef>
              <a:spcAft>
                <a:spcPts val="0"/>
              </a:spcAft>
              <a:buNone/>
              <a:defRPr sz="1400"/>
            </a:lvl2pPr>
            <a:lvl3pPr lvl="2" rtl="0" algn="ctr">
              <a:lnSpc>
                <a:spcPct val="100000"/>
              </a:lnSpc>
              <a:spcBef>
                <a:spcPts val="800"/>
              </a:spcBef>
              <a:spcAft>
                <a:spcPts val="0"/>
              </a:spcAft>
              <a:buNone/>
              <a:defRPr sz="1400"/>
            </a:lvl3pPr>
            <a:lvl4pPr lvl="3" rtl="0" algn="ctr">
              <a:lnSpc>
                <a:spcPct val="100000"/>
              </a:lnSpc>
              <a:spcBef>
                <a:spcPts val="800"/>
              </a:spcBef>
              <a:spcAft>
                <a:spcPts val="0"/>
              </a:spcAft>
              <a:buNone/>
              <a:defRPr sz="1400"/>
            </a:lvl4pPr>
            <a:lvl5pPr lvl="4" rtl="0" algn="ctr">
              <a:lnSpc>
                <a:spcPct val="100000"/>
              </a:lnSpc>
              <a:spcBef>
                <a:spcPts val="800"/>
              </a:spcBef>
              <a:spcAft>
                <a:spcPts val="0"/>
              </a:spcAft>
              <a:buNone/>
              <a:defRPr sz="1400"/>
            </a:lvl5pPr>
            <a:lvl6pPr lvl="5" rtl="0" algn="ctr">
              <a:lnSpc>
                <a:spcPct val="100000"/>
              </a:lnSpc>
              <a:spcBef>
                <a:spcPts val="800"/>
              </a:spcBef>
              <a:spcAft>
                <a:spcPts val="0"/>
              </a:spcAft>
              <a:buNone/>
              <a:defRPr sz="1400"/>
            </a:lvl6pPr>
            <a:lvl7pPr lvl="6" rtl="0" algn="ctr">
              <a:lnSpc>
                <a:spcPct val="100000"/>
              </a:lnSpc>
              <a:spcBef>
                <a:spcPts val="800"/>
              </a:spcBef>
              <a:spcAft>
                <a:spcPts val="0"/>
              </a:spcAft>
              <a:buNone/>
              <a:defRPr sz="1400"/>
            </a:lvl7pPr>
            <a:lvl8pPr lvl="7" rtl="0" algn="ctr">
              <a:lnSpc>
                <a:spcPct val="100000"/>
              </a:lnSpc>
              <a:spcBef>
                <a:spcPts val="800"/>
              </a:spcBef>
              <a:spcAft>
                <a:spcPts val="0"/>
              </a:spcAft>
              <a:buNone/>
              <a:defRPr sz="1400"/>
            </a:lvl8pPr>
            <a:lvl9pPr lvl="8" rtl="0" algn="ctr">
              <a:lnSpc>
                <a:spcPct val="100000"/>
              </a:lnSpc>
              <a:spcBef>
                <a:spcPts val="800"/>
              </a:spcBef>
              <a:spcAft>
                <a:spcPts val="800"/>
              </a:spcAft>
              <a:buNone/>
              <a:defRPr sz="14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3_1_1_1_1">
    <p:spTree>
      <p:nvGrpSpPr>
        <p:cNvPr id="845" name="Shape 845"/>
        <p:cNvGrpSpPr/>
        <p:nvPr/>
      </p:nvGrpSpPr>
      <p:grpSpPr>
        <a:xfrm>
          <a:off x="0" y="0"/>
          <a:ext cx="0" cy="0"/>
          <a:chOff x="0" y="0"/>
          <a:chExt cx="0" cy="0"/>
        </a:xfrm>
      </p:grpSpPr>
      <p:grpSp>
        <p:nvGrpSpPr>
          <p:cNvPr id="846" name="Google Shape;846;p21"/>
          <p:cNvGrpSpPr/>
          <p:nvPr/>
        </p:nvGrpSpPr>
        <p:grpSpPr>
          <a:xfrm>
            <a:off x="-40" y="0"/>
            <a:ext cx="9143957" cy="5143500"/>
            <a:chOff x="-19200" y="0"/>
            <a:chExt cx="9163200" cy="5143500"/>
          </a:xfrm>
        </p:grpSpPr>
        <p:cxnSp>
          <p:nvCxnSpPr>
            <p:cNvPr id="847" name="Google Shape;847;p21"/>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48" name="Google Shape;848;p21"/>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49" name="Google Shape;849;p21"/>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0" name="Google Shape;850;p21"/>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1" name="Google Shape;851;p21"/>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2" name="Google Shape;852;p21"/>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3" name="Google Shape;853;p21"/>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4" name="Google Shape;854;p21"/>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5" name="Google Shape;855;p21"/>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6" name="Google Shape;856;p21"/>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7" name="Google Shape;857;p21"/>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8" name="Google Shape;858;p21"/>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59" name="Google Shape;859;p21"/>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60" name="Google Shape;860;p21"/>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61" name="Google Shape;861;p21"/>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62" name="Google Shape;862;p21"/>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63" name="Google Shape;863;p21"/>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64" name="Google Shape;864;p21"/>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65" name="Google Shape;865;p21"/>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66" name="Google Shape;866;p21"/>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21"/>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21"/>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21"/>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21"/>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21"/>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21"/>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21"/>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21"/>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grpSp>
        <p:nvGrpSpPr>
          <p:cNvPr id="875" name="Google Shape;875;p21"/>
          <p:cNvGrpSpPr/>
          <p:nvPr/>
        </p:nvGrpSpPr>
        <p:grpSpPr>
          <a:xfrm>
            <a:off x="8642181" y="-366333"/>
            <a:ext cx="901299" cy="905743"/>
            <a:chOff x="6780320" y="132595"/>
            <a:chExt cx="1208986" cy="1214947"/>
          </a:xfrm>
        </p:grpSpPr>
        <p:sp>
          <p:nvSpPr>
            <p:cNvPr id="876" name="Google Shape;876;p21"/>
            <p:cNvSpPr/>
            <p:nvPr/>
          </p:nvSpPr>
          <p:spPr>
            <a:xfrm>
              <a:off x="6862216" y="2203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1"/>
            <p:cNvSpPr/>
            <p:nvPr/>
          </p:nvSpPr>
          <p:spPr>
            <a:xfrm>
              <a:off x="6780320" y="1325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8" name="Google Shape;878;p21"/>
          <p:cNvSpPr/>
          <p:nvPr/>
        </p:nvSpPr>
        <p:spPr>
          <a:xfrm>
            <a:off x="8242725" y="4242198"/>
            <a:ext cx="901273" cy="901273"/>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1"/>
          <p:cNvSpPr/>
          <p:nvPr/>
        </p:nvSpPr>
        <p:spPr>
          <a:xfrm>
            <a:off x="8328451" y="4501950"/>
            <a:ext cx="204298" cy="204298"/>
          </a:xfrm>
          <a:custGeom>
            <a:rect b="b" l="l" r="r" t="t"/>
            <a:pathLst>
              <a:path extrusionOk="0" h="2978" w="2978">
                <a:moveTo>
                  <a:pt x="1" y="1"/>
                </a:moveTo>
                <a:lnTo>
                  <a:pt x="1" y="2977"/>
                </a:lnTo>
                <a:lnTo>
                  <a:pt x="2977" y="2977"/>
                </a:lnTo>
                <a:lnTo>
                  <a:pt x="2977" y="1"/>
                </a:ln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1"/>
          <p:cNvSpPr/>
          <p:nvPr/>
        </p:nvSpPr>
        <p:spPr>
          <a:xfrm rot="-5400000">
            <a:off x="-397814" y="4300616"/>
            <a:ext cx="1240672" cy="445048"/>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1"/>
          <p:cNvSpPr/>
          <p:nvPr/>
        </p:nvSpPr>
        <p:spPr>
          <a:xfrm>
            <a:off x="408550" y="255350"/>
            <a:ext cx="211500" cy="211500"/>
          </a:xfrm>
          <a:prstGeom prst="ellipse">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1"/>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883" name="Google Shape;883;p21"/>
          <p:cNvSpPr txBox="1"/>
          <p:nvPr>
            <p:ph idx="1" type="body"/>
          </p:nvPr>
        </p:nvSpPr>
        <p:spPr>
          <a:xfrm>
            <a:off x="713400" y="1152475"/>
            <a:ext cx="7717200" cy="34164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Char char="●"/>
              <a:defRPr sz="14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4">
    <p:spTree>
      <p:nvGrpSpPr>
        <p:cNvPr id="884" name="Shape 884"/>
        <p:cNvGrpSpPr/>
        <p:nvPr/>
      </p:nvGrpSpPr>
      <p:grpSpPr>
        <a:xfrm>
          <a:off x="0" y="0"/>
          <a:ext cx="0" cy="0"/>
          <a:chOff x="0" y="0"/>
          <a:chExt cx="0" cy="0"/>
        </a:xfrm>
      </p:grpSpPr>
      <p:grpSp>
        <p:nvGrpSpPr>
          <p:cNvPr id="885" name="Google Shape;885;p22"/>
          <p:cNvGrpSpPr/>
          <p:nvPr/>
        </p:nvGrpSpPr>
        <p:grpSpPr>
          <a:xfrm>
            <a:off x="-40" y="0"/>
            <a:ext cx="9143957" cy="5143500"/>
            <a:chOff x="-19200" y="0"/>
            <a:chExt cx="9163200" cy="5143500"/>
          </a:xfrm>
        </p:grpSpPr>
        <p:cxnSp>
          <p:nvCxnSpPr>
            <p:cNvPr id="886" name="Google Shape;886;p22"/>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87" name="Google Shape;887;p22"/>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88" name="Google Shape;888;p22"/>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89" name="Google Shape;889;p22"/>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0" name="Google Shape;890;p22"/>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1" name="Google Shape;891;p22"/>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2" name="Google Shape;892;p22"/>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3" name="Google Shape;893;p22"/>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4" name="Google Shape;894;p22"/>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5" name="Google Shape;895;p22"/>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6" name="Google Shape;896;p22"/>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7" name="Google Shape;897;p22"/>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8" name="Google Shape;898;p22"/>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899" name="Google Shape;899;p22"/>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00" name="Google Shape;900;p22"/>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01" name="Google Shape;901;p22"/>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02" name="Google Shape;902;p22"/>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03" name="Google Shape;903;p22"/>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22"/>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05" name="Google Shape;905;p22"/>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06" name="Google Shape;906;p22"/>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22"/>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08" name="Google Shape;908;p22"/>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09" name="Google Shape;909;p22"/>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10" name="Google Shape;910;p22"/>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11" name="Google Shape;911;p22"/>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12" name="Google Shape;912;p22"/>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22"/>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cxnSp>
        <p:nvCxnSpPr>
          <p:cNvPr id="914" name="Google Shape;914;p22"/>
          <p:cNvCxnSpPr/>
          <p:nvPr/>
        </p:nvCxnSpPr>
        <p:spPr>
          <a:xfrm>
            <a:off x="3501950" y="3138550"/>
            <a:ext cx="2721300" cy="0"/>
          </a:xfrm>
          <a:prstGeom prst="straightConnector1">
            <a:avLst/>
          </a:prstGeom>
          <a:noFill/>
          <a:ln cap="flat" cmpd="sng" w="19050">
            <a:solidFill>
              <a:schemeClr val="dk1"/>
            </a:solidFill>
            <a:prstDash val="dash"/>
            <a:round/>
            <a:headEnd len="med" w="med" type="none"/>
            <a:tailEnd len="med" w="med" type="none"/>
          </a:ln>
        </p:spPr>
      </p:cxnSp>
      <p:sp>
        <p:nvSpPr>
          <p:cNvPr id="915" name="Google Shape;915;p22"/>
          <p:cNvSpPr/>
          <p:nvPr/>
        </p:nvSpPr>
        <p:spPr>
          <a:xfrm flipH="1" rot="10800000">
            <a:off x="372085" y="3138544"/>
            <a:ext cx="2881938" cy="1537631"/>
          </a:xfrm>
          <a:custGeom>
            <a:rect b="b" l="l" r="r" t="t"/>
            <a:pathLst>
              <a:path extrusionOk="0" fill="none" h="38994" w="73141">
                <a:moveTo>
                  <a:pt x="73140" y="38993"/>
                </a:moveTo>
                <a:lnTo>
                  <a:pt x="9323" y="38993"/>
                </a:lnTo>
                <a:cubicBezTo>
                  <a:pt x="4167" y="38993"/>
                  <a:pt x="0" y="34826"/>
                  <a:pt x="0" y="29671"/>
                </a:cubicBezTo>
                <a:lnTo>
                  <a:pt x="0" y="9311"/>
                </a:lnTo>
                <a:cubicBezTo>
                  <a:pt x="0" y="4168"/>
                  <a:pt x="4167" y="0"/>
                  <a:pt x="9323" y="0"/>
                </a:cubicBezTo>
                <a:lnTo>
                  <a:pt x="36433" y="0"/>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2"/>
          <p:cNvSpPr/>
          <p:nvPr/>
        </p:nvSpPr>
        <p:spPr>
          <a:xfrm flipH="1">
            <a:off x="470124" y="3550"/>
            <a:ext cx="4448028" cy="1597373"/>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2"/>
          <p:cNvSpPr/>
          <p:nvPr/>
        </p:nvSpPr>
        <p:spPr>
          <a:xfrm rot="10800000">
            <a:off x="5850035" y="1600919"/>
            <a:ext cx="2884315" cy="1537631"/>
          </a:xfrm>
          <a:custGeom>
            <a:rect b="b" l="l" r="r" t="t"/>
            <a:pathLst>
              <a:path extrusionOk="0" fill="none" h="38994" w="73141">
                <a:moveTo>
                  <a:pt x="73140" y="38993"/>
                </a:moveTo>
                <a:lnTo>
                  <a:pt x="9323" y="38993"/>
                </a:lnTo>
                <a:cubicBezTo>
                  <a:pt x="4167" y="38993"/>
                  <a:pt x="0" y="34826"/>
                  <a:pt x="0" y="29671"/>
                </a:cubicBezTo>
                <a:lnTo>
                  <a:pt x="0" y="9311"/>
                </a:lnTo>
                <a:cubicBezTo>
                  <a:pt x="0" y="4168"/>
                  <a:pt x="4167" y="0"/>
                  <a:pt x="9323" y="0"/>
                </a:cubicBezTo>
                <a:lnTo>
                  <a:pt x="36433" y="0"/>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8" name="Google Shape;918;p22"/>
          <p:cNvGrpSpPr/>
          <p:nvPr/>
        </p:nvGrpSpPr>
        <p:grpSpPr>
          <a:xfrm>
            <a:off x="1065950" y="1440392"/>
            <a:ext cx="3300478" cy="2669777"/>
            <a:chOff x="1065950" y="1440392"/>
            <a:chExt cx="3300478" cy="2669777"/>
          </a:xfrm>
        </p:grpSpPr>
        <p:sp>
          <p:nvSpPr>
            <p:cNvPr id="919" name="Google Shape;919;p22"/>
            <p:cNvSpPr/>
            <p:nvPr/>
          </p:nvSpPr>
          <p:spPr>
            <a:xfrm>
              <a:off x="1147428" y="1527769"/>
              <a:ext cx="3219000" cy="2582400"/>
            </a:xfrm>
            <a:prstGeom prst="roundRect">
              <a:avLst>
                <a:gd fmla="val 5206"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2"/>
            <p:cNvSpPr/>
            <p:nvPr/>
          </p:nvSpPr>
          <p:spPr>
            <a:xfrm>
              <a:off x="1147425" y="1440392"/>
              <a:ext cx="3219000" cy="2538900"/>
            </a:xfrm>
            <a:prstGeom prst="roundRect">
              <a:avLst>
                <a:gd fmla="val 5206"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2"/>
            <p:cNvSpPr/>
            <p:nvPr/>
          </p:nvSpPr>
          <p:spPr>
            <a:xfrm rot="-5400000">
              <a:off x="860900" y="2424454"/>
              <a:ext cx="563100" cy="1530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2" name="Google Shape;922;p22"/>
          <p:cNvGrpSpPr/>
          <p:nvPr/>
        </p:nvGrpSpPr>
        <p:grpSpPr>
          <a:xfrm>
            <a:off x="4777455" y="1440392"/>
            <a:ext cx="3292195" cy="2669777"/>
            <a:chOff x="4777455" y="1440392"/>
            <a:chExt cx="3292195" cy="2669777"/>
          </a:xfrm>
        </p:grpSpPr>
        <p:sp>
          <p:nvSpPr>
            <p:cNvPr id="923" name="Google Shape;923;p22"/>
            <p:cNvSpPr/>
            <p:nvPr/>
          </p:nvSpPr>
          <p:spPr>
            <a:xfrm>
              <a:off x="4777458" y="1527769"/>
              <a:ext cx="3219000" cy="2582400"/>
            </a:xfrm>
            <a:prstGeom prst="roundRect">
              <a:avLst>
                <a:gd fmla="val 5206"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2"/>
            <p:cNvSpPr/>
            <p:nvPr/>
          </p:nvSpPr>
          <p:spPr>
            <a:xfrm>
              <a:off x="4777455" y="1440392"/>
              <a:ext cx="3219000" cy="2538900"/>
            </a:xfrm>
            <a:prstGeom prst="roundRect">
              <a:avLst>
                <a:gd fmla="val 5206"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2"/>
            <p:cNvSpPr/>
            <p:nvPr/>
          </p:nvSpPr>
          <p:spPr>
            <a:xfrm rot="-5400000">
              <a:off x="7711600" y="3437429"/>
              <a:ext cx="563100" cy="1530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6" name="Google Shape;926;p22"/>
          <p:cNvSpPr/>
          <p:nvPr/>
        </p:nvSpPr>
        <p:spPr>
          <a:xfrm>
            <a:off x="1651025" y="1144508"/>
            <a:ext cx="2211900" cy="602400"/>
          </a:xfrm>
          <a:prstGeom prst="roundRect">
            <a:avLst>
              <a:gd fmla="val 2268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2"/>
          <p:cNvSpPr/>
          <p:nvPr/>
        </p:nvSpPr>
        <p:spPr>
          <a:xfrm>
            <a:off x="1651025" y="1033325"/>
            <a:ext cx="2211900" cy="602400"/>
          </a:xfrm>
          <a:prstGeom prst="roundRect">
            <a:avLst>
              <a:gd fmla="val 2268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2"/>
          <p:cNvSpPr/>
          <p:nvPr/>
        </p:nvSpPr>
        <p:spPr>
          <a:xfrm>
            <a:off x="5281050" y="1144508"/>
            <a:ext cx="2211900" cy="602400"/>
          </a:xfrm>
          <a:prstGeom prst="roundRect">
            <a:avLst>
              <a:gd fmla="val 2268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2"/>
          <p:cNvSpPr/>
          <p:nvPr/>
        </p:nvSpPr>
        <p:spPr>
          <a:xfrm>
            <a:off x="5281050" y="1033325"/>
            <a:ext cx="2211900" cy="602400"/>
          </a:xfrm>
          <a:prstGeom prst="roundRect">
            <a:avLst>
              <a:gd fmla="val 2268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2"/>
          <p:cNvSpPr/>
          <p:nvPr/>
        </p:nvSpPr>
        <p:spPr>
          <a:xfrm>
            <a:off x="8636974" y="2267588"/>
            <a:ext cx="204300" cy="2043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2"/>
          <p:cNvSpPr/>
          <p:nvPr/>
        </p:nvSpPr>
        <p:spPr>
          <a:xfrm>
            <a:off x="1797651" y="4568225"/>
            <a:ext cx="204298" cy="204298"/>
          </a:xfrm>
          <a:custGeom>
            <a:rect b="b" l="l" r="r" t="t"/>
            <a:pathLst>
              <a:path extrusionOk="0" h="2978" w="2978">
                <a:moveTo>
                  <a:pt x="1" y="1"/>
                </a:moveTo>
                <a:lnTo>
                  <a:pt x="1" y="2977"/>
                </a:lnTo>
                <a:lnTo>
                  <a:pt x="2977" y="2977"/>
                </a:lnTo>
                <a:lnTo>
                  <a:pt x="2977" y="1"/>
                </a:ln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2"/>
          <p:cNvSpPr txBox="1"/>
          <p:nvPr>
            <p:ph idx="1" type="subTitle"/>
          </p:nvPr>
        </p:nvSpPr>
        <p:spPr>
          <a:xfrm>
            <a:off x="1476225" y="1884775"/>
            <a:ext cx="2565000" cy="19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sp>
        <p:nvSpPr>
          <p:cNvPr id="933" name="Google Shape;933;p22"/>
          <p:cNvSpPr txBox="1"/>
          <p:nvPr>
            <p:ph type="ctrTitle"/>
          </p:nvPr>
        </p:nvSpPr>
        <p:spPr>
          <a:xfrm>
            <a:off x="1846025" y="1068125"/>
            <a:ext cx="1819800" cy="5328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Clr>
                <a:schemeClr val="dk2"/>
              </a:buClr>
              <a:buSzPts val="1800"/>
              <a:buNone/>
              <a:defRPr>
                <a:solidFill>
                  <a:schemeClr val="lt1"/>
                </a:solidFill>
              </a:defRPr>
            </a:lvl1pPr>
            <a:lvl2pPr lvl="1"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2pPr>
            <a:lvl3pPr lvl="2"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3pPr>
            <a:lvl4pPr lvl="3"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4pPr>
            <a:lvl5pPr lvl="4"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5pPr>
            <a:lvl6pPr lvl="5"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6pPr>
            <a:lvl7pPr lvl="6"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7pPr>
            <a:lvl8pPr lvl="7"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8pPr>
            <a:lvl9pPr lvl="8"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9pPr>
          </a:lstStyle>
          <a:p/>
        </p:txBody>
      </p:sp>
      <p:sp>
        <p:nvSpPr>
          <p:cNvPr id="934" name="Google Shape;934;p22"/>
          <p:cNvSpPr txBox="1"/>
          <p:nvPr>
            <p:ph idx="2" type="ctrTitle"/>
          </p:nvPr>
        </p:nvSpPr>
        <p:spPr>
          <a:xfrm>
            <a:off x="5477100" y="1068125"/>
            <a:ext cx="1819800" cy="532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800"/>
              <a:buNone/>
              <a:defRPr>
                <a:solidFill>
                  <a:schemeClr val="lt1"/>
                </a:solidFill>
              </a:defRPr>
            </a:lvl1pPr>
            <a:lvl2pPr lvl="1"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2pPr>
            <a:lvl3pPr lvl="2"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3pPr>
            <a:lvl4pPr lvl="3"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4pPr>
            <a:lvl5pPr lvl="4"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5pPr>
            <a:lvl6pPr lvl="5"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6pPr>
            <a:lvl7pPr lvl="6"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7pPr>
            <a:lvl8pPr lvl="7"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8pPr>
            <a:lvl9pPr lvl="8" rtl="0" algn="ctr">
              <a:spcBef>
                <a:spcPts val="0"/>
              </a:spcBef>
              <a:spcAft>
                <a:spcPts val="0"/>
              </a:spcAft>
              <a:buClr>
                <a:schemeClr val="dk2"/>
              </a:buClr>
              <a:buSzPts val="1800"/>
              <a:buFont typeface="Libre Baskerville"/>
              <a:buNone/>
              <a:defRPr sz="1800">
                <a:solidFill>
                  <a:schemeClr val="dk2"/>
                </a:solidFill>
                <a:latin typeface="Libre Baskerville"/>
                <a:ea typeface="Libre Baskerville"/>
                <a:cs typeface="Libre Baskerville"/>
                <a:sym typeface="Libre Baskerville"/>
              </a:defRPr>
            </a:lvl9pPr>
          </a:lstStyle>
          <a:p/>
        </p:txBody>
      </p:sp>
      <p:sp>
        <p:nvSpPr>
          <p:cNvPr id="935" name="Google Shape;935;p22"/>
          <p:cNvSpPr txBox="1"/>
          <p:nvPr>
            <p:ph idx="3" type="subTitle"/>
          </p:nvPr>
        </p:nvSpPr>
        <p:spPr>
          <a:xfrm>
            <a:off x="5102725" y="1884775"/>
            <a:ext cx="2565000" cy="19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grpSp>
        <p:nvGrpSpPr>
          <p:cNvPr id="936" name="Google Shape;936;p22"/>
          <p:cNvGrpSpPr/>
          <p:nvPr/>
        </p:nvGrpSpPr>
        <p:grpSpPr>
          <a:xfrm>
            <a:off x="2943847" y="-620331"/>
            <a:ext cx="1031166" cy="1036207"/>
            <a:chOff x="-546937" y="-581525"/>
            <a:chExt cx="1507993" cy="1515365"/>
          </a:xfrm>
        </p:grpSpPr>
        <p:sp>
          <p:nvSpPr>
            <p:cNvPr id="937" name="Google Shape;937;p22"/>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2"/>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9" name="Google Shape;939;p22"/>
          <p:cNvGrpSpPr/>
          <p:nvPr/>
        </p:nvGrpSpPr>
        <p:grpSpPr>
          <a:xfrm>
            <a:off x="7562350" y="4467100"/>
            <a:ext cx="868250" cy="875741"/>
            <a:chOff x="7562350" y="4467100"/>
            <a:chExt cx="868250" cy="875741"/>
          </a:xfrm>
        </p:grpSpPr>
        <p:sp>
          <p:nvSpPr>
            <p:cNvPr id="940" name="Google Shape;940;p22"/>
            <p:cNvSpPr/>
            <p:nvPr/>
          </p:nvSpPr>
          <p:spPr>
            <a:xfrm>
              <a:off x="7657200" y="4569441"/>
              <a:ext cx="773400" cy="773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1" name="Google Shape;941;p22"/>
            <p:cNvGrpSpPr/>
            <p:nvPr/>
          </p:nvGrpSpPr>
          <p:grpSpPr>
            <a:xfrm>
              <a:off x="7562350" y="4467100"/>
              <a:ext cx="773400" cy="773400"/>
              <a:chOff x="8430600" y="503400"/>
              <a:chExt cx="773400" cy="773400"/>
            </a:xfrm>
          </p:grpSpPr>
          <p:sp>
            <p:nvSpPr>
              <p:cNvPr id="942" name="Google Shape;942;p22"/>
              <p:cNvSpPr/>
              <p:nvPr/>
            </p:nvSpPr>
            <p:spPr>
              <a:xfrm>
                <a:off x="8430600" y="503400"/>
                <a:ext cx="773400" cy="773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3" name="Google Shape;943;p22"/>
              <p:cNvGrpSpPr/>
              <p:nvPr/>
            </p:nvGrpSpPr>
            <p:grpSpPr>
              <a:xfrm>
                <a:off x="8572674" y="645476"/>
                <a:ext cx="489254" cy="489254"/>
                <a:chOff x="4457700" y="2655225"/>
                <a:chExt cx="113125" cy="113125"/>
              </a:xfrm>
            </p:grpSpPr>
            <p:sp>
              <p:nvSpPr>
                <p:cNvPr id="944" name="Google Shape;944;p22"/>
                <p:cNvSpPr/>
                <p:nvPr/>
              </p:nvSpPr>
              <p:spPr>
                <a:xfrm>
                  <a:off x="4457700" y="2655225"/>
                  <a:ext cx="113125" cy="113125"/>
                </a:xfrm>
                <a:custGeom>
                  <a:rect b="b" l="l" r="r" t="t"/>
                  <a:pathLst>
                    <a:path extrusionOk="0" h="4525" w="4525">
                      <a:moveTo>
                        <a:pt x="2262" y="1108"/>
                      </a:moveTo>
                      <a:cubicBezTo>
                        <a:pt x="2917" y="1108"/>
                        <a:pt x="3441" y="1631"/>
                        <a:pt x="3441" y="2286"/>
                      </a:cubicBezTo>
                      <a:cubicBezTo>
                        <a:pt x="3453" y="2917"/>
                        <a:pt x="2917" y="3453"/>
                        <a:pt x="2262" y="3453"/>
                      </a:cubicBezTo>
                      <a:cubicBezTo>
                        <a:pt x="1607" y="3453"/>
                        <a:pt x="1083" y="2941"/>
                        <a:pt x="1083" y="2286"/>
                      </a:cubicBezTo>
                      <a:cubicBezTo>
                        <a:pt x="1083" y="1631"/>
                        <a:pt x="1607" y="1108"/>
                        <a:pt x="2262" y="1108"/>
                      </a:cubicBezTo>
                      <a:close/>
                      <a:moveTo>
                        <a:pt x="2262" y="0"/>
                      </a:moveTo>
                      <a:cubicBezTo>
                        <a:pt x="1012" y="0"/>
                        <a:pt x="0" y="1012"/>
                        <a:pt x="0" y="2262"/>
                      </a:cubicBezTo>
                      <a:cubicBezTo>
                        <a:pt x="0" y="3513"/>
                        <a:pt x="1012" y="4525"/>
                        <a:pt x="2262" y="4525"/>
                      </a:cubicBezTo>
                      <a:cubicBezTo>
                        <a:pt x="3512" y="4525"/>
                        <a:pt x="4524" y="3513"/>
                        <a:pt x="4524" y="2262"/>
                      </a:cubicBezTo>
                      <a:cubicBezTo>
                        <a:pt x="4524" y="1012"/>
                        <a:pt x="3512" y="0"/>
                        <a:pt x="2262" y="0"/>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2"/>
                <p:cNvSpPr/>
                <p:nvPr/>
              </p:nvSpPr>
              <p:spPr>
                <a:xfrm>
                  <a:off x="4459175" y="2655225"/>
                  <a:ext cx="111050" cy="51225"/>
                </a:xfrm>
                <a:custGeom>
                  <a:rect b="b" l="l" r="r" t="t"/>
                  <a:pathLst>
                    <a:path extrusionOk="0" h="2049" w="4442">
                      <a:moveTo>
                        <a:pt x="2215" y="0"/>
                      </a:moveTo>
                      <a:cubicBezTo>
                        <a:pt x="1322" y="0"/>
                        <a:pt x="548" y="524"/>
                        <a:pt x="179" y="1274"/>
                      </a:cubicBezTo>
                      <a:cubicBezTo>
                        <a:pt x="1" y="1643"/>
                        <a:pt x="274" y="2048"/>
                        <a:pt x="679" y="2048"/>
                      </a:cubicBezTo>
                      <a:cubicBezTo>
                        <a:pt x="882" y="2048"/>
                        <a:pt x="1072" y="1929"/>
                        <a:pt x="1167" y="1727"/>
                      </a:cubicBezTo>
                      <a:cubicBezTo>
                        <a:pt x="1358" y="1346"/>
                        <a:pt x="1763" y="1096"/>
                        <a:pt x="2215" y="1096"/>
                      </a:cubicBezTo>
                      <a:cubicBezTo>
                        <a:pt x="2679" y="1096"/>
                        <a:pt x="3072" y="1358"/>
                        <a:pt x="3275" y="1727"/>
                      </a:cubicBezTo>
                      <a:cubicBezTo>
                        <a:pt x="3370" y="1929"/>
                        <a:pt x="3561" y="2048"/>
                        <a:pt x="3763" y="2048"/>
                      </a:cubicBezTo>
                      <a:cubicBezTo>
                        <a:pt x="4168" y="2048"/>
                        <a:pt x="4442" y="1631"/>
                        <a:pt x="4263" y="1274"/>
                      </a:cubicBezTo>
                      <a:cubicBezTo>
                        <a:pt x="3882" y="512"/>
                        <a:pt x="3108" y="0"/>
                        <a:pt x="2215"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4_1">
    <p:spTree>
      <p:nvGrpSpPr>
        <p:cNvPr id="946" name="Shape 946"/>
        <p:cNvGrpSpPr/>
        <p:nvPr/>
      </p:nvGrpSpPr>
      <p:grpSpPr>
        <a:xfrm>
          <a:off x="0" y="0"/>
          <a:ext cx="0" cy="0"/>
          <a:chOff x="0" y="0"/>
          <a:chExt cx="0" cy="0"/>
        </a:xfrm>
      </p:grpSpPr>
      <p:grpSp>
        <p:nvGrpSpPr>
          <p:cNvPr id="947" name="Google Shape;947;p23"/>
          <p:cNvGrpSpPr/>
          <p:nvPr/>
        </p:nvGrpSpPr>
        <p:grpSpPr>
          <a:xfrm>
            <a:off x="-40" y="0"/>
            <a:ext cx="9143957" cy="5143500"/>
            <a:chOff x="-19200" y="0"/>
            <a:chExt cx="9163200" cy="5143500"/>
          </a:xfrm>
        </p:grpSpPr>
        <p:cxnSp>
          <p:nvCxnSpPr>
            <p:cNvPr id="948" name="Google Shape;948;p23"/>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23"/>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0" name="Google Shape;950;p23"/>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1" name="Google Shape;951;p23"/>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2" name="Google Shape;952;p23"/>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3" name="Google Shape;953;p23"/>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4" name="Google Shape;954;p23"/>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5" name="Google Shape;955;p23"/>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6" name="Google Shape;956;p23"/>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7" name="Google Shape;957;p23"/>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8" name="Google Shape;958;p23"/>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59" name="Google Shape;959;p23"/>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60" name="Google Shape;960;p23"/>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61" name="Google Shape;961;p23"/>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62" name="Google Shape;962;p23"/>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63" name="Google Shape;963;p23"/>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64" name="Google Shape;964;p23"/>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65" name="Google Shape;965;p23"/>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66" name="Google Shape;966;p23"/>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67" name="Google Shape;967;p23"/>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23"/>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69" name="Google Shape;969;p23"/>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70" name="Google Shape;970;p23"/>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71" name="Google Shape;971;p23"/>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72" name="Google Shape;972;p23"/>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73" name="Google Shape;973;p23"/>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74" name="Google Shape;974;p23"/>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975" name="Google Shape;975;p23"/>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976" name="Google Shape;976;p23"/>
          <p:cNvSpPr/>
          <p:nvPr/>
        </p:nvSpPr>
        <p:spPr>
          <a:xfrm rot="5400000">
            <a:off x="7293290" y="869442"/>
            <a:ext cx="2720151" cy="981269"/>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7" name="Google Shape;977;p23"/>
          <p:cNvGrpSpPr/>
          <p:nvPr/>
        </p:nvGrpSpPr>
        <p:grpSpPr>
          <a:xfrm>
            <a:off x="7180203" y="304991"/>
            <a:ext cx="1176891" cy="1537643"/>
            <a:chOff x="554456" y="2624159"/>
            <a:chExt cx="2397903" cy="3132932"/>
          </a:xfrm>
        </p:grpSpPr>
        <p:sp>
          <p:nvSpPr>
            <p:cNvPr id="978" name="Google Shape;978;p23"/>
            <p:cNvSpPr/>
            <p:nvPr/>
          </p:nvSpPr>
          <p:spPr>
            <a:xfrm rot="-1521129">
              <a:off x="1059247" y="2939797"/>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3"/>
            <p:cNvSpPr/>
            <p:nvPr/>
          </p:nvSpPr>
          <p:spPr>
            <a:xfrm rot="-1521129">
              <a:off x="1109372" y="2782622"/>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3"/>
            <p:cNvSpPr/>
            <p:nvPr/>
          </p:nvSpPr>
          <p:spPr>
            <a:xfrm rot="-1521129">
              <a:off x="1166872" y="3097272"/>
              <a:ext cx="1210481" cy="200269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3"/>
            <p:cNvSpPr/>
            <p:nvPr/>
          </p:nvSpPr>
          <p:spPr>
            <a:xfrm rot="-1521129">
              <a:off x="2180227" y="5057410"/>
              <a:ext cx="194701" cy="194701"/>
            </a:xfrm>
            <a:custGeom>
              <a:rect b="b" l="l" r="r" t="t"/>
              <a:pathLst>
                <a:path extrusionOk="0" h="3049" w="3049">
                  <a:moveTo>
                    <a:pt x="1513" y="0"/>
                  </a:moveTo>
                  <a:cubicBezTo>
                    <a:pt x="679" y="0"/>
                    <a:pt x="0" y="691"/>
                    <a:pt x="0" y="1536"/>
                  </a:cubicBezTo>
                  <a:cubicBezTo>
                    <a:pt x="0" y="2370"/>
                    <a:pt x="679" y="3048"/>
                    <a:pt x="1524" y="3048"/>
                  </a:cubicBezTo>
                  <a:cubicBezTo>
                    <a:pt x="2382" y="3037"/>
                    <a:pt x="3048" y="2370"/>
                    <a:pt x="3048" y="1524"/>
                  </a:cubicBezTo>
                  <a:cubicBezTo>
                    <a:pt x="3048" y="691"/>
                    <a:pt x="2358" y="0"/>
                    <a:pt x="1513"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3"/>
            <p:cNvSpPr/>
            <p:nvPr/>
          </p:nvSpPr>
          <p:spPr>
            <a:xfrm rot="-1521129">
              <a:off x="1165914" y="3064541"/>
              <a:ext cx="229695" cy="19030"/>
            </a:xfrm>
            <a:custGeom>
              <a:rect b="b" l="l" r="r" t="t"/>
              <a:pathLst>
                <a:path extrusionOk="0" h="298" w="3597">
                  <a:moveTo>
                    <a:pt x="3442" y="0"/>
                  </a:moveTo>
                  <a:lnTo>
                    <a:pt x="144" y="24"/>
                  </a:lnTo>
                  <a:cubicBezTo>
                    <a:pt x="60" y="24"/>
                    <a:pt x="1" y="95"/>
                    <a:pt x="1" y="167"/>
                  </a:cubicBezTo>
                  <a:cubicBezTo>
                    <a:pt x="1" y="238"/>
                    <a:pt x="84" y="298"/>
                    <a:pt x="156" y="298"/>
                  </a:cubicBezTo>
                  <a:lnTo>
                    <a:pt x="3466" y="286"/>
                  </a:lnTo>
                  <a:cubicBezTo>
                    <a:pt x="3537" y="286"/>
                    <a:pt x="3597" y="226"/>
                    <a:pt x="3597" y="143"/>
                  </a:cubicBezTo>
                  <a:cubicBezTo>
                    <a:pt x="3597" y="60"/>
                    <a:pt x="3513" y="0"/>
                    <a:pt x="34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3"/>
            <p:cNvSpPr/>
            <p:nvPr/>
          </p:nvSpPr>
          <p:spPr>
            <a:xfrm rot="-1521129">
              <a:off x="1070183" y="3141425"/>
              <a:ext cx="45658" cy="45722"/>
            </a:xfrm>
            <a:custGeom>
              <a:rect b="b" l="l" r="r" t="t"/>
              <a:pathLst>
                <a:path extrusionOk="0" h="716" w="715">
                  <a:moveTo>
                    <a:pt x="357" y="1"/>
                  </a:moveTo>
                  <a:cubicBezTo>
                    <a:pt x="167" y="1"/>
                    <a:pt x="0" y="167"/>
                    <a:pt x="0" y="358"/>
                  </a:cubicBezTo>
                  <a:cubicBezTo>
                    <a:pt x="0" y="548"/>
                    <a:pt x="167" y="715"/>
                    <a:pt x="357" y="715"/>
                  </a:cubicBezTo>
                  <a:cubicBezTo>
                    <a:pt x="548" y="715"/>
                    <a:pt x="715" y="548"/>
                    <a:pt x="715" y="358"/>
                  </a:cubicBezTo>
                  <a:cubicBezTo>
                    <a:pt x="715" y="167"/>
                    <a:pt x="548"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4" name="Google Shape;984;p23"/>
          <p:cNvSpPr/>
          <p:nvPr/>
        </p:nvSpPr>
        <p:spPr>
          <a:xfrm rot="5400000">
            <a:off x="46" y="3655175"/>
            <a:ext cx="1488279" cy="1488279"/>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5" name="Google Shape;985;p23"/>
          <p:cNvGrpSpPr/>
          <p:nvPr/>
        </p:nvGrpSpPr>
        <p:grpSpPr>
          <a:xfrm>
            <a:off x="8524914" y="863589"/>
            <a:ext cx="829246" cy="833299"/>
            <a:chOff x="-546937" y="-581525"/>
            <a:chExt cx="1507993" cy="1515365"/>
          </a:xfrm>
        </p:grpSpPr>
        <p:sp>
          <p:nvSpPr>
            <p:cNvPr id="986" name="Google Shape;986;p23"/>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3"/>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8" name="Google Shape;988;p23"/>
          <p:cNvGrpSpPr/>
          <p:nvPr/>
        </p:nvGrpSpPr>
        <p:grpSpPr>
          <a:xfrm>
            <a:off x="157014" y="4187439"/>
            <a:ext cx="829246" cy="833299"/>
            <a:chOff x="-546937" y="-581525"/>
            <a:chExt cx="1507993" cy="1515365"/>
          </a:xfrm>
        </p:grpSpPr>
        <p:sp>
          <p:nvSpPr>
            <p:cNvPr id="989" name="Google Shape;989;p23"/>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3"/>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1" name="Google Shape;991;p23"/>
          <p:cNvSpPr txBox="1"/>
          <p:nvPr>
            <p:ph idx="1" type="subTitle"/>
          </p:nvPr>
        </p:nvSpPr>
        <p:spPr>
          <a:xfrm>
            <a:off x="1244075" y="2086050"/>
            <a:ext cx="2189700" cy="156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Open Sans ExtraBold"/>
                <a:ea typeface="Open Sans ExtraBold"/>
                <a:cs typeface="Open Sans ExtraBold"/>
                <a:sym typeface="Open Sans ExtraBold"/>
              </a:defRPr>
            </a:lvl1pPr>
            <a:lvl2pPr lvl="1" rtl="0" algn="ctr">
              <a:lnSpc>
                <a:spcPct val="100000"/>
              </a:lnSpc>
              <a:spcBef>
                <a:spcPts val="800"/>
              </a:spcBef>
              <a:spcAft>
                <a:spcPts val="0"/>
              </a:spcAft>
              <a:buNone/>
              <a:defRPr>
                <a:latin typeface="Open Sans ExtraBold"/>
                <a:ea typeface="Open Sans ExtraBold"/>
                <a:cs typeface="Open Sans ExtraBold"/>
                <a:sym typeface="Open Sans ExtraBold"/>
              </a:defRPr>
            </a:lvl2pPr>
            <a:lvl3pPr lvl="2" rtl="0" algn="ctr">
              <a:lnSpc>
                <a:spcPct val="100000"/>
              </a:lnSpc>
              <a:spcBef>
                <a:spcPts val="800"/>
              </a:spcBef>
              <a:spcAft>
                <a:spcPts val="0"/>
              </a:spcAft>
              <a:buNone/>
              <a:defRPr>
                <a:latin typeface="Open Sans ExtraBold"/>
                <a:ea typeface="Open Sans ExtraBold"/>
                <a:cs typeface="Open Sans ExtraBold"/>
                <a:sym typeface="Open Sans ExtraBold"/>
              </a:defRPr>
            </a:lvl3pPr>
            <a:lvl4pPr lvl="3" rtl="0" algn="ctr">
              <a:lnSpc>
                <a:spcPct val="100000"/>
              </a:lnSpc>
              <a:spcBef>
                <a:spcPts val="800"/>
              </a:spcBef>
              <a:spcAft>
                <a:spcPts val="0"/>
              </a:spcAft>
              <a:buNone/>
              <a:defRPr>
                <a:latin typeface="Open Sans ExtraBold"/>
                <a:ea typeface="Open Sans ExtraBold"/>
                <a:cs typeface="Open Sans ExtraBold"/>
                <a:sym typeface="Open Sans ExtraBold"/>
              </a:defRPr>
            </a:lvl4pPr>
            <a:lvl5pPr lvl="4" rtl="0" algn="ctr">
              <a:lnSpc>
                <a:spcPct val="100000"/>
              </a:lnSpc>
              <a:spcBef>
                <a:spcPts val="800"/>
              </a:spcBef>
              <a:spcAft>
                <a:spcPts val="0"/>
              </a:spcAft>
              <a:buNone/>
              <a:defRPr>
                <a:latin typeface="Open Sans ExtraBold"/>
                <a:ea typeface="Open Sans ExtraBold"/>
                <a:cs typeface="Open Sans ExtraBold"/>
                <a:sym typeface="Open Sans ExtraBold"/>
              </a:defRPr>
            </a:lvl5pPr>
            <a:lvl6pPr lvl="5" rtl="0" algn="ctr">
              <a:lnSpc>
                <a:spcPct val="100000"/>
              </a:lnSpc>
              <a:spcBef>
                <a:spcPts val="800"/>
              </a:spcBef>
              <a:spcAft>
                <a:spcPts val="0"/>
              </a:spcAft>
              <a:buNone/>
              <a:defRPr>
                <a:latin typeface="Open Sans ExtraBold"/>
                <a:ea typeface="Open Sans ExtraBold"/>
                <a:cs typeface="Open Sans ExtraBold"/>
                <a:sym typeface="Open Sans ExtraBold"/>
              </a:defRPr>
            </a:lvl6pPr>
            <a:lvl7pPr lvl="6" rtl="0" algn="ctr">
              <a:lnSpc>
                <a:spcPct val="100000"/>
              </a:lnSpc>
              <a:spcBef>
                <a:spcPts val="800"/>
              </a:spcBef>
              <a:spcAft>
                <a:spcPts val="0"/>
              </a:spcAft>
              <a:buNone/>
              <a:defRPr>
                <a:latin typeface="Open Sans ExtraBold"/>
                <a:ea typeface="Open Sans ExtraBold"/>
                <a:cs typeface="Open Sans ExtraBold"/>
                <a:sym typeface="Open Sans ExtraBold"/>
              </a:defRPr>
            </a:lvl7pPr>
            <a:lvl8pPr lvl="7" rtl="0" algn="ctr">
              <a:lnSpc>
                <a:spcPct val="100000"/>
              </a:lnSpc>
              <a:spcBef>
                <a:spcPts val="800"/>
              </a:spcBef>
              <a:spcAft>
                <a:spcPts val="0"/>
              </a:spcAft>
              <a:buNone/>
              <a:defRPr>
                <a:latin typeface="Open Sans ExtraBold"/>
                <a:ea typeface="Open Sans ExtraBold"/>
                <a:cs typeface="Open Sans ExtraBold"/>
                <a:sym typeface="Open Sans ExtraBold"/>
              </a:defRPr>
            </a:lvl8pPr>
            <a:lvl9pPr lvl="8" rtl="0" algn="ctr">
              <a:lnSpc>
                <a:spcPct val="100000"/>
              </a:lnSpc>
              <a:spcBef>
                <a:spcPts val="800"/>
              </a:spcBef>
              <a:spcAft>
                <a:spcPts val="800"/>
              </a:spcAft>
              <a:buNone/>
              <a:defRPr>
                <a:latin typeface="Open Sans ExtraBold"/>
                <a:ea typeface="Open Sans ExtraBold"/>
                <a:cs typeface="Open Sans ExtraBold"/>
                <a:sym typeface="Open Sans ExtraBold"/>
              </a:defRPr>
            </a:lvl9pPr>
          </a:lstStyle>
          <a:p/>
        </p:txBody>
      </p:sp>
      <p:sp>
        <p:nvSpPr>
          <p:cNvPr id="992" name="Google Shape;992;p23"/>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993" name="Google Shape;993;p23"/>
          <p:cNvSpPr txBox="1"/>
          <p:nvPr>
            <p:ph idx="2" type="subTitle"/>
          </p:nvPr>
        </p:nvSpPr>
        <p:spPr>
          <a:xfrm>
            <a:off x="4623123" y="2157600"/>
            <a:ext cx="3103800" cy="142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2">
    <p:spTree>
      <p:nvGrpSpPr>
        <p:cNvPr id="994" name="Shape 994"/>
        <p:cNvGrpSpPr/>
        <p:nvPr/>
      </p:nvGrpSpPr>
      <p:grpSpPr>
        <a:xfrm>
          <a:off x="0" y="0"/>
          <a:ext cx="0" cy="0"/>
          <a:chOff x="0" y="0"/>
          <a:chExt cx="0" cy="0"/>
        </a:xfrm>
      </p:grpSpPr>
      <p:grpSp>
        <p:nvGrpSpPr>
          <p:cNvPr id="995" name="Google Shape;995;p24"/>
          <p:cNvGrpSpPr/>
          <p:nvPr/>
        </p:nvGrpSpPr>
        <p:grpSpPr>
          <a:xfrm>
            <a:off x="-40" y="6728"/>
            <a:ext cx="9143957" cy="5143500"/>
            <a:chOff x="-19200" y="0"/>
            <a:chExt cx="9163200" cy="5143500"/>
          </a:xfrm>
        </p:grpSpPr>
        <p:cxnSp>
          <p:nvCxnSpPr>
            <p:cNvPr id="996" name="Google Shape;996;p24"/>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97" name="Google Shape;997;p24"/>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98" name="Google Shape;998;p24"/>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999" name="Google Shape;999;p24"/>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0" name="Google Shape;1000;p24"/>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1" name="Google Shape;1001;p24"/>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2" name="Google Shape;1002;p24"/>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3" name="Google Shape;1003;p24"/>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4" name="Google Shape;1004;p24"/>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5" name="Google Shape;1005;p24"/>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6" name="Google Shape;1006;p24"/>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7" name="Google Shape;1007;p24"/>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8" name="Google Shape;1008;p24"/>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09" name="Google Shape;1009;p24"/>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10" name="Google Shape;1010;p24"/>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11" name="Google Shape;1011;p24"/>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12" name="Google Shape;1012;p24"/>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13" name="Google Shape;1013;p24"/>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14" name="Google Shape;1014;p24"/>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15" name="Google Shape;1015;p24"/>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24"/>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24"/>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24"/>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24"/>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24"/>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21" name="Google Shape;1021;p24"/>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22" name="Google Shape;1022;p24"/>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23" name="Google Shape;1023;p24"/>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1024" name="Google Shape;1024;p24"/>
          <p:cNvSpPr/>
          <p:nvPr/>
        </p:nvSpPr>
        <p:spPr>
          <a:xfrm>
            <a:off x="-240750" y="1546653"/>
            <a:ext cx="1247700" cy="1247700"/>
          </a:xfrm>
          <a:prstGeom prst="roundRect">
            <a:avLst>
              <a:gd fmla="val 15789"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4"/>
          <p:cNvSpPr/>
          <p:nvPr/>
        </p:nvSpPr>
        <p:spPr>
          <a:xfrm>
            <a:off x="8132975" y="4139204"/>
            <a:ext cx="1011003" cy="1011003"/>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4"/>
          <p:cNvSpPr/>
          <p:nvPr/>
        </p:nvSpPr>
        <p:spPr>
          <a:xfrm>
            <a:off x="8132974" y="4542553"/>
            <a:ext cx="204300" cy="204300"/>
          </a:xfrm>
          <a:prstGeom prst="ellipse">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4"/>
          <p:cNvSpPr/>
          <p:nvPr/>
        </p:nvSpPr>
        <p:spPr>
          <a:xfrm>
            <a:off x="630000" y="2313755"/>
            <a:ext cx="8190600" cy="2287800"/>
          </a:xfrm>
          <a:prstGeom prst="roundRect">
            <a:avLst>
              <a:gd fmla="val 4316"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4"/>
          <p:cNvSpPr/>
          <p:nvPr/>
        </p:nvSpPr>
        <p:spPr>
          <a:xfrm>
            <a:off x="476800" y="1945525"/>
            <a:ext cx="8190600" cy="2492100"/>
          </a:xfrm>
          <a:prstGeom prst="roundRect">
            <a:avLst>
              <a:gd fmla="val 4316"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4"/>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Font typeface="Roboto Black"/>
              <a:buNone/>
              <a:defRPr>
                <a:latin typeface="Roboto Black"/>
                <a:ea typeface="Roboto Black"/>
                <a:cs typeface="Roboto Black"/>
                <a:sym typeface="Roboto Black"/>
              </a:defRPr>
            </a:lvl2pPr>
            <a:lvl3pPr lvl="2">
              <a:spcBef>
                <a:spcPts val="0"/>
              </a:spcBef>
              <a:spcAft>
                <a:spcPts val="0"/>
              </a:spcAft>
              <a:buSzPts val="2400"/>
              <a:buFont typeface="Roboto Black"/>
              <a:buNone/>
              <a:defRPr>
                <a:latin typeface="Roboto Black"/>
                <a:ea typeface="Roboto Black"/>
                <a:cs typeface="Roboto Black"/>
                <a:sym typeface="Roboto Black"/>
              </a:defRPr>
            </a:lvl3pPr>
            <a:lvl4pPr lvl="3">
              <a:spcBef>
                <a:spcPts val="0"/>
              </a:spcBef>
              <a:spcAft>
                <a:spcPts val="0"/>
              </a:spcAft>
              <a:buSzPts val="2400"/>
              <a:buFont typeface="Roboto Black"/>
              <a:buNone/>
              <a:defRPr>
                <a:latin typeface="Roboto Black"/>
                <a:ea typeface="Roboto Black"/>
                <a:cs typeface="Roboto Black"/>
                <a:sym typeface="Roboto Black"/>
              </a:defRPr>
            </a:lvl4pPr>
            <a:lvl5pPr lvl="4">
              <a:spcBef>
                <a:spcPts val="0"/>
              </a:spcBef>
              <a:spcAft>
                <a:spcPts val="0"/>
              </a:spcAft>
              <a:buSzPts val="2400"/>
              <a:buFont typeface="Roboto Black"/>
              <a:buNone/>
              <a:defRPr>
                <a:latin typeface="Roboto Black"/>
                <a:ea typeface="Roboto Black"/>
                <a:cs typeface="Roboto Black"/>
                <a:sym typeface="Roboto Black"/>
              </a:defRPr>
            </a:lvl5pPr>
            <a:lvl6pPr lvl="5">
              <a:spcBef>
                <a:spcPts val="0"/>
              </a:spcBef>
              <a:spcAft>
                <a:spcPts val="0"/>
              </a:spcAft>
              <a:buSzPts val="2400"/>
              <a:buFont typeface="Roboto Black"/>
              <a:buNone/>
              <a:defRPr>
                <a:latin typeface="Roboto Black"/>
                <a:ea typeface="Roboto Black"/>
                <a:cs typeface="Roboto Black"/>
                <a:sym typeface="Roboto Black"/>
              </a:defRPr>
            </a:lvl6pPr>
            <a:lvl7pPr lvl="6">
              <a:spcBef>
                <a:spcPts val="0"/>
              </a:spcBef>
              <a:spcAft>
                <a:spcPts val="0"/>
              </a:spcAft>
              <a:buSzPts val="2400"/>
              <a:buFont typeface="Roboto Black"/>
              <a:buNone/>
              <a:defRPr>
                <a:latin typeface="Roboto Black"/>
                <a:ea typeface="Roboto Black"/>
                <a:cs typeface="Roboto Black"/>
                <a:sym typeface="Roboto Black"/>
              </a:defRPr>
            </a:lvl7pPr>
            <a:lvl8pPr lvl="7">
              <a:spcBef>
                <a:spcPts val="0"/>
              </a:spcBef>
              <a:spcAft>
                <a:spcPts val="0"/>
              </a:spcAft>
              <a:buSzPts val="2400"/>
              <a:buFont typeface="Roboto Black"/>
              <a:buNone/>
              <a:defRPr>
                <a:latin typeface="Roboto Black"/>
                <a:ea typeface="Roboto Black"/>
                <a:cs typeface="Roboto Black"/>
                <a:sym typeface="Roboto Black"/>
              </a:defRPr>
            </a:lvl8pPr>
            <a:lvl9pPr lvl="8">
              <a:spcBef>
                <a:spcPts val="0"/>
              </a:spcBef>
              <a:spcAft>
                <a:spcPts val="0"/>
              </a:spcAft>
              <a:buSzPts val="2400"/>
              <a:buFont typeface="Roboto Black"/>
              <a:buNone/>
              <a:defRPr>
                <a:latin typeface="Roboto Black"/>
                <a:ea typeface="Roboto Black"/>
                <a:cs typeface="Roboto Black"/>
                <a:sym typeface="Roboto Black"/>
              </a:defRPr>
            </a:lvl9pPr>
          </a:lstStyle>
          <a:p/>
        </p:txBody>
      </p:sp>
      <p:sp>
        <p:nvSpPr>
          <p:cNvPr id="1030" name="Google Shape;1030;p24"/>
          <p:cNvSpPr txBox="1"/>
          <p:nvPr>
            <p:ph idx="1" type="subTitle"/>
          </p:nvPr>
        </p:nvSpPr>
        <p:spPr>
          <a:xfrm>
            <a:off x="713300" y="2759250"/>
            <a:ext cx="2423100" cy="43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atin typeface="Open Sans ExtraBold"/>
                <a:ea typeface="Open Sans ExtraBold"/>
                <a:cs typeface="Open Sans ExtraBold"/>
                <a:sym typeface="Open Sans ExtraBold"/>
              </a:defRPr>
            </a:lvl1pPr>
            <a:lvl2pPr lvl="1" rtl="0" algn="ctr">
              <a:lnSpc>
                <a:spcPct val="100000"/>
              </a:lnSpc>
              <a:spcBef>
                <a:spcPts val="800"/>
              </a:spcBef>
              <a:spcAft>
                <a:spcPts val="0"/>
              </a:spcAft>
              <a:buNone/>
              <a:defRPr>
                <a:latin typeface="Open Sans ExtraBold"/>
                <a:ea typeface="Open Sans ExtraBold"/>
                <a:cs typeface="Open Sans ExtraBold"/>
                <a:sym typeface="Open Sans ExtraBold"/>
              </a:defRPr>
            </a:lvl2pPr>
            <a:lvl3pPr lvl="2" rtl="0" algn="ctr">
              <a:lnSpc>
                <a:spcPct val="100000"/>
              </a:lnSpc>
              <a:spcBef>
                <a:spcPts val="800"/>
              </a:spcBef>
              <a:spcAft>
                <a:spcPts val="0"/>
              </a:spcAft>
              <a:buNone/>
              <a:defRPr>
                <a:latin typeface="Open Sans ExtraBold"/>
                <a:ea typeface="Open Sans ExtraBold"/>
                <a:cs typeface="Open Sans ExtraBold"/>
                <a:sym typeface="Open Sans ExtraBold"/>
              </a:defRPr>
            </a:lvl3pPr>
            <a:lvl4pPr lvl="3" rtl="0" algn="ctr">
              <a:lnSpc>
                <a:spcPct val="100000"/>
              </a:lnSpc>
              <a:spcBef>
                <a:spcPts val="800"/>
              </a:spcBef>
              <a:spcAft>
                <a:spcPts val="0"/>
              </a:spcAft>
              <a:buNone/>
              <a:defRPr>
                <a:latin typeface="Open Sans ExtraBold"/>
                <a:ea typeface="Open Sans ExtraBold"/>
                <a:cs typeface="Open Sans ExtraBold"/>
                <a:sym typeface="Open Sans ExtraBold"/>
              </a:defRPr>
            </a:lvl4pPr>
            <a:lvl5pPr lvl="4" rtl="0" algn="ctr">
              <a:lnSpc>
                <a:spcPct val="100000"/>
              </a:lnSpc>
              <a:spcBef>
                <a:spcPts val="800"/>
              </a:spcBef>
              <a:spcAft>
                <a:spcPts val="0"/>
              </a:spcAft>
              <a:buNone/>
              <a:defRPr>
                <a:latin typeface="Open Sans ExtraBold"/>
                <a:ea typeface="Open Sans ExtraBold"/>
                <a:cs typeface="Open Sans ExtraBold"/>
                <a:sym typeface="Open Sans ExtraBold"/>
              </a:defRPr>
            </a:lvl5pPr>
            <a:lvl6pPr lvl="5" rtl="0" algn="ctr">
              <a:lnSpc>
                <a:spcPct val="100000"/>
              </a:lnSpc>
              <a:spcBef>
                <a:spcPts val="800"/>
              </a:spcBef>
              <a:spcAft>
                <a:spcPts val="0"/>
              </a:spcAft>
              <a:buNone/>
              <a:defRPr>
                <a:latin typeface="Open Sans ExtraBold"/>
                <a:ea typeface="Open Sans ExtraBold"/>
                <a:cs typeface="Open Sans ExtraBold"/>
                <a:sym typeface="Open Sans ExtraBold"/>
              </a:defRPr>
            </a:lvl6pPr>
            <a:lvl7pPr lvl="6" rtl="0" algn="ctr">
              <a:lnSpc>
                <a:spcPct val="100000"/>
              </a:lnSpc>
              <a:spcBef>
                <a:spcPts val="800"/>
              </a:spcBef>
              <a:spcAft>
                <a:spcPts val="0"/>
              </a:spcAft>
              <a:buNone/>
              <a:defRPr>
                <a:latin typeface="Open Sans ExtraBold"/>
                <a:ea typeface="Open Sans ExtraBold"/>
                <a:cs typeface="Open Sans ExtraBold"/>
                <a:sym typeface="Open Sans ExtraBold"/>
              </a:defRPr>
            </a:lvl7pPr>
            <a:lvl8pPr lvl="7" rtl="0" algn="ctr">
              <a:lnSpc>
                <a:spcPct val="100000"/>
              </a:lnSpc>
              <a:spcBef>
                <a:spcPts val="800"/>
              </a:spcBef>
              <a:spcAft>
                <a:spcPts val="0"/>
              </a:spcAft>
              <a:buNone/>
              <a:defRPr>
                <a:latin typeface="Open Sans ExtraBold"/>
                <a:ea typeface="Open Sans ExtraBold"/>
                <a:cs typeface="Open Sans ExtraBold"/>
                <a:sym typeface="Open Sans ExtraBold"/>
              </a:defRPr>
            </a:lvl8pPr>
            <a:lvl9pPr lvl="8" rtl="0" algn="ctr">
              <a:lnSpc>
                <a:spcPct val="100000"/>
              </a:lnSpc>
              <a:spcBef>
                <a:spcPts val="800"/>
              </a:spcBef>
              <a:spcAft>
                <a:spcPts val="800"/>
              </a:spcAft>
              <a:buNone/>
              <a:defRPr>
                <a:latin typeface="Open Sans ExtraBold"/>
                <a:ea typeface="Open Sans ExtraBold"/>
                <a:cs typeface="Open Sans ExtraBold"/>
                <a:sym typeface="Open Sans ExtraBold"/>
              </a:defRPr>
            </a:lvl9pPr>
          </a:lstStyle>
          <a:p/>
        </p:txBody>
      </p:sp>
      <p:sp>
        <p:nvSpPr>
          <p:cNvPr id="1031" name="Google Shape;1031;p24"/>
          <p:cNvSpPr txBox="1"/>
          <p:nvPr>
            <p:ph idx="2" type="subTitle"/>
          </p:nvPr>
        </p:nvSpPr>
        <p:spPr>
          <a:xfrm>
            <a:off x="713300" y="3145050"/>
            <a:ext cx="2423100" cy="101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sp>
        <p:nvSpPr>
          <p:cNvPr id="1032" name="Google Shape;1032;p24"/>
          <p:cNvSpPr txBox="1"/>
          <p:nvPr>
            <p:ph idx="3" type="subTitle"/>
          </p:nvPr>
        </p:nvSpPr>
        <p:spPr>
          <a:xfrm>
            <a:off x="3358500" y="2759250"/>
            <a:ext cx="2423100" cy="43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atin typeface="Open Sans ExtraBold"/>
                <a:ea typeface="Open Sans ExtraBold"/>
                <a:cs typeface="Open Sans ExtraBold"/>
                <a:sym typeface="Open Sans ExtraBold"/>
              </a:defRPr>
            </a:lvl1pPr>
            <a:lvl2pPr lvl="1" rtl="0" algn="ctr">
              <a:lnSpc>
                <a:spcPct val="100000"/>
              </a:lnSpc>
              <a:spcBef>
                <a:spcPts val="800"/>
              </a:spcBef>
              <a:spcAft>
                <a:spcPts val="0"/>
              </a:spcAft>
              <a:buNone/>
              <a:defRPr>
                <a:latin typeface="Open Sans ExtraBold"/>
                <a:ea typeface="Open Sans ExtraBold"/>
                <a:cs typeface="Open Sans ExtraBold"/>
                <a:sym typeface="Open Sans ExtraBold"/>
              </a:defRPr>
            </a:lvl2pPr>
            <a:lvl3pPr lvl="2" rtl="0" algn="ctr">
              <a:lnSpc>
                <a:spcPct val="100000"/>
              </a:lnSpc>
              <a:spcBef>
                <a:spcPts val="800"/>
              </a:spcBef>
              <a:spcAft>
                <a:spcPts val="0"/>
              </a:spcAft>
              <a:buNone/>
              <a:defRPr>
                <a:latin typeface="Open Sans ExtraBold"/>
                <a:ea typeface="Open Sans ExtraBold"/>
                <a:cs typeface="Open Sans ExtraBold"/>
                <a:sym typeface="Open Sans ExtraBold"/>
              </a:defRPr>
            </a:lvl3pPr>
            <a:lvl4pPr lvl="3" rtl="0" algn="ctr">
              <a:lnSpc>
                <a:spcPct val="100000"/>
              </a:lnSpc>
              <a:spcBef>
                <a:spcPts val="800"/>
              </a:spcBef>
              <a:spcAft>
                <a:spcPts val="0"/>
              </a:spcAft>
              <a:buNone/>
              <a:defRPr>
                <a:latin typeface="Open Sans ExtraBold"/>
                <a:ea typeface="Open Sans ExtraBold"/>
                <a:cs typeface="Open Sans ExtraBold"/>
                <a:sym typeface="Open Sans ExtraBold"/>
              </a:defRPr>
            </a:lvl4pPr>
            <a:lvl5pPr lvl="4" rtl="0" algn="ctr">
              <a:lnSpc>
                <a:spcPct val="100000"/>
              </a:lnSpc>
              <a:spcBef>
                <a:spcPts val="800"/>
              </a:spcBef>
              <a:spcAft>
                <a:spcPts val="0"/>
              </a:spcAft>
              <a:buNone/>
              <a:defRPr>
                <a:latin typeface="Open Sans ExtraBold"/>
                <a:ea typeface="Open Sans ExtraBold"/>
                <a:cs typeface="Open Sans ExtraBold"/>
                <a:sym typeface="Open Sans ExtraBold"/>
              </a:defRPr>
            </a:lvl5pPr>
            <a:lvl6pPr lvl="5" rtl="0" algn="ctr">
              <a:lnSpc>
                <a:spcPct val="100000"/>
              </a:lnSpc>
              <a:spcBef>
                <a:spcPts val="800"/>
              </a:spcBef>
              <a:spcAft>
                <a:spcPts val="0"/>
              </a:spcAft>
              <a:buNone/>
              <a:defRPr>
                <a:latin typeface="Open Sans ExtraBold"/>
                <a:ea typeface="Open Sans ExtraBold"/>
                <a:cs typeface="Open Sans ExtraBold"/>
                <a:sym typeface="Open Sans ExtraBold"/>
              </a:defRPr>
            </a:lvl6pPr>
            <a:lvl7pPr lvl="6" rtl="0" algn="ctr">
              <a:lnSpc>
                <a:spcPct val="100000"/>
              </a:lnSpc>
              <a:spcBef>
                <a:spcPts val="800"/>
              </a:spcBef>
              <a:spcAft>
                <a:spcPts val="0"/>
              </a:spcAft>
              <a:buNone/>
              <a:defRPr>
                <a:latin typeface="Open Sans ExtraBold"/>
                <a:ea typeface="Open Sans ExtraBold"/>
                <a:cs typeface="Open Sans ExtraBold"/>
                <a:sym typeface="Open Sans ExtraBold"/>
              </a:defRPr>
            </a:lvl7pPr>
            <a:lvl8pPr lvl="7" rtl="0" algn="ctr">
              <a:lnSpc>
                <a:spcPct val="100000"/>
              </a:lnSpc>
              <a:spcBef>
                <a:spcPts val="800"/>
              </a:spcBef>
              <a:spcAft>
                <a:spcPts val="0"/>
              </a:spcAft>
              <a:buNone/>
              <a:defRPr>
                <a:latin typeface="Open Sans ExtraBold"/>
                <a:ea typeface="Open Sans ExtraBold"/>
                <a:cs typeface="Open Sans ExtraBold"/>
                <a:sym typeface="Open Sans ExtraBold"/>
              </a:defRPr>
            </a:lvl8pPr>
            <a:lvl9pPr lvl="8" rtl="0" algn="ctr">
              <a:lnSpc>
                <a:spcPct val="100000"/>
              </a:lnSpc>
              <a:spcBef>
                <a:spcPts val="800"/>
              </a:spcBef>
              <a:spcAft>
                <a:spcPts val="800"/>
              </a:spcAft>
              <a:buNone/>
              <a:defRPr>
                <a:latin typeface="Open Sans ExtraBold"/>
                <a:ea typeface="Open Sans ExtraBold"/>
                <a:cs typeface="Open Sans ExtraBold"/>
                <a:sym typeface="Open Sans ExtraBold"/>
              </a:defRPr>
            </a:lvl9pPr>
          </a:lstStyle>
          <a:p/>
        </p:txBody>
      </p:sp>
      <p:sp>
        <p:nvSpPr>
          <p:cNvPr id="1033" name="Google Shape;1033;p24"/>
          <p:cNvSpPr txBox="1"/>
          <p:nvPr>
            <p:ph idx="4" type="subTitle"/>
          </p:nvPr>
        </p:nvSpPr>
        <p:spPr>
          <a:xfrm>
            <a:off x="3358500" y="3145050"/>
            <a:ext cx="2423100" cy="101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sp>
        <p:nvSpPr>
          <p:cNvPr id="1034" name="Google Shape;1034;p24"/>
          <p:cNvSpPr txBox="1"/>
          <p:nvPr>
            <p:ph idx="5" type="subTitle"/>
          </p:nvPr>
        </p:nvSpPr>
        <p:spPr>
          <a:xfrm>
            <a:off x="6003700" y="2759250"/>
            <a:ext cx="2423100" cy="43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atin typeface="Open Sans ExtraBold"/>
                <a:ea typeface="Open Sans ExtraBold"/>
                <a:cs typeface="Open Sans ExtraBold"/>
                <a:sym typeface="Open Sans ExtraBold"/>
              </a:defRPr>
            </a:lvl1pPr>
            <a:lvl2pPr lvl="1" rtl="0" algn="ctr">
              <a:lnSpc>
                <a:spcPct val="100000"/>
              </a:lnSpc>
              <a:spcBef>
                <a:spcPts val="800"/>
              </a:spcBef>
              <a:spcAft>
                <a:spcPts val="0"/>
              </a:spcAft>
              <a:buNone/>
              <a:defRPr>
                <a:latin typeface="Open Sans ExtraBold"/>
                <a:ea typeface="Open Sans ExtraBold"/>
                <a:cs typeface="Open Sans ExtraBold"/>
                <a:sym typeface="Open Sans ExtraBold"/>
              </a:defRPr>
            </a:lvl2pPr>
            <a:lvl3pPr lvl="2" rtl="0" algn="ctr">
              <a:lnSpc>
                <a:spcPct val="100000"/>
              </a:lnSpc>
              <a:spcBef>
                <a:spcPts val="800"/>
              </a:spcBef>
              <a:spcAft>
                <a:spcPts val="0"/>
              </a:spcAft>
              <a:buNone/>
              <a:defRPr>
                <a:latin typeface="Open Sans ExtraBold"/>
                <a:ea typeface="Open Sans ExtraBold"/>
                <a:cs typeface="Open Sans ExtraBold"/>
                <a:sym typeface="Open Sans ExtraBold"/>
              </a:defRPr>
            </a:lvl3pPr>
            <a:lvl4pPr lvl="3" rtl="0" algn="ctr">
              <a:lnSpc>
                <a:spcPct val="100000"/>
              </a:lnSpc>
              <a:spcBef>
                <a:spcPts val="800"/>
              </a:spcBef>
              <a:spcAft>
                <a:spcPts val="0"/>
              </a:spcAft>
              <a:buNone/>
              <a:defRPr>
                <a:latin typeface="Open Sans ExtraBold"/>
                <a:ea typeface="Open Sans ExtraBold"/>
                <a:cs typeface="Open Sans ExtraBold"/>
                <a:sym typeface="Open Sans ExtraBold"/>
              </a:defRPr>
            </a:lvl4pPr>
            <a:lvl5pPr lvl="4" rtl="0" algn="ctr">
              <a:lnSpc>
                <a:spcPct val="100000"/>
              </a:lnSpc>
              <a:spcBef>
                <a:spcPts val="800"/>
              </a:spcBef>
              <a:spcAft>
                <a:spcPts val="0"/>
              </a:spcAft>
              <a:buNone/>
              <a:defRPr>
                <a:latin typeface="Open Sans ExtraBold"/>
                <a:ea typeface="Open Sans ExtraBold"/>
                <a:cs typeface="Open Sans ExtraBold"/>
                <a:sym typeface="Open Sans ExtraBold"/>
              </a:defRPr>
            </a:lvl5pPr>
            <a:lvl6pPr lvl="5" rtl="0" algn="ctr">
              <a:lnSpc>
                <a:spcPct val="100000"/>
              </a:lnSpc>
              <a:spcBef>
                <a:spcPts val="800"/>
              </a:spcBef>
              <a:spcAft>
                <a:spcPts val="0"/>
              </a:spcAft>
              <a:buNone/>
              <a:defRPr>
                <a:latin typeface="Open Sans ExtraBold"/>
                <a:ea typeface="Open Sans ExtraBold"/>
                <a:cs typeface="Open Sans ExtraBold"/>
                <a:sym typeface="Open Sans ExtraBold"/>
              </a:defRPr>
            </a:lvl6pPr>
            <a:lvl7pPr lvl="6" rtl="0" algn="ctr">
              <a:lnSpc>
                <a:spcPct val="100000"/>
              </a:lnSpc>
              <a:spcBef>
                <a:spcPts val="800"/>
              </a:spcBef>
              <a:spcAft>
                <a:spcPts val="0"/>
              </a:spcAft>
              <a:buNone/>
              <a:defRPr>
                <a:latin typeface="Open Sans ExtraBold"/>
                <a:ea typeface="Open Sans ExtraBold"/>
                <a:cs typeface="Open Sans ExtraBold"/>
                <a:sym typeface="Open Sans ExtraBold"/>
              </a:defRPr>
            </a:lvl7pPr>
            <a:lvl8pPr lvl="7" rtl="0" algn="ctr">
              <a:lnSpc>
                <a:spcPct val="100000"/>
              </a:lnSpc>
              <a:spcBef>
                <a:spcPts val="800"/>
              </a:spcBef>
              <a:spcAft>
                <a:spcPts val="0"/>
              </a:spcAft>
              <a:buNone/>
              <a:defRPr>
                <a:latin typeface="Open Sans ExtraBold"/>
                <a:ea typeface="Open Sans ExtraBold"/>
                <a:cs typeface="Open Sans ExtraBold"/>
                <a:sym typeface="Open Sans ExtraBold"/>
              </a:defRPr>
            </a:lvl8pPr>
            <a:lvl9pPr lvl="8" rtl="0" algn="ctr">
              <a:lnSpc>
                <a:spcPct val="100000"/>
              </a:lnSpc>
              <a:spcBef>
                <a:spcPts val="800"/>
              </a:spcBef>
              <a:spcAft>
                <a:spcPts val="800"/>
              </a:spcAft>
              <a:buNone/>
              <a:defRPr>
                <a:latin typeface="Open Sans ExtraBold"/>
                <a:ea typeface="Open Sans ExtraBold"/>
                <a:cs typeface="Open Sans ExtraBold"/>
                <a:sym typeface="Open Sans ExtraBold"/>
              </a:defRPr>
            </a:lvl9pPr>
          </a:lstStyle>
          <a:p/>
        </p:txBody>
      </p:sp>
      <p:sp>
        <p:nvSpPr>
          <p:cNvPr id="1035" name="Google Shape;1035;p24"/>
          <p:cNvSpPr txBox="1"/>
          <p:nvPr>
            <p:ph idx="6" type="subTitle"/>
          </p:nvPr>
        </p:nvSpPr>
        <p:spPr>
          <a:xfrm>
            <a:off x="6003700" y="3145050"/>
            <a:ext cx="2423100" cy="101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800"/>
              </a:spcBef>
              <a:spcAft>
                <a:spcPts val="0"/>
              </a:spcAft>
              <a:buNone/>
              <a:defRPr sz="1600"/>
            </a:lvl2pPr>
            <a:lvl3pPr lvl="2" rtl="0" algn="ctr">
              <a:lnSpc>
                <a:spcPct val="100000"/>
              </a:lnSpc>
              <a:spcBef>
                <a:spcPts val="800"/>
              </a:spcBef>
              <a:spcAft>
                <a:spcPts val="0"/>
              </a:spcAft>
              <a:buNone/>
              <a:defRPr sz="1600"/>
            </a:lvl3pPr>
            <a:lvl4pPr lvl="3" rtl="0" algn="ctr">
              <a:lnSpc>
                <a:spcPct val="100000"/>
              </a:lnSpc>
              <a:spcBef>
                <a:spcPts val="800"/>
              </a:spcBef>
              <a:spcAft>
                <a:spcPts val="0"/>
              </a:spcAft>
              <a:buNone/>
              <a:defRPr sz="1600"/>
            </a:lvl4pPr>
            <a:lvl5pPr lvl="4" rtl="0" algn="ctr">
              <a:lnSpc>
                <a:spcPct val="100000"/>
              </a:lnSpc>
              <a:spcBef>
                <a:spcPts val="800"/>
              </a:spcBef>
              <a:spcAft>
                <a:spcPts val="0"/>
              </a:spcAft>
              <a:buNone/>
              <a:defRPr sz="1600"/>
            </a:lvl5pPr>
            <a:lvl6pPr lvl="5" rtl="0" algn="ctr">
              <a:lnSpc>
                <a:spcPct val="100000"/>
              </a:lnSpc>
              <a:spcBef>
                <a:spcPts val="800"/>
              </a:spcBef>
              <a:spcAft>
                <a:spcPts val="0"/>
              </a:spcAft>
              <a:buNone/>
              <a:defRPr sz="1600"/>
            </a:lvl6pPr>
            <a:lvl7pPr lvl="6" rtl="0" algn="ctr">
              <a:lnSpc>
                <a:spcPct val="100000"/>
              </a:lnSpc>
              <a:spcBef>
                <a:spcPts val="800"/>
              </a:spcBef>
              <a:spcAft>
                <a:spcPts val="0"/>
              </a:spcAft>
              <a:buNone/>
              <a:defRPr sz="1600"/>
            </a:lvl7pPr>
            <a:lvl8pPr lvl="7" rtl="0" algn="ctr">
              <a:lnSpc>
                <a:spcPct val="100000"/>
              </a:lnSpc>
              <a:spcBef>
                <a:spcPts val="800"/>
              </a:spcBef>
              <a:spcAft>
                <a:spcPts val="0"/>
              </a:spcAft>
              <a:buNone/>
              <a:defRPr sz="1600"/>
            </a:lvl8pPr>
            <a:lvl9pPr lvl="8" rtl="0" algn="ctr">
              <a:lnSpc>
                <a:spcPct val="100000"/>
              </a:lnSpc>
              <a:spcBef>
                <a:spcPts val="800"/>
              </a:spcBef>
              <a:spcAft>
                <a:spcPts val="800"/>
              </a:spcAft>
              <a:buNone/>
              <a:defRPr sz="1600"/>
            </a:lvl9pPr>
          </a:lstStyle>
          <a:p/>
        </p:txBody>
      </p:sp>
      <p:sp>
        <p:nvSpPr>
          <p:cNvPr id="1036" name="Google Shape;1036;p24"/>
          <p:cNvSpPr/>
          <p:nvPr/>
        </p:nvSpPr>
        <p:spPr>
          <a:xfrm flipH="1">
            <a:off x="7223815" y="0"/>
            <a:ext cx="1920184" cy="69055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4"/>
          <p:cNvSpPr/>
          <p:nvPr/>
        </p:nvSpPr>
        <p:spPr>
          <a:xfrm>
            <a:off x="8623571" y="590900"/>
            <a:ext cx="153300" cy="1533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spTree>
      <p:nvGrpSpPr>
        <p:cNvPr id="1038" name="Shape 1038"/>
        <p:cNvGrpSpPr/>
        <p:nvPr/>
      </p:nvGrpSpPr>
      <p:grpSpPr>
        <a:xfrm>
          <a:off x="0" y="0"/>
          <a:ext cx="0" cy="0"/>
          <a:chOff x="0" y="0"/>
          <a:chExt cx="0" cy="0"/>
        </a:xfrm>
      </p:grpSpPr>
      <p:grpSp>
        <p:nvGrpSpPr>
          <p:cNvPr id="1039" name="Google Shape;1039;p25"/>
          <p:cNvGrpSpPr/>
          <p:nvPr/>
        </p:nvGrpSpPr>
        <p:grpSpPr>
          <a:xfrm>
            <a:off x="-40" y="0"/>
            <a:ext cx="9143957" cy="5143500"/>
            <a:chOff x="-19200" y="0"/>
            <a:chExt cx="9163200" cy="5143500"/>
          </a:xfrm>
        </p:grpSpPr>
        <p:cxnSp>
          <p:nvCxnSpPr>
            <p:cNvPr id="1040" name="Google Shape;1040;p25"/>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1" name="Google Shape;1041;p25"/>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2" name="Google Shape;1042;p25"/>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3" name="Google Shape;1043;p25"/>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4" name="Google Shape;1044;p25"/>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5" name="Google Shape;1045;p25"/>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6" name="Google Shape;1046;p25"/>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7" name="Google Shape;1047;p25"/>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8" name="Google Shape;1048;p25"/>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49" name="Google Shape;1049;p25"/>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25"/>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1" name="Google Shape;1051;p25"/>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2" name="Google Shape;1052;p25"/>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3" name="Google Shape;1053;p25"/>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4" name="Google Shape;1054;p25"/>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5" name="Google Shape;1055;p25"/>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6" name="Google Shape;1056;p25"/>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7" name="Google Shape;1057;p25"/>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58" name="Google Shape;1058;p25"/>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59" name="Google Shape;1059;p25"/>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60" name="Google Shape;1060;p25"/>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61" name="Google Shape;1061;p25"/>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62" name="Google Shape;1062;p25"/>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63" name="Google Shape;1063;p25"/>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64" name="Google Shape;1064;p25"/>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65" name="Google Shape;1065;p25"/>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66" name="Google Shape;1066;p25"/>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067" name="Google Shape;1067;p25"/>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1068" name="Google Shape;1068;p25"/>
          <p:cNvSpPr/>
          <p:nvPr/>
        </p:nvSpPr>
        <p:spPr>
          <a:xfrm rot="-5400000">
            <a:off x="8424440" y="2880980"/>
            <a:ext cx="959506" cy="479636"/>
          </a:xfrm>
          <a:custGeom>
            <a:rect b="b" l="l" r="r" t="t"/>
            <a:pathLst>
              <a:path extrusionOk="0" fill="none" h="22468" w="44947">
                <a:moveTo>
                  <a:pt x="1" y="22468"/>
                </a:moveTo>
                <a:cubicBezTo>
                  <a:pt x="1" y="10061"/>
                  <a:pt x="10062" y="1"/>
                  <a:pt x="22480" y="1"/>
                </a:cubicBezTo>
                <a:cubicBezTo>
                  <a:pt x="34886" y="1"/>
                  <a:pt x="44947" y="10061"/>
                  <a:pt x="44947" y="22468"/>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5"/>
          <p:cNvSpPr/>
          <p:nvPr/>
        </p:nvSpPr>
        <p:spPr>
          <a:xfrm flipH="1" rot="10800000">
            <a:off x="-8" y="4060909"/>
            <a:ext cx="2982078" cy="1082599"/>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5"/>
          <p:cNvSpPr/>
          <p:nvPr/>
        </p:nvSpPr>
        <p:spPr>
          <a:xfrm>
            <a:off x="142229" y="3989595"/>
            <a:ext cx="153300" cy="1533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5"/>
          <p:cNvSpPr txBox="1"/>
          <p:nvPr>
            <p:ph idx="1" type="subTitle"/>
          </p:nvPr>
        </p:nvSpPr>
        <p:spPr>
          <a:xfrm>
            <a:off x="1745900" y="1169213"/>
            <a:ext cx="2442000" cy="43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Open Sans ExtraBold"/>
                <a:ea typeface="Open Sans ExtraBold"/>
                <a:cs typeface="Open Sans ExtraBold"/>
                <a:sym typeface="Open Sans ExtraBold"/>
              </a:defRPr>
            </a:lvl1pPr>
            <a:lvl2pPr lvl="1" rtl="0">
              <a:lnSpc>
                <a:spcPct val="100000"/>
              </a:lnSpc>
              <a:spcBef>
                <a:spcPts val="800"/>
              </a:spcBef>
              <a:spcAft>
                <a:spcPts val="0"/>
              </a:spcAft>
              <a:buNone/>
              <a:defRPr>
                <a:latin typeface="Open Sans ExtraBold"/>
                <a:ea typeface="Open Sans ExtraBold"/>
                <a:cs typeface="Open Sans ExtraBold"/>
                <a:sym typeface="Open Sans ExtraBold"/>
              </a:defRPr>
            </a:lvl2pPr>
            <a:lvl3pPr lvl="2" rtl="0">
              <a:lnSpc>
                <a:spcPct val="100000"/>
              </a:lnSpc>
              <a:spcBef>
                <a:spcPts val="800"/>
              </a:spcBef>
              <a:spcAft>
                <a:spcPts val="0"/>
              </a:spcAft>
              <a:buNone/>
              <a:defRPr>
                <a:latin typeface="Open Sans ExtraBold"/>
                <a:ea typeface="Open Sans ExtraBold"/>
                <a:cs typeface="Open Sans ExtraBold"/>
                <a:sym typeface="Open Sans ExtraBold"/>
              </a:defRPr>
            </a:lvl3pPr>
            <a:lvl4pPr lvl="3" rtl="0">
              <a:lnSpc>
                <a:spcPct val="100000"/>
              </a:lnSpc>
              <a:spcBef>
                <a:spcPts val="800"/>
              </a:spcBef>
              <a:spcAft>
                <a:spcPts val="0"/>
              </a:spcAft>
              <a:buNone/>
              <a:defRPr>
                <a:latin typeface="Open Sans ExtraBold"/>
                <a:ea typeface="Open Sans ExtraBold"/>
                <a:cs typeface="Open Sans ExtraBold"/>
                <a:sym typeface="Open Sans ExtraBold"/>
              </a:defRPr>
            </a:lvl4pPr>
            <a:lvl5pPr lvl="4" rtl="0">
              <a:lnSpc>
                <a:spcPct val="100000"/>
              </a:lnSpc>
              <a:spcBef>
                <a:spcPts val="800"/>
              </a:spcBef>
              <a:spcAft>
                <a:spcPts val="0"/>
              </a:spcAft>
              <a:buNone/>
              <a:defRPr>
                <a:latin typeface="Open Sans ExtraBold"/>
                <a:ea typeface="Open Sans ExtraBold"/>
                <a:cs typeface="Open Sans ExtraBold"/>
                <a:sym typeface="Open Sans ExtraBold"/>
              </a:defRPr>
            </a:lvl5pPr>
            <a:lvl6pPr lvl="5" rtl="0">
              <a:lnSpc>
                <a:spcPct val="100000"/>
              </a:lnSpc>
              <a:spcBef>
                <a:spcPts val="800"/>
              </a:spcBef>
              <a:spcAft>
                <a:spcPts val="0"/>
              </a:spcAft>
              <a:buNone/>
              <a:defRPr>
                <a:latin typeface="Open Sans ExtraBold"/>
                <a:ea typeface="Open Sans ExtraBold"/>
                <a:cs typeface="Open Sans ExtraBold"/>
                <a:sym typeface="Open Sans ExtraBold"/>
              </a:defRPr>
            </a:lvl6pPr>
            <a:lvl7pPr lvl="6" rtl="0">
              <a:lnSpc>
                <a:spcPct val="100000"/>
              </a:lnSpc>
              <a:spcBef>
                <a:spcPts val="800"/>
              </a:spcBef>
              <a:spcAft>
                <a:spcPts val="0"/>
              </a:spcAft>
              <a:buNone/>
              <a:defRPr>
                <a:latin typeface="Open Sans ExtraBold"/>
                <a:ea typeface="Open Sans ExtraBold"/>
                <a:cs typeface="Open Sans ExtraBold"/>
                <a:sym typeface="Open Sans ExtraBold"/>
              </a:defRPr>
            </a:lvl7pPr>
            <a:lvl8pPr lvl="7" rtl="0">
              <a:lnSpc>
                <a:spcPct val="100000"/>
              </a:lnSpc>
              <a:spcBef>
                <a:spcPts val="800"/>
              </a:spcBef>
              <a:spcAft>
                <a:spcPts val="0"/>
              </a:spcAft>
              <a:buNone/>
              <a:defRPr>
                <a:latin typeface="Open Sans ExtraBold"/>
                <a:ea typeface="Open Sans ExtraBold"/>
                <a:cs typeface="Open Sans ExtraBold"/>
                <a:sym typeface="Open Sans ExtraBold"/>
              </a:defRPr>
            </a:lvl8pPr>
            <a:lvl9pPr lvl="8" rtl="0">
              <a:lnSpc>
                <a:spcPct val="100000"/>
              </a:lnSpc>
              <a:spcBef>
                <a:spcPts val="800"/>
              </a:spcBef>
              <a:spcAft>
                <a:spcPts val="800"/>
              </a:spcAft>
              <a:buNone/>
              <a:defRPr>
                <a:latin typeface="Open Sans ExtraBold"/>
                <a:ea typeface="Open Sans ExtraBold"/>
                <a:cs typeface="Open Sans ExtraBold"/>
                <a:sym typeface="Open Sans ExtraBold"/>
              </a:defRPr>
            </a:lvl9pPr>
          </a:lstStyle>
          <a:p/>
        </p:txBody>
      </p:sp>
      <p:sp>
        <p:nvSpPr>
          <p:cNvPr id="1072" name="Google Shape;1072;p25"/>
          <p:cNvSpPr txBox="1"/>
          <p:nvPr>
            <p:ph idx="2" type="subTitle"/>
          </p:nvPr>
        </p:nvSpPr>
        <p:spPr>
          <a:xfrm>
            <a:off x="1745900" y="1553800"/>
            <a:ext cx="2442000" cy="9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800"/>
              </a:spcBef>
              <a:spcAft>
                <a:spcPts val="0"/>
              </a:spcAft>
              <a:buNone/>
              <a:defRPr sz="1600"/>
            </a:lvl2pPr>
            <a:lvl3pPr lvl="2" rtl="0">
              <a:lnSpc>
                <a:spcPct val="100000"/>
              </a:lnSpc>
              <a:spcBef>
                <a:spcPts val="800"/>
              </a:spcBef>
              <a:spcAft>
                <a:spcPts val="0"/>
              </a:spcAft>
              <a:buNone/>
              <a:defRPr sz="1600"/>
            </a:lvl3pPr>
            <a:lvl4pPr lvl="3" rtl="0">
              <a:lnSpc>
                <a:spcPct val="100000"/>
              </a:lnSpc>
              <a:spcBef>
                <a:spcPts val="800"/>
              </a:spcBef>
              <a:spcAft>
                <a:spcPts val="0"/>
              </a:spcAft>
              <a:buNone/>
              <a:defRPr sz="1600"/>
            </a:lvl4pPr>
            <a:lvl5pPr lvl="4" rtl="0">
              <a:lnSpc>
                <a:spcPct val="100000"/>
              </a:lnSpc>
              <a:spcBef>
                <a:spcPts val="800"/>
              </a:spcBef>
              <a:spcAft>
                <a:spcPts val="0"/>
              </a:spcAft>
              <a:buNone/>
              <a:defRPr sz="1600"/>
            </a:lvl5pPr>
            <a:lvl6pPr lvl="5" rtl="0">
              <a:lnSpc>
                <a:spcPct val="100000"/>
              </a:lnSpc>
              <a:spcBef>
                <a:spcPts val="800"/>
              </a:spcBef>
              <a:spcAft>
                <a:spcPts val="0"/>
              </a:spcAft>
              <a:buNone/>
              <a:defRPr sz="1600"/>
            </a:lvl6pPr>
            <a:lvl7pPr lvl="6" rtl="0">
              <a:lnSpc>
                <a:spcPct val="100000"/>
              </a:lnSpc>
              <a:spcBef>
                <a:spcPts val="800"/>
              </a:spcBef>
              <a:spcAft>
                <a:spcPts val="0"/>
              </a:spcAft>
              <a:buNone/>
              <a:defRPr sz="1600"/>
            </a:lvl7pPr>
            <a:lvl8pPr lvl="7" rtl="0">
              <a:lnSpc>
                <a:spcPct val="100000"/>
              </a:lnSpc>
              <a:spcBef>
                <a:spcPts val="800"/>
              </a:spcBef>
              <a:spcAft>
                <a:spcPts val="0"/>
              </a:spcAft>
              <a:buNone/>
              <a:defRPr sz="1600"/>
            </a:lvl8pPr>
            <a:lvl9pPr lvl="8" rtl="0">
              <a:lnSpc>
                <a:spcPct val="100000"/>
              </a:lnSpc>
              <a:spcBef>
                <a:spcPts val="800"/>
              </a:spcBef>
              <a:spcAft>
                <a:spcPts val="800"/>
              </a:spcAft>
              <a:buNone/>
              <a:defRPr sz="1600"/>
            </a:lvl9pPr>
          </a:lstStyle>
          <a:p/>
        </p:txBody>
      </p:sp>
      <p:sp>
        <p:nvSpPr>
          <p:cNvPr id="1073" name="Google Shape;1073;p25"/>
          <p:cNvSpPr txBox="1"/>
          <p:nvPr>
            <p:ph idx="3" type="subTitle"/>
          </p:nvPr>
        </p:nvSpPr>
        <p:spPr>
          <a:xfrm>
            <a:off x="5778300" y="1169213"/>
            <a:ext cx="2441400" cy="43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Open Sans ExtraBold"/>
                <a:ea typeface="Open Sans ExtraBold"/>
                <a:cs typeface="Open Sans ExtraBold"/>
                <a:sym typeface="Open Sans ExtraBold"/>
              </a:defRPr>
            </a:lvl1pPr>
            <a:lvl2pPr lvl="1" rtl="0">
              <a:lnSpc>
                <a:spcPct val="100000"/>
              </a:lnSpc>
              <a:spcBef>
                <a:spcPts val="800"/>
              </a:spcBef>
              <a:spcAft>
                <a:spcPts val="0"/>
              </a:spcAft>
              <a:buNone/>
              <a:defRPr>
                <a:latin typeface="Open Sans ExtraBold"/>
                <a:ea typeface="Open Sans ExtraBold"/>
                <a:cs typeface="Open Sans ExtraBold"/>
                <a:sym typeface="Open Sans ExtraBold"/>
              </a:defRPr>
            </a:lvl2pPr>
            <a:lvl3pPr lvl="2" rtl="0">
              <a:lnSpc>
                <a:spcPct val="100000"/>
              </a:lnSpc>
              <a:spcBef>
                <a:spcPts val="800"/>
              </a:spcBef>
              <a:spcAft>
                <a:spcPts val="0"/>
              </a:spcAft>
              <a:buNone/>
              <a:defRPr>
                <a:latin typeface="Open Sans ExtraBold"/>
                <a:ea typeface="Open Sans ExtraBold"/>
                <a:cs typeface="Open Sans ExtraBold"/>
                <a:sym typeface="Open Sans ExtraBold"/>
              </a:defRPr>
            </a:lvl3pPr>
            <a:lvl4pPr lvl="3" rtl="0">
              <a:lnSpc>
                <a:spcPct val="100000"/>
              </a:lnSpc>
              <a:spcBef>
                <a:spcPts val="800"/>
              </a:spcBef>
              <a:spcAft>
                <a:spcPts val="0"/>
              </a:spcAft>
              <a:buNone/>
              <a:defRPr>
                <a:latin typeface="Open Sans ExtraBold"/>
                <a:ea typeface="Open Sans ExtraBold"/>
                <a:cs typeface="Open Sans ExtraBold"/>
                <a:sym typeface="Open Sans ExtraBold"/>
              </a:defRPr>
            </a:lvl4pPr>
            <a:lvl5pPr lvl="4" rtl="0">
              <a:lnSpc>
                <a:spcPct val="100000"/>
              </a:lnSpc>
              <a:spcBef>
                <a:spcPts val="800"/>
              </a:spcBef>
              <a:spcAft>
                <a:spcPts val="0"/>
              </a:spcAft>
              <a:buNone/>
              <a:defRPr>
                <a:latin typeface="Open Sans ExtraBold"/>
                <a:ea typeface="Open Sans ExtraBold"/>
                <a:cs typeface="Open Sans ExtraBold"/>
                <a:sym typeface="Open Sans ExtraBold"/>
              </a:defRPr>
            </a:lvl5pPr>
            <a:lvl6pPr lvl="5" rtl="0">
              <a:lnSpc>
                <a:spcPct val="100000"/>
              </a:lnSpc>
              <a:spcBef>
                <a:spcPts val="800"/>
              </a:spcBef>
              <a:spcAft>
                <a:spcPts val="0"/>
              </a:spcAft>
              <a:buNone/>
              <a:defRPr>
                <a:latin typeface="Open Sans ExtraBold"/>
                <a:ea typeface="Open Sans ExtraBold"/>
                <a:cs typeface="Open Sans ExtraBold"/>
                <a:sym typeface="Open Sans ExtraBold"/>
              </a:defRPr>
            </a:lvl6pPr>
            <a:lvl7pPr lvl="6" rtl="0">
              <a:lnSpc>
                <a:spcPct val="100000"/>
              </a:lnSpc>
              <a:spcBef>
                <a:spcPts val="800"/>
              </a:spcBef>
              <a:spcAft>
                <a:spcPts val="0"/>
              </a:spcAft>
              <a:buNone/>
              <a:defRPr>
                <a:latin typeface="Open Sans ExtraBold"/>
                <a:ea typeface="Open Sans ExtraBold"/>
                <a:cs typeface="Open Sans ExtraBold"/>
                <a:sym typeface="Open Sans ExtraBold"/>
              </a:defRPr>
            </a:lvl7pPr>
            <a:lvl8pPr lvl="7" rtl="0">
              <a:lnSpc>
                <a:spcPct val="100000"/>
              </a:lnSpc>
              <a:spcBef>
                <a:spcPts val="800"/>
              </a:spcBef>
              <a:spcAft>
                <a:spcPts val="0"/>
              </a:spcAft>
              <a:buNone/>
              <a:defRPr>
                <a:latin typeface="Open Sans ExtraBold"/>
                <a:ea typeface="Open Sans ExtraBold"/>
                <a:cs typeface="Open Sans ExtraBold"/>
                <a:sym typeface="Open Sans ExtraBold"/>
              </a:defRPr>
            </a:lvl8pPr>
            <a:lvl9pPr lvl="8" rtl="0">
              <a:lnSpc>
                <a:spcPct val="100000"/>
              </a:lnSpc>
              <a:spcBef>
                <a:spcPts val="800"/>
              </a:spcBef>
              <a:spcAft>
                <a:spcPts val="800"/>
              </a:spcAft>
              <a:buNone/>
              <a:defRPr>
                <a:latin typeface="Open Sans ExtraBold"/>
                <a:ea typeface="Open Sans ExtraBold"/>
                <a:cs typeface="Open Sans ExtraBold"/>
                <a:sym typeface="Open Sans ExtraBold"/>
              </a:defRPr>
            </a:lvl9pPr>
          </a:lstStyle>
          <a:p/>
        </p:txBody>
      </p:sp>
      <p:sp>
        <p:nvSpPr>
          <p:cNvPr id="1074" name="Google Shape;1074;p25"/>
          <p:cNvSpPr txBox="1"/>
          <p:nvPr>
            <p:ph idx="4" type="subTitle"/>
          </p:nvPr>
        </p:nvSpPr>
        <p:spPr>
          <a:xfrm>
            <a:off x="5778300" y="1549900"/>
            <a:ext cx="2441400" cy="93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800"/>
              </a:spcBef>
              <a:spcAft>
                <a:spcPts val="0"/>
              </a:spcAft>
              <a:buNone/>
              <a:defRPr sz="1600"/>
            </a:lvl2pPr>
            <a:lvl3pPr lvl="2" rtl="0">
              <a:lnSpc>
                <a:spcPct val="100000"/>
              </a:lnSpc>
              <a:spcBef>
                <a:spcPts val="800"/>
              </a:spcBef>
              <a:spcAft>
                <a:spcPts val="0"/>
              </a:spcAft>
              <a:buNone/>
              <a:defRPr sz="1600"/>
            </a:lvl3pPr>
            <a:lvl4pPr lvl="3" rtl="0">
              <a:lnSpc>
                <a:spcPct val="100000"/>
              </a:lnSpc>
              <a:spcBef>
                <a:spcPts val="800"/>
              </a:spcBef>
              <a:spcAft>
                <a:spcPts val="0"/>
              </a:spcAft>
              <a:buNone/>
              <a:defRPr sz="1600"/>
            </a:lvl4pPr>
            <a:lvl5pPr lvl="4" rtl="0">
              <a:lnSpc>
                <a:spcPct val="100000"/>
              </a:lnSpc>
              <a:spcBef>
                <a:spcPts val="800"/>
              </a:spcBef>
              <a:spcAft>
                <a:spcPts val="0"/>
              </a:spcAft>
              <a:buNone/>
              <a:defRPr sz="1600"/>
            </a:lvl5pPr>
            <a:lvl6pPr lvl="5" rtl="0">
              <a:lnSpc>
                <a:spcPct val="100000"/>
              </a:lnSpc>
              <a:spcBef>
                <a:spcPts val="800"/>
              </a:spcBef>
              <a:spcAft>
                <a:spcPts val="0"/>
              </a:spcAft>
              <a:buNone/>
              <a:defRPr sz="1600"/>
            </a:lvl6pPr>
            <a:lvl7pPr lvl="6" rtl="0">
              <a:lnSpc>
                <a:spcPct val="100000"/>
              </a:lnSpc>
              <a:spcBef>
                <a:spcPts val="800"/>
              </a:spcBef>
              <a:spcAft>
                <a:spcPts val="0"/>
              </a:spcAft>
              <a:buNone/>
              <a:defRPr sz="1600"/>
            </a:lvl7pPr>
            <a:lvl8pPr lvl="7" rtl="0">
              <a:lnSpc>
                <a:spcPct val="100000"/>
              </a:lnSpc>
              <a:spcBef>
                <a:spcPts val="800"/>
              </a:spcBef>
              <a:spcAft>
                <a:spcPts val="0"/>
              </a:spcAft>
              <a:buNone/>
              <a:defRPr sz="1600"/>
            </a:lvl8pPr>
            <a:lvl9pPr lvl="8" rtl="0">
              <a:lnSpc>
                <a:spcPct val="100000"/>
              </a:lnSpc>
              <a:spcBef>
                <a:spcPts val="800"/>
              </a:spcBef>
              <a:spcAft>
                <a:spcPts val="800"/>
              </a:spcAft>
              <a:buNone/>
              <a:defRPr sz="1600"/>
            </a:lvl9pPr>
          </a:lstStyle>
          <a:p/>
        </p:txBody>
      </p:sp>
      <p:sp>
        <p:nvSpPr>
          <p:cNvPr id="1075" name="Google Shape;1075;p25"/>
          <p:cNvSpPr txBox="1"/>
          <p:nvPr>
            <p:ph idx="5" type="subTitle"/>
          </p:nvPr>
        </p:nvSpPr>
        <p:spPr>
          <a:xfrm>
            <a:off x="1745900" y="3009996"/>
            <a:ext cx="2441400" cy="43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Open Sans ExtraBold"/>
                <a:ea typeface="Open Sans ExtraBold"/>
                <a:cs typeface="Open Sans ExtraBold"/>
                <a:sym typeface="Open Sans ExtraBold"/>
              </a:defRPr>
            </a:lvl1pPr>
            <a:lvl2pPr lvl="1" rtl="0">
              <a:lnSpc>
                <a:spcPct val="100000"/>
              </a:lnSpc>
              <a:spcBef>
                <a:spcPts val="800"/>
              </a:spcBef>
              <a:spcAft>
                <a:spcPts val="0"/>
              </a:spcAft>
              <a:buNone/>
              <a:defRPr>
                <a:latin typeface="Open Sans ExtraBold"/>
                <a:ea typeface="Open Sans ExtraBold"/>
                <a:cs typeface="Open Sans ExtraBold"/>
                <a:sym typeface="Open Sans ExtraBold"/>
              </a:defRPr>
            </a:lvl2pPr>
            <a:lvl3pPr lvl="2" rtl="0">
              <a:lnSpc>
                <a:spcPct val="100000"/>
              </a:lnSpc>
              <a:spcBef>
                <a:spcPts val="800"/>
              </a:spcBef>
              <a:spcAft>
                <a:spcPts val="0"/>
              </a:spcAft>
              <a:buNone/>
              <a:defRPr>
                <a:latin typeface="Open Sans ExtraBold"/>
                <a:ea typeface="Open Sans ExtraBold"/>
                <a:cs typeface="Open Sans ExtraBold"/>
                <a:sym typeface="Open Sans ExtraBold"/>
              </a:defRPr>
            </a:lvl3pPr>
            <a:lvl4pPr lvl="3" rtl="0">
              <a:lnSpc>
                <a:spcPct val="100000"/>
              </a:lnSpc>
              <a:spcBef>
                <a:spcPts val="800"/>
              </a:spcBef>
              <a:spcAft>
                <a:spcPts val="0"/>
              </a:spcAft>
              <a:buNone/>
              <a:defRPr>
                <a:latin typeface="Open Sans ExtraBold"/>
                <a:ea typeface="Open Sans ExtraBold"/>
                <a:cs typeface="Open Sans ExtraBold"/>
                <a:sym typeface="Open Sans ExtraBold"/>
              </a:defRPr>
            </a:lvl4pPr>
            <a:lvl5pPr lvl="4" rtl="0">
              <a:lnSpc>
                <a:spcPct val="100000"/>
              </a:lnSpc>
              <a:spcBef>
                <a:spcPts val="800"/>
              </a:spcBef>
              <a:spcAft>
                <a:spcPts val="0"/>
              </a:spcAft>
              <a:buNone/>
              <a:defRPr>
                <a:latin typeface="Open Sans ExtraBold"/>
                <a:ea typeface="Open Sans ExtraBold"/>
                <a:cs typeface="Open Sans ExtraBold"/>
                <a:sym typeface="Open Sans ExtraBold"/>
              </a:defRPr>
            </a:lvl5pPr>
            <a:lvl6pPr lvl="5" rtl="0">
              <a:lnSpc>
                <a:spcPct val="100000"/>
              </a:lnSpc>
              <a:spcBef>
                <a:spcPts val="800"/>
              </a:spcBef>
              <a:spcAft>
                <a:spcPts val="0"/>
              </a:spcAft>
              <a:buNone/>
              <a:defRPr>
                <a:latin typeface="Open Sans ExtraBold"/>
                <a:ea typeface="Open Sans ExtraBold"/>
                <a:cs typeface="Open Sans ExtraBold"/>
                <a:sym typeface="Open Sans ExtraBold"/>
              </a:defRPr>
            </a:lvl6pPr>
            <a:lvl7pPr lvl="6" rtl="0">
              <a:lnSpc>
                <a:spcPct val="100000"/>
              </a:lnSpc>
              <a:spcBef>
                <a:spcPts val="800"/>
              </a:spcBef>
              <a:spcAft>
                <a:spcPts val="0"/>
              </a:spcAft>
              <a:buNone/>
              <a:defRPr>
                <a:latin typeface="Open Sans ExtraBold"/>
                <a:ea typeface="Open Sans ExtraBold"/>
                <a:cs typeface="Open Sans ExtraBold"/>
                <a:sym typeface="Open Sans ExtraBold"/>
              </a:defRPr>
            </a:lvl7pPr>
            <a:lvl8pPr lvl="7" rtl="0">
              <a:lnSpc>
                <a:spcPct val="100000"/>
              </a:lnSpc>
              <a:spcBef>
                <a:spcPts val="800"/>
              </a:spcBef>
              <a:spcAft>
                <a:spcPts val="0"/>
              </a:spcAft>
              <a:buNone/>
              <a:defRPr>
                <a:latin typeface="Open Sans ExtraBold"/>
                <a:ea typeface="Open Sans ExtraBold"/>
                <a:cs typeface="Open Sans ExtraBold"/>
                <a:sym typeface="Open Sans ExtraBold"/>
              </a:defRPr>
            </a:lvl8pPr>
            <a:lvl9pPr lvl="8" rtl="0">
              <a:lnSpc>
                <a:spcPct val="100000"/>
              </a:lnSpc>
              <a:spcBef>
                <a:spcPts val="800"/>
              </a:spcBef>
              <a:spcAft>
                <a:spcPts val="800"/>
              </a:spcAft>
              <a:buNone/>
              <a:defRPr>
                <a:latin typeface="Open Sans ExtraBold"/>
                <a:ea typeface="Open Sans ExtraBold"/>
                <a:cs typeface="Open Sans ExtraBold"/>
                <a:sym typeface="Open Sans ExtraBold"/>
              </a:defRPr>
            </a:lvl9pPr>
          </a:lstStyle>
          <a:p/>
        </p:txBody>
      </p:sp>
      <p:sp>
        <p:nvSpPr>
          <p:cNvPr id="1076" name="Google Shape;1076;p25"/>
          <p:cNvSpPr txBox="1"/>
          <p:nvPr>
            <p:ph idx="6" type="subTitle"/>
          </p:nvPr>
        </p:nvSpPr>
        <p:spPr>
          <a:xfrm>
            <a:off x="1745900" y="3397826"/>
            <a:ext cx="2441400" cy="93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800"/>
              </a:spcBef>
              <a:spcAft>
                <a:spcPts val="0"/>
              </a:spcAft>
              <a:buNone/>
              <a:defRPr sz="1600"/>
            </a:lvl2pPr>
            <a:lvl3pPr lvl="2" rtl="0">
              <a:lnSpc>
                <a:spcPct val="100000"/>
              </a:lnSpc>
              <a:spcBef>
                <a:spcPts val="800"/>
              </a:spcBef>
              <a:spcAft>
                <a:spcPts val="0"/>
              </a:spcAft>
              <a:buNone/>
              <a:defRPr sz="1600"/>
            </a:lvl3pPr>
            <a:lvl4pPr lvl="3" rtl="0">
              <a:lnSpc>
                <a:spcPct val="100000"/>
              </a:lnSpc>
              <a:spcBef>
                <a:spcPts val="800"/>
              </a:spcBef>
              <a:spcAft>
                <a:spcPts val="0"/>
              </a:spcAft>
              <a:buNone/>
              <a:defRPr sz="1600"/>
            </a:lvl4pPr>
            <a:lvl5pPr lvl="4" rtl="0">
              <a:lnSpc>
                <a:spcPct val="100000"/>
              </a:lnSpc>
              <a:spcBef>
                <a:spcPts val="800"/>
              </a:spcBef>
              <a:spcAft>
                <a:spcPts val="0"/>
              </a:spcAft>
              <a:buNone/>
              <a:defRPr sz="1600"/>
            </a:lvl5pPr>
            <a:lvl6pPr lvl="5" rtl="0">
              <a:lnSpc>
                <a:spcPct val="100000"/>
              </a:lnSpc>
              <a:spcBef>
                <a:spcPts val="800"/>
              </a:spcBef>
              <a:spcAft>
                <a:spcPts val="0"/>
              </a:spcAft>
              <a:buNone/>
              <a:defRPr sz="1600"/>
            </a:lvl6pPr>
            <a:lvl7pPr lvl="6" rtl="0">
              <a:lnSpc>
                <a:spcPct val="100000"/>
              </a:lnSpc>
              <a:spcBef>
                <a:spcPts val="800"/>
              </a:spcBef>
              <a:spcAft>
                <a:spcPts val="0"/>
              </a:spcAft>
              <a:buNone/>
              <a:defRPr sz="1600"/>
            </a:lvl7pPr>
            <a:lvl8pPr lvl="7" rtl="0">
              <a:lnSpc>
                <a:spcPct val="100000"/>
              </a:lnSpc>
              <a:spcBef>
                <a:spcPts val="800"/>
              </a:spcBef>
              <a:spcAft>
                <a:spcPts val="0"/>
              </a:spcAft>
              <a:buNone/>
              <a:defRPr sz="1600"/>
            </a:lvl8pPr>
            <a:lvl9pPr lvl="8" rtl="0">
              <a:lnSpc>
                <a:spcPct val="100000"/>
              </a:lnSpc>
              <a:spcBef>
                <a:spcPts val="800"/>
              </a:spcBef>
              <a:spcAft>
                <a:spcPts val="800"/>
              </a:spcAft>
              <a:buNone/>
              <a:defRPr sz="1600"/>
            </a:lvl9pPr>
          </a:lstStyle>
          <a:p/>
        </p:txBody>
      </p:sp>
      <p:sp>
        <p:nvSpPr>
          <p:cNvPr id="1077" name="Google Shape;1077;p25"/>
          <p:cNvSpPr txBox="1"/>
          <p:nvPr>
            <p:ph idx="7" type="subTitle"/>
          </p:nvPr>
        </p:nvSpPr>
        <p:spPr>
          <a:xfrm>
            <a:off x="5778300" y="3009996"/>
            <a:ext cx="2441400" cy="43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Open Sans ExtraBold"/>
                <a:ea typeface="Open Sans ExtraBold"/>
                <a:cs typeface="Open Sans ExtraBold"/>
                <a:sym typeface="Open Sans ExtraBold"/>
              </a:defRPr>
            </a:lvl1pPr>
            <a:lvl2pPr lvl="1" rtl="0">
              <a:lnSpc>
                <a:spcPct val="100000"/>
              </a:lnSpc>
              <a:spcBef>
                <a:spcPts val="800"/>
              </a:spcBef>
              <a:spcAft>
                <a:spcPts val="0"/>
              </a:spcAft>
              <a:buNone/>
              <a:defRPr>
                <a:latin typeface="Open Sans ExtraBold"/>
                <a:ea typeface="Open Sans ExtraBold"/>
                <a:cs typeface="Open Sans ExtraBold"/>
                <a:sym typeface="Open Sans ExtraBold"/>
              </a:defRPr>
            </a:lvl2pPr>
            <a:lvl3pPr lvl="2" rtl="0">
              <a:lnSpc>
                <a:spcPct val="100000"/>
              </a:lnSpc>
              <a:spcBef>
                <a:spcPts val="800"/>
              </a:spcBef>
              <a:spcAft>
                <a:spcPts val="0"/>
              </a:spcAft>
              <a:buNone/>
              <a:defRPr>
                <a:latin typeface="Open Sans ExtraBold"/>
                <a:ea typeface="Open Sans ExtraBold"/>
                <a:cs typeface="Open Sans ExtraBold"/>
                <a:sym typeface="Open Sans ExtraBold"/>
              </a:defRPr>
            </a:lvl3pPr>
            <a:lvl4pPr lvl="3" rtl="0">
              <a:lnSpc>
                <a:spcPct val="100000"/>
              </a:lnSpc>
              <a:spcBef>
                <a:spcPts val="800"/>
              </a:spcBef>
              <a:spcAft>
                <a:spcPts val="0"/>
              </a:spcAft>
              <a:buNone/>
              <a:defRPr>
                <a:latin typeface="Open Sans ExtraBold"/>
                <a:ea typeface="Open Sans ExtraBold"/>
                <a:cs typeface="Open Sans ExtraBold"/>
                <a:sym typeface="Open Sans ExtraBold"/>
              </a:defRPr>
            </a:lvl4pPr>
            <a:lvl5pPr lvl="4" rtl="0">
              <a:lnSpc>
                <a:spcPct val="100000"/>
              </a:lnSpc>
              <a:spcBef>
                <a:spcPts val="800"/>
              </a:spcBef>
              <a:spcAft>
                <a:spcPts val="0"/>
              </a:spcAft>
              <a:buNone/>
              <a:defRPr>
                <a:latin typeface="Open Sans ExtraBold"/>
                <a:ea typeface="Open Sans ExtraBold"/>
                <a:cs typeface="Open Sans ExtraBold"/>
                <a:sym typeface="Open Sans ExtraBold"/>
              </a:defRPr>
            </a:lvl5pPr>
            <a:lvl6pPr lvl="5" rtl="0">
              <a:lnSpc>
                <a:spcPct val="100000"/>
              </a:lnSpc>
              <a:spcBef>
                <a:spcPts val="800"/>
              </a:spcBef>
              <a:spcAft>
                <a:spcPts val="0"/>
              </a:spcAft>
              <a:buNone/>
              <a:defRPr>
                <a:latin typeface="Open Sans ExtraBold"/>
                <a:ea typeface="Open Sans ExtraBold"/>
                <a:cs typeface="Open Sans ExtraBold"/>
                <a:sym typeface="Open Sans ExtraBold"/>
              </a:defRPr>
            </a:lvl6pPr>
            <a:lvl7pPr lvl="6" rtl="0">
              <a:lnSpc>
                <a:spcPct val="100000"/>
              </a:lnSpc>
              <a:spcBef>
                <a:spcPts val="800"/>
              </a:spcBef>
              <a:spcAft>
                <a:spcPts val="0"/>
              </a:spcAft>
              <a:buNone/>
              <a:defRPr>
                <a:latin typeface="Open Sans ExtraBold"/>
                <a:ea typeface="Open Sans ExtraBold"/>
                <a:cs typeface="Open Sans ExtraBold"/>
                <a:sym typeface="Open Sans ExtraBold"/>
              </a:defRPr>
            </a:lvl7pPr>
            <a:lvl8pPr lvl="7" rtl="0">
              <a:lnSpc>
                <a:spcPct val="100000"/>
              </a:lnSpc>
              <a:spcBef>
                <a:spcPts val="800"/>
              </a:spcBef>
              <a:spcAft>
                <a:spcPts val="0"/>
              </a:spcAft>
              <a:buNone/>
              <a:defRPr>
                <a:latin typeface="Open Sans ExtraBold"/>
                <a:ea typeface="Open Sans ExtraBold"/>
                <a:cs typeface="Open Sans ExtraBold"/>
                <a:sym typeface="Open Sans ExtraBold"/>
              </a:defRPr>
            </a:lvl8pPr>
            <a:lvl9pPr lvl="8" rtl="0">
              <a:lnSpc>
                <a:spcPct val="100000"/>
              </a:lnSpc>
              <a:spcBef>
                <a:spcPts val="800"/>
              </a:spcBef>
              <a:spcAft>
                <a:spcPts val="800"/>
              </a:spcAft>
              <a:buNone/>
              <a:defRPr>
                <a:latin typeface="Open Sans ExtraBold"/>
                <a:ea typeface="Open Sans ExtraBold"/>
                <a:cs typeface="Open Sans ExtraBold"/>
                <a:sym typeface="Open Sans ExtraBold"/>
              </a:defRPr>
            </a:lvl9pPr>
          </a:lstStyle>
          <a:p/>
        </p:txBody>
      </p:sp>
      <p:sp>
        <p:nvSpPr>
          <p:cNvPr id="1078" name="Google Shape;1078;p25"/>
          <p:cNvSpPr txBox="1"/>
          <p:nvPr>
            <p:ph idx="8" type="subTitle"/>
          </p:nvPr>
        </p:nvSpPr>
        <p:spPr>
          <a:xfrm>
            <a:off x="5778300" y="3397826"/>
            <a:ext cx="2441400" cy="93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800"/>
              </a:spcBef>
              <a:spcAft>
                <a:spcPts val="0"/>
              </a:spcAft>
              <a:buNone/>
              <a:defRPr sz="1600"/>
            </a:lvl2pPr>
            <a:lvl3pPr lvl="2" rtl="0">
              <a:lnSpc>
                <a:spcPct val="100000"/>
              </a:lnSpc>
              <a:spcBef>
                <a:spcPts val="800"/>
              </a:spcBef>
              <a:spcAft>
                <a:spcPts val="0"/>
              </a:spcAft>
              <a:buNone/>
              <a:defRPr sz="1600"/>
            </a:lvl3pPr>
            <a:lvl4pPr lvl="3" rtl="0">
              <a:lnSpc>
                <a:spcPct val="100000"/>
              </a:lnSpc>
              <a:spcBef>
                <a:spcPts val="800"/>
              </a:spcBef>
              <a:spcAft>
                <a:spcPts val="0"/>
              </a:spcAft>
              <a:buNone/>
              <a:defRPr sz="1600"/>
            </a:lvl4pPr>
            <a:lvl5pPr lvl="4" rtl="0">
              <a:lnSpc>
                <a:spcPct val="100000"/>
              </a:lnSpc>
              <a:spcBef>
                <a:spcPts val="800"/>
              </a:spcBef>
              <a:spcAft>
                <a:spcPts val="0"/>
              </a:spcAft>
              <a:buNone/>
              <a:defRPr sz="1600"/>
            </a:lvl5pPr>
            <a:lvl6pPr lvl="5" rtl="0">
              <a:lnSpc>
                <a:spcPct val="100000"/>
              </a:lnSpc>
              <a:spcBef>
                <a:spcPts val="800"/>
              </a:spcBef>
              <a:spcAft>
                <a:spcPts val="0"/>
              </a:spcAft>
              <a:buNone/>
              <a:defRPr sz="1600"/>
            </a:lvl6pPr>
            <a:lvl7pPr lvl="6" rtl="0">
              <a:lnSpc>
                <a:spcPct val="100000"/>
              </a:lnSpc>
              <a:spcBef>
                <a:spcPts val="800"/>
              </a:spcBef>
              <a:spcAft>
                <a:spcPts val="0"/>
              </a:spcAft>
              <a:buNone/>
              <a:defRPr sz="1600"/>
            </a:lvl7pPr>
            <a:lvl8pPr lvl="7" rtl="0">
              <a:lnSpc>
                <a:spcPct val="100000"/>
              </a:lnSpc>
              <a:spcBef>
                <a:spcPts val="800"/>
              </a:spcBef>
              <a:spcAft>
                <a:spcPts val="0"/>
              </a:spcAft>
              <a:buNone/>
              <a:defRPr sz="1600"/>
            </a:lvl8pPr>
            <a:lvl9pPr lvl="8" rtl="0">
              <a:lnSpc>
                <a:spcPct val="100000"/>
              </a:lnSpc>
              <a:spcBef>
                <a:spcPts val="800"/>
              </a:spcBef>
              <a:spcAft>
                <a:spcPts val="800"/>
              </a:spcAft>
              <a:buNone/>
              <a:defRPr sz="1600"/>
            </a:lvl9pPr>
          </a:lstStyle>
          <a:p/>
        </p:txBody>
      </p:sp>
      <p:sp>
        <p:nvSpPr>
          <p:cNvPr id="1079" name="Google Shape;1079;p25"/>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1080" name="Shape 1080"/>
        <p:cNvGrpSpPr/>
        <p:nvPr/>
      </p:nvGrpSpPr>
      <p:grpSpPr>
        <a:xfrm>
          <a:off x="0" y="0"/>
          <a:ext cx="0" cy="0"/>
          <a:chOff x="0" y="0"/>
          <a:chExt cx="0" cy="0"/>
        </a:xfrm>
      </p:grpSpPr>
      <p:grpSp>
        <p:nvGrpSpPr>
          <p:cNvPr id="1081" name="Google Shape;1081;p26"/>
          <p:cNvGrpSpPr/>
          <p:nvPr/>
        </p:nvGrpSpPr>
        <p:grpSpPr>
          <a:xfrm>
            <a:off x="-40" y="0"/>
            <a:ext cx="9143957" cy="5143500"/>
            <a:chOff x="-19200" y="0"/>
            <a:chExt cx="9163200" cy="5143500"/>
          </a:xfrm>
        </p:grpSpPr>
        <p:cxnSp>
          <p:nvCxnSpPr>
            <p:cNvPr id="1082" name="Google Shape;1082;p26"/>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83" name="Google Shape;1083;p26"/>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84" name="Google Shape;1084;p26"/>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85" name="Google Shape;1085;p26"/>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86" name="Google Shape;1086;p26"/>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87" name="Google Shape;1087;p26"/>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88" name="Google Shape;1088;p26"/>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89" name="Google Shape;1089;p26"/>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0" name="Google Shape;1090;p26"/>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1" name="Google Shape;1091;p26"/>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2" name="Google Shape;1092;p26"/>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3" name="Google Shape;1093;p26"/>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4" name="Google Shape;1094;p26"/>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5" name="Google Shape;1095;p26"/>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6" name="Google Shape;1096;p26"/>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7" name="Google Shape;1097;p26"/>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8" name="Google Shape;1098;p26"/>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099" name="Google Shape;1099;p26"/>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00" name="Google Shape;1100;p26"/>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1" name="Google Shape;1101;p26"/>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2" name="Google Shape;1102;p26"/>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3" name="Google Shape;1103;p26"/>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4" name="Google Shape;1104;p26"/>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5" name="Google Shape;1105;p26"/>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6" name="Google Shape;1106;p26"/>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26"/>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8" name="Google Shape;1108;p26"/>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09" name="Google Shape;1109;p26"/>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1110" name="Google Shape;1110;p26"/>
          <p:cNvSpPr/>
          <p:nvPr/>
        </p:nvSpPr>
        <p:spPr>
          <a:xfrm flipH="1">
            <a:off x="470177" y="3550"/>
            <a:ext cx="4281598" cy="1537615"/>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6"/>
          <p:cNvSpPr/>
          <p:nvPr/>
        </p:nvSpPr>
        <p:spPr>
          <a:xfrm rot="10800000">
            <a:off x="5850035" y="1541169"/>
            <a:ext cx="2884315" cy="1537631"/>
          </a:xfrm>
          <a:custGeom>
            <a:rect b="b" l="l" r="r" t="t"/>
            <a:pathLst>
              <a:path extrusionOk="0" fill="none" h="38994" w="73141">
                <a:moveTo>
                  <a:pt x="73140" y="38993"/>
                </a:moveTo>
                <a:lnTo>
                  <a:pt x="9323" y="38993"/>
                </a:lnTo>
                <a:cubicBezTo>
                  <a:pt x="4167" y="38993"/>
                  <a:pt x="0" y="34826"/>
                  <a:pt x="0" y="29671"/>
                </a:cubicBezTo>
                <a:lnTo>
                  <a:pt x="0" y="9311"/>
                </a:lnTo>
                <a:cubicBezTo>
                  <a:pt x="0" y="4168"/>
                  <a:pt x="4167" y="0"/>
                  <a:pt x="9323" y="0"/>
                </a:cubicBezTo>
                <a:lnTo>
                  <a:pt x="36433" y="0"/>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6"/>
          <p:cNvSpPr/>
          <p:nvPr/>
        </p:nvSpPr>
        <p:spPr>
          <a:xfrm>
            <a:off x="-55950" y="3516550"/>
            <a:ext cx="9255900" cy="1685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3" name="Google Shape;1113;p26"/>
          <p:cNvGrpSpPr/>
          <p:nvPr/>
        </p:nvGrpSpPr>
        <p:grpSpPr>
          <a:xfrm>
            <a:off x="1117012" y="2735875"/>
            <a:ext cx="3062438" cy="1546750"/>
            <a:chOff x="1117012" y="2735875"/>
            <a:chExt cx="3062438" cy="1546750"/>
          </a:xfrm>
        </p:grpSpPr>
        <p:sp>
          <p:nvSpPr>
            <p:cNvPr id="1114" name="Google Shape;1114;p26"/>
            <p:cNvSpPr/>
            <p:nvPr/>
          </p:nvSpPr>
          <p:spPr>
            <a:xfrm>
              <a:off x="1194450" y="2845325"/>
              <a:ext cx="2985000" cy="1437300"/>
            </a:xfrm>
            <a:prstGeom prst="roundRect">
              <a:avLst>
                <a:gd fmla="val 10229"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6"/>
            <p:cNvSpPr/>
            <p:nvPr/>
          </p:nvSpPr>
          <p:spPr>
            <a:xfrm>
              <a:off x="1194450" y="2735875"/>
              <a:ext cx="2985000" cy="1437300"/>
            </a:xfrm>
            <a:prstGeom prst="roundRect">
              <a:avLst>
                <a:gd fmla="val 10229"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6"/>
            <p:cNvSpPr/>
            <p:nvPr/>
          </p:nvSpPr>
          <p:spPr>
            <a:xfrm rot="-5400000">
              <a:off x="911962" y="3210104"/>
              <a:ext cx="563100" cy="1530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7" name="Google Shape;1117;p26"/>
          <p:cNvGrpSpPr/>
          <p:nvPr/>
        </p:nvGrpSpPr>
        <p:grpSpPr>
          <a:xfrm>
            <a:off x="4888925" y="2735875"/>
            <a:ext cx="3349330" cy="1868235"/>
            <a:chOff x="4888925" y="2735875"/>
            <a:chExt cx="3349330" cy="1868235"/>
          </a:xfrm>
        </p:grpSpPr>
        <p:grpSp>
          <p:nvGrpSpPr>
            <p:cNvPr id="1118" name="Google Shape;1118;p26"/>
            <p:cNvGrpSpPr/>
            <p:nvPr/>
          </p:nvGrpSpPr>
          <p:grpSpPr>
            <a:xfrm>
              <a:off x="4888925" y="2735875"/>
              <a:ext cx="3058700" cy="1546750"/>
              <a:chOff x="4888925" y="2735875"/>
              <a:chExt cx="3058700" cy="1546750"/>
            </a:xfrm>
          </p:grpSpPr>
          <p:sp>
            <p:nvSpPr>
              <p:cNvPr id="1119" name="Google Shape;1119;p26"/>
              <p:cNvSpPr/>
              <p:nvPr/>
            </p:nvSpPr>
            <p:spPr>
              <a:xfrm>
                <a:off x="4962625" y="2845325"/>
                <a:ext cx="2985000" cy="1437300"/>
              </a:xfrm>
              <a:prstGeom prst="roundRect">
                <a:avLst>
                  <a:gd fmla="val 10229"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6"/>
              <p:cNvSpPr/>
              <p:nvPr/>
            </p:nvSpPr>
            <p:spPr>
              <a:xfrm>
                <a:off x="4962625" y="2735875"/>
                <a:ext cx="2985000" cy="1437300"/>
              </a:xfrm>
              <a:prstGeom prst="roundRect">
                <a:avLst>
                  <a:gd fmla="val 10229"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6"/>
              <p:cNvSpPr/>
              <p:nvPr/>
            </p:nvSpPr>
            <p:spPr>
              <a:xfrm rot="-5400000">
                <a:off x="4683875" y="3578629"/>
                <a:ext cx="563100" cy="1530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2" name="Google Shape;1122;p26"/>
            <p:cNvGrpSpPr/>
            <p:nvPr/>
          </p:nvGrpSpPr>
          <p:grpSpPr>
            <a:xfrm>
              <a:off x="7675195" y="3952738"/>
              <a:ext cx="563060" cy="651372"/>
              <a:chOff x="4212420" y="-38612"/>
              <a:chExt cx="563060" cy="651372"/>
            </a:xfrm>
          </p:grpSpPr>
          <p:sp>
            <p:nvSpPr>
              <p:cNvPr id="1123" name="Google Shape;1123;p26"/>
              <p:cNvSpPr/>
              <p:nvPr/>
            </p:nvSpPr>
            <p:spPr>
              <a:xfrm>
                <a:off x="4212420" y="48930"/>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6"/>
              <p:cNvSpPr/>
              <p:nvPr/>
            </p:nvSpPr>
            <p:spPr>
              <a:xfrm>
                <a:off x="4212420" y="-38612"/>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6"/>
              <p:cNvSpPr/>
              <p:nvPr/>
            </p:nvSpPr>
            <p:spPr>
              <a:xfrm rot="10800000">
                <a:off x="4400316" y="131938"/>
                <a:ext cx="216200" cy="222749"/>
              </a:xfrm>
              <a:custGeom>
                <a:rect b="b" l="l" r="r" t="t"/>
                <a:pathLst>
                  <a:path extrusionOk="0" h="2823" w="2740">
                    <a:moveTo>
                      <a:pt x="2414" y="0"/>
                    </a:moveTo>
                    <a:cubicBezTo>
                      <a:pt x="2360" y="0"/>
                      <a:pt x="2305" y="13"/>
                      <a:pt x="2251" y="41"/>
                    </a:cubicBezTo>
                    <a:lnTo>
                      <a:pt x="1239" y="589"/>
                    </a:lnTo>
                    <a:lnTo>
                      <a:pt x="227" y="1148"/>
                    </a:lnTo>
                    <a:cubicBezTo>
                      <a:pt x="1" y="1267"/>
                      <a:pt x="1" y="1565"/>
                      <a:pt x="227" y="1684"/>
                    </a:cubicBezTo>
                    <a:lnTo>
                      <a:pt x="1239" y="2232"/>
                    </a:lnTo>
                    <a:lnTo>
                      <a:pt x="2251" y="2780"/>
                    </a:lnTo>
                    <a:cubicBezTo>
                      <a:pt x="2301" y="2809"/>
                      <a:pt x="2356" y="2822"/>
                      <a:pt x="2410" y="2822"/>
                    </a:cubicBezTo>
                    <a:cubicBezTo>
                      <a:pt x="2577" y="2822"/>
                      <a:pt x="2739" y="2697"/>
                      <a:pt x="2739" y="2518"/>
                    </a:cubicBezTo>
                    <a:lnTo>
                      <a:pt x="2739" y="1434"/>
                    </a:lnTo>
                    <a:lnTo>
                      <a:pt x="2739" y="315"/>
                    </a:lnTo>
                    <a:cubicBezTo>
                      <a:pt x="2739" y="133"/>
                      <a:pt x="2587" y="0"/>
                      <a:pt x="2414"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26" name="Google Shape;1126;p26"/>
          <p:cNvGrpSpPr/>
          <p:nvPr/>
        </p:nvGrpSpPr>
        <p:grpSpPr>
          <a:xfrm>
            <a:off x="3077700" y="860875"/>
            <a:ext cx="2985000" cy="1546750"/>
            <a:chOff x="3077700" y="860875"/>
            <a:chExt cx="2985000" cy="1546750"/>
          </a:xfrm>
        </p:grpSpPr>
        <p:sp>
          <p:nvSpPr>
            <p:cNvPr id="1127" name="Google Shape;1127;p26"/>
            <p:cNvSpPr/>
            <p:nvPr/>
          </p:nvSpPr>
          <p:spPr>
            <a:xfrm>
              <a:off x="3077700" y="970325"/>
              <a:ext cx="2985000" cy="1437300"/>
            </a:xfrm>
            <a:prstGeom prst="roundRect">
              <a:avLst>
                <a:gd fmla="val 10229"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6"/>
            <p:cNvSpPr/>
            <p:nvPr/>
          </p:nvSpPr>
          <p:spPr>
            <a:xfrm>
              <a:off x="3077700" y="860875"/>
              <a:ext cx="2985000" cy="1437300"/>
            </a:xfrm>
            <a:prstGeom prst="roundRect">
              <a:avLst>
                <a:gd fmla="val 10229"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9" name="Google Shape;1129;p26"/>
          <p:cNvSpPr/>
          <p:nvPr/>
        </p:nvSpPr>
        <p:spPr>
          <a:xfrm rot="-5400000">
            <a:off x="5785525" y="1264429"/>
            <a:ext cx="563100" cy="1530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6"/>
          <p:cNvSpPr/>
          <p:nvPr/>
        </p:nvSpPr>
        <p:spPr>
          <a:xfrm rot="-5400000">
            <a:off x="8071528" y="3"/>
            <a:ext cx="1072469" cy="1072469"/>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6"/>
          <p:cNvSpPr/>
          <p:nvPr/>
        </p:nvSpPr>
        <p:spPr>
          <a:xfrm>
            <a:off x="8636974" y="2207838"/>
            <a:ext cx="204300" cy="2043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6"/>
          <p:cNvSpPr txBox="1"/>
          <p:nvPr>
            <p:ph hasCustomPrompt="1" type="title"/>
          </p:nvPr>
        </p:nvSpPr>
        <p:spPr>
          <a:xfrm>
            <a:off x="5080063" y="2906538"/>
            <a:ext cx="2754300" cy="448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2800">
                <a:solidFill>
                  <a:schemeClr val="lt1"/>
                </a:solidFill>
              </a:defRPr>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133" name="Google Shape;1133;p26"/>
          <p:cNvSpPr txBox="1"/>
          <p:nvPr>
            <p:ph idx="1" type="subTitle"/>
          </p:nvPr>
        </p:nvSpPr>
        <p:spPr>
          <a:xfrm>
            <a:off x="5080063" y="3307718"/>
            <a:ext cx="2750100" cy="69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134" name="Google Shape;1134;p26"/>
          <p:cNvSpPr txBox="1"/>
          <p:nvPr>
            <p:ph hasCustomPrompt="1" idx="2" type="title"/>
          </p:nvPr>
        </p:nvSpPr>
        <p:spPr>
          <a:xfrm>
            <a:off x="3190725" y="1031525"/>
            <a:ext cx="2762700" cy="448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2800">
                <a:solidFill>
                  <a:schemeClr val="lt1"/>
                </a:solidFill>
              </a:defRPr>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135" name="Google Shape;1135;p26"/>
          <p:cNvSpPr txBox="1"/>
          <p:nvPr>
            <p:ph idx="3" type="subTitle"/>
          </p:nvPr>
        </p:nvSpPr>
        <p:spPr>
          <a:xfrm>
            <a:off x="3190725" y="1432703"/>
            <a:ext cx="2758500" cy="69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136" name="Google Shape;1136;p26"/>
          <p:cNvSpPr txBox="1"/>
          <p:nvPr>
            <p:ph hasCustomPrompt="1" idx="4" type="title"/>
          </p:nvPr>
        </p:nvSpPr>
        <p:spPr>
          <a:xfrm>
            <a:off x="1309788" y="2906538"/>
            <a:ext cx="2758500" cy="448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2800">
                <a:solidFill>
                  <a:schemeClr val="lt1"/>
                </a:solidFill>
              </a:defRPr>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137" name="Google Shape;1137;p26"/>
          <p:cNvSpPr txBox="1"/>
          <p:nvPr>
            <p:ph idx="5" type="subTitle"/>
          </p:nvPr>
        </p:nvSpPr>
        <p:spPr>
          <a:xfrm>
            <a:off x="1309788" y="3307718"/>
            <a:ext cx="2754300" cy="69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138" name="Google Shape;1138;p26"/>
          <p:cNvGrpSpPr/>
          <p:nvPr/>
        </p:nvGrpSpPr>
        <p:grpSpPr>
          <a:xfrm>
            <a:off x="5745422" y="-613031"/>
            <a:ext cx="1031166" cy="1036207"/>
            <a:chOff x="-546937" y="-581525"/>
            <a:chExt cx="1507993" cy="1515365"/>
          </a:xfrm>
        </p:grpSpPr>
        <p:sp>
          <p:nvSpPr>
            <p:cNvPr id="1139" name="Google Shape;1139;p26"/>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6"/>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1" name="Google Shape;1141;p26"/>
          <p:cNvGrpSpPr/>
          <p:nvPr/>
        </p:nvGrpSpPr>
        <p:grpSpPr>
          <a:xfrm>
            <a:off x="6776597" y="152994"/>
            <a:ext cx="1031166" cy="1036207"/>
            <a:chOff x="-546937" y="-581525"/>
            <a:chExt cx="1507993" cy="1515365"/>
          </a:xfrm>
        </p:grpSpPr>
        <p:sp>
          <p:nvSpPr>
            <p:cNvPr id="1142" name="Google Shape;1142;p26"/>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6"/>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_2">
    <p:spTree>
      <p:nvGrpSpPr>
        <p:cNvPr id="1144" name="Shape 1144"/>
        <p:cNvGrpSpPr/>
        <p:nvPr/>
      </p:nvGrpSpPr>
      <p:grpSpPr>
        <a:xfrm>
          <a:off x="0" y="0"/>
          <a:ext cx="0" cy="0"/>
          <a:chOff x="0" y="0"/>
          <a:chExt cx="0" cy="0"/>
        </a:xfrm>
      </p:grpSpPr>
      <p:sp>
        <p:nvSpPr>
          <p:cNvPr id="1145" name="Google Shape;1145;p27"/>
          <p:cNvSpPr/>
          <p:nvPr/>
        </p:nvSpPr>
        <p:spPr>
          <a:xfrm>
            <a:off x="7924764" y="3924264"/>
            <a:ext cx="1219238" cy="1219238"/>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7"/>
          <p:cNvSpPr/>
          <p:nvPr/>
        </p:nvSpPr>
        <p:spPr>
          <a:xfrm>
            <a:off x="0" y="0"/>
            <a:ext cx="7441796" cy="2589980"/>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7" name="Google Shape;1147;p27"/>
          <p:cNvGrpSpPr/>
          <p:nvPr/>
        </p:nvGrpSpPr>
        <p:grpSpPr>
          <a:xfrm>
            <a:off x="-40" y="0"/>
            <a:ext cx="9143957" cy="5143500"/>
            <a:chOff x="-19200" y="0"/>
            <a:chExt cx="9163200" cy="5143500"/>
          </a:xfrm>
        </p:grpSpPr>
        <p:cxnSp>
          <p:nvCxnSpPr>
            <p:cNvPr id="1148" name="Google Shape;1148;p27"/>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27"/>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0" name="Google Shape;1150;p27"/>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1" name="Google Shape;1151;p27"/>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27"/>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27"/>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4" name="Google Shape;1154;p27"/>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5" name="Google Shape;1155;p27"/>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6" name="Google Shape;1156;p27"/>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7" name="Google Shape;1157;p27"/>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8" name="Google Shape;1158;p27"/>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59" name="Google Shape;1159;p27"/>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60" name="Google Shape;1160;p27"/>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61" name="Google Shape;1161;p27"/>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62" name="Google Shape;1162;p27"/>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63" name="Google Shape;1163;p27"/>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64" name="Google Shape;1164;p27"/>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65" name="Google Shape;1165;p27"/>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166" name="Google Shape;1166;p27"/>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67" name="Google Shape;1167;p27"/>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68" name="Google Shape;1168;p27"/>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69" name="Google Shape;1169;p27"/>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70" name="Google Shape;1170;p27"/>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71" name="Google Shape;1171;p27"/>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72" name="Google Shape;1172;p27"/>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73" name="Google Shape;1173;p27"/>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74" name="Google Shape;1174;p27"/>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175" name="Google Shape;1175;p27"/>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1176" name="Google Shape;1176;p27"/>
          <p:cNvSpPr/>
          <p:nvPr/>
        </p:nvSpPr>
        <p:spPr>
          <a:xfrm>
            <a:off x="600675" y="1685850"/>
            <a:ext cx="8263800" cy="3159000"/>
          </a:xfrm>
          <a:prstGeom prst="roundRect">
            <a:avLst>
              <a:gd fmla="val 237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7"/>
          <p:cNvSpPr/>
          <p:nvPr/>
        </p:nvSpPr>
        <p:spPr>
          <a:xfrm>
            <a:off x="440175" y="1525350"/>
            <a:ext cx="8263800" cy="3159000"/>
          </a:xfrm>
          <a:prstGeom prst="roundRect">
            <a:avLst>
              <a:gd fmla="val 237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1092225" y="1441467"/>
            <a:ext cx="563100" cy="1530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7"/>
          <p:cNvSpPr/>
          <p:nvPr/>
        </p:nvSpPr>
        <p:spPr>
          <a:xfrm>
            <a:off x="5774400" y="4603092"/>
            <a:ext cx="563100" cy="1530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0" name="Google Shape;1180;p27"/>
          <p:cNvGrpSpPr/>
          <p:nvPr/>
        </p:nvGrpSpPr>
        <p:grpSpPr>
          <a:xfrm>
            <a:off x="7157195" y="180838"/>
            <a:ext cx="563060" cy="651372"/>
            <a:chOff x="4212420" y="-38612"/>
            <a:chExt cx="563060" cy="651372"/>
          </a:xfrm>
        </p:grpSpPr>
        <p:sp>
          <p:nvSpPr>
            <p:cNvPr id="1181" name="Google Shape;1181;p27"/>
            <p:cNvSpPr/>
            <p:nvPr/>
          </p:nvSpPr>
          <p:spPr>
            <a:xfrm>
              <a:off x="4212420" y="48930"/>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4212420" y="-38612"/>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7"/>
            <p:cNvSpPr/>
            <p:nvPr/>
          </p:nvSpPr>
          <p:spPr>
            <a:xfrm rot="10800000">
              <a:off x="4400316" y="131938"/>
              <a:ext cx="216200" cy="222749"/>
            </a:xfrm>
            <a:custGeom>
              <a:rect b="b" l="l" r="r" t="t"/>
              <a:pathLst>
                <a:path extrusionOk="0" h="2823" w="2740">
                  <a:moveTo>
                    <a:pt x="2414" y="0"/>
                  </a:moveTo>
                  <a:cubicBezTo>
                    <a:pt x="2360" y="0"/>
                    <a:pt x="2305" y="13"/>
                    <a:pt x="2251" y="41"/>
                  </a:cubicBezTo>
                  <a:lnTo>
                    <a:pt x="1239" y="589"/>
                  </a:lnTo>
                  <a:lnTo>
                    <a:pt x="227" y="1148"/>
                  </a:lnTo>
                  <a:cubicBezTo>
                    <a:pt x="1" y="1267"/>
                    <a:pt x="1" y="1565"/>
                    <a:pt x="227" y="1684"/>
                  </a:cubicBezTo>
                  <a:lnTo>
                    <a:pt x="1239" y="2232"/>
                  </a:lnTo>
                  <a:lnTo>
                    <a:pt x="2251" y="2780"/>
                  </a:lnTo>
                  <a:cubicBezTo>
                    <a:pt x="2301" y="2809"/>
                    <a:pt x="2356" y="2822"/>
                    <a:pt x="2410" y="2822"/>
                  </a:cubicBezTo>
                  <a:cubicBezTo>
                    <a:pt x="2577" y="2822"/>
                    <a:pt x="2739" y="2697"/>
                    <a:pt x="2739" y="2518"/>
                  </a:cubicBezTo>
                  <a:lnTo>
                    <a:pt x="2739" y="1434"/>
                  </a:lnTo>
                  <a:lnTo>
                    <a:pt x="2739" y="315"/>
                  </a:lnTo>
                  <a:cubicBezTo>
                    <a:pt x="2739" y="133"/>
                    <a:pt x="2587" y="0"/>
                    <a:pt x="2414"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4" name="Google Shape;1184;p27"/>
          <p:cNvGrpSpPr/>
          <p:nvPr/>
        </p:nvGrpSpPr>
        <p:grpSpPr>
          <a:xfrm>
            <a:off x="8149070" y="584788"/>
            <a:ext cx="563060" cy="651372"/>
            <a:chOff x="1842832" y="4353913"/>
            <a:chExt cx="563060" cy="651372"/>
          </a:xfrm>
        </p:grpSpPr>
        <p:sp>
          <p:nvSpPr>
            <p:cNvPr id="1185" name="Google Shape;1185;p27"/>
            <p:cNvSpPr/>
            <p:nvPr/>
          </p:nvSpPr>
          <p:spPr>
            <a:xfrm>
              <a:off x="1842832" y="4441455"/>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1842832" y="4353913"/>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7"/>
            <p:cNvSpPr/>
            <p:nvPr/>
          </p:nvSpPr>
          <p:spPr>
            <a:xfrm>
              <a:off x="1947009" y="4498828"/>
              <a:ext cx="354694" cy="49202"/>
            </a:xfrm>
            <a:custGeom>
              <a:rect b="b" l="l" r="r" t="t"/>
              <a:pathLst>
                <a:path extrusionOk="0" h="608" w="4383">
                  <a:moveTo>
                    <a:pt x="1" y="1"/>
                  </a:moveTo>
                  <a:lnTo>
                    <a:pt x="1" y="608"/>
                  </a:lnTo>
                  <a:lnTo>
                    <a:pt x="4382" y="608"/>
                  </a:lnTo>
                  <a:lnTo>
                    <a:pt x="4382" y="1"/>
                  </a:ln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1947009" y="4607673"/>
              <a:ext cx="354694" cy="50254"/>
            </a:xfrm>
            <a:custGeom>
              <a:rect b="b" l="l" r="r" t="t"/>
              <a:pathLst>
                <a:path extrusionOk="0" h="621" w="4383">
                  <a:moveTo>
                    <a:pt x="1" y="1"/>
                  </a:moveTo>
                  <a:lnTo>
                    <a:pt x="1" y="620"/>
                  </a:lnTo>
                  <a:lnTo>
                    <a:pt x="4382" y="620"/>
                  </a:lnTo>
                  <a:lnTo>
                    <a:pt x="4382" y="1"/>
                  </a:ln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7"/>
            <p:cNvSpPr/>
            <p:nvPr/>
          </p:nvSpPr>
          <p:spPr>
            <a:xfrm>
              <a:off x="1947009" y="4717569"/>
              <a:ext cx="133041" cy="50174"/>
            </a:xfrm>
            <a:custGeom>
              <a:rect b="b" l="l" r="r" t="t"/>
              <a:pathLst>
                <a:path extrusionOk="0" h="620" w="1644">
                  <a:moveTo>
                    <a:pt x="1" y="0"/>
                  </a:moveTo>
                  <a:lnTo>
                    <a:pt x="1" y="619"/>
                  </a:lnTo>
                  <a:lnTo>
                    <a:pt x="1644" y="619"/>
                  </a:lnTo>
                  <a:lnTo>
                    <a:pt x="1644" y="0"/>
                  </a:ln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0" name="Google Shape;1190;p27"/>
          <p:cNvGrpSpPr/>
          <p:nvPr/>
        </p:nvGrpSpPr>
        <p:grpSpPr>
          <a:xfrm>
            <a:off x="2333417" y="4396677"/>
            <a:ext cx="563085" cy="565837"/>
            <a:chOff x="-546937" y="-581525"/>
            <a:chExt cx="1507993" cy="1515365"/>
          </a:xfrm>
        </p:grpSpPr>
        <p:sp>
          <p:nvSpPr>
            <p:cNvPr id="1191" name="Google Shape;1191;p27"/>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7"/>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3" name="Google Shape;1193;p27"/>
          <p:cNvSpPr txBox="1"/>
          <p:nvPr>
            <p:ph type="title"/>
          </p:nvPr>
        </p:nvSpPr>
        <p:spPr>
          <a:xfrm>
            <a:off x="713100" y="381209"/>
            <a:ext cx="4926300" cy="932400"/>
          </a:xfrm>
          <a:prstGeom prst="rect">
            <a:avLst/>
          </a:prstGeom>
        </p:spPr>
        <p:txBody>
          <a:bodyPr anchorCtr="0" anchor="t" bIns="91425" lIns="91425" spcFirstLastPara="1" rIns="91425" wrap="square" tIns="91425">
            <a:noAutofit/>
          </a:bodyPr>
          <a:lstStyle>
            <a:lvl1pPr lvl="0" rtl="0" algn="l">
              <a:spcBef>
                <a:spcPts val="0"/>
              </a:spcBef>
              <a:spcAft>
                <a:spcPts val="0"/>
              </a:spcAft>
              <a:buNone/>
              <a:defRPr/>
            </a:lvl1pPr>
            <a:lvl2pPr lvl="1" rtl="0" algn="l">
              <a:spcBef>
                <a:spcPts val="0"/>
              </a:spcBef>
              <a:spcAft>
                <a:spcPts val="0"/>
              </a:spcAft>
              <a:buNone/>
              <a:defRPr/>
            </a:lvl2pPr>
            <a:lvl3pPr lvl="2" rtl="0" algn="l">
              <a:spcBef>
                <a:spcPts val="0"/>
              </a:spcBef>
              <a:spcAft>
                <a:spcPts val="0"/>
              </a:spcAft>
              <a:buNone/>
              <a:defRPr/>
            </a:lvl3pPr>
            <a:lvl4pPr lvl="3" rtl="0" algn="l">
              <a:spcBef>
                <a:spcPts val="0"/>
              </a:spcBef>
              <a:spcAft>
                <a:spcPts val="0"/>
              </a:spcAft>
              <a:buNone/>
              <a:defRPr/>
            </a:lvl4pPr>
            <a:lvl5pPr lvl="4" rtl="0" algn="l">
              <a:spcBef>
                <a:spcPts val="0"/>
              </a:spcBef>
              <a:spcAft>
                <a:spcPts val="0"/>
              </a:spcAft>
              <a:buNone/>
              <a:defRPr/>
            </a:lvl5pPr>
            <a:lvl6pPr lvl="5" rtl="0" algn="l">
              <a:spcBef>
                <a:spcPts val="0"/>
              </a:spcBef>
              <a:spcAft>
                <a:spcPts val="0"/>
              </a:spcAft>
              <a:buNone/>
              <a:defRPr/>
            </a:lvl6pPr>
            <a:lvl7pPr lvl="6" rtl="0" algn="l">
              <a:spcBef>
                <a:spcPts val="0"/>
              </a:spcBef>
              <a:spcAft>
                <a:spcPts val="0"/>
              </a:spcAft>
              <a:buNone/>
              <a:defRPr/>
            </a:lvl7pPr>
            <a:lvl8pPr lvl="7" rtl="0" algn="l">
              <a:spcBef>
                <a:spcPts val="0"/>
              </a:spcBef>
              <a:spcAft>
                <a:spcPts val="0"/>
              </a:spcAft>
              <a:buNone/>
              <a:defRPr/>
            </a:lvl8pPr>
            <a:lvl9pPr lvl="8" rtl="0" algn="l">
              <a:spcBef>
                <a:spcPts val="0"/>
              </a:spcBef>
              <a:spcAft>
                <a:spcPts val="0"/>
              </a:spcAft>
              <a:buNone/>
              <a:defRPr/>
            </a:lvl9pPr>
          </a:lstStyle>
          <a:p/>
        </p:txBody>
      </p:sp>
      <p:sp>
        <p:nvSpPr>
          <p:cNvPr id="1194" name="Google Shape;1194;p27"/>
          <p:cNvSpPr txBox="1"/>
          <p:nvPr>
            <p:ph idx="1" type="subTitle"/>
          </p:nvPr>
        </p:nvSpPr>
        <p:spPr>
          <a:xfrm>
            <a:off x="713100" y="1853600"/>
            <a:ext cx="2404800" cy="402300"/>
          </a:xfrm>
          <a:prstGeom prst="rect">
            <a:avLst/>
          </a:prstGeom>
        </p:spPr>
        <p:txBody>
          <a:bodyPr anchorCtr="0" anchor="b" bIns="91425" lIns="91425" spcFirstLastPara="1" rIns="91425" wrap="square" tIns="91425">
            <a:noAutofit/>
          </a:bodyPr>
          <a:lstStyle>
            <a:lvl1pPr lvl="0" rtl="0">
              <a:spcBef>
                <a:spcPts val="0"/>
              </a:spcBef>
              <a:spcAft>
                <a:spcPts val="0"/>
              </a:spcAft>
              <a:buNone/>
              <a:defRPr>
                <a:solidFill>
                  <a:schemeClr val="dk1"/>
                </a:solidFill>
                <a:latin typeface="Open Sans ExtraBold"/>
                <a:ea typeface="Open Sans ExtraBold"/>
                <a:cs typeface="Open Sans ExtraBold"/>
                <a:sym typeface="Open Sans ExtraBold"/>
              </a:defRPr>
            </a:lvl1pPr>
            <a:lvl2pPr lvl="1" rtl="0">
              <a:spcBef>
                <a:spcPts val="1200"/>
              </a:spcBef>
              <a:spcAft>
                <a:spcPts val="0"/>
              </a:spcAft>
              <a:buNone/>
              <a:defRPr>
                <a:solidFill>
                  <a:schemeClr val="dk1"/>
                </a:solidFill>
                <a:latin typeface="Open Sans ExtraBold"/>
                <a:ea typeface="Open Sans ExtraBold"/>
                <a:cs typeface="Open Sans ExtraBold"/>
                <a:sym typeface="Open Sans ExtraBold"/>
              </a:defRPr>
            </a:lvl2pPr>
            <a:lvl3pPr lvl="2" rtl="0">
              <a:spcBef>
                <a:spcPts val="1200"/>
              </a:spcBef>
              <a:spcAft>
                <a:spcPts val="0"/>
              </a:spcAft>
              <a:buNone/>
              <a:defRPr>
                <a:solidFill>
                  <a:schemeClr val="dk1"/>
                </a:solidFill>
                <a:latin typeface="Open Sans ExtraBold"/>
                <a:ea typeface="Open Sans ExtraBold"/>
                <a:cs typeface="Open Sans ExtraBold"/>
                <a:sym typeface="Open Sans ExtraBold"/>
              </a:defRPr>
            </a:lvl3pPr>
            <a:lvl4pPr lvl="3" rtl="0">
              <a:spcBef>
                <a:spcPts val="1200"/>
              </a:spcBef>
              <a:spcAft>
                <a:spcPts val="0"/>
              </a:spcAft>
              <a:buNone/>
              <a:defRPr>
                <a:solidFill>
                  <a:schemeClr val="dk1"/>
                </a:solidFill>
                <a:latin typeface="Open Sans ExtraBold"/>
                <a:ea typeface="Open Sans ExtraBold"/>
                <a:cs typeface="Open Sans ExtraBold"/>
                <a:sym typeface="Open Sans ExtraBold"/>
              </a:defRPr>
            </a:lvl4pPr>
            <a:lvl5pPr lvl="4" rtl="0">
              <a:spcBef>
                <a:spcPts val="1200"/>
              </a:spcBef>
              <a:spcAft>
                <a:spcPts val="0"/>
              </a:spcAft>
              <a:buNone/>
              <a:defRPr>
                <a:solidFill>
                  <a:schemeClr val="dk1"/>
                </a:solidFill>
                <a:latin typeface="Open Sans ExtraBold"/>
                <a:ea typeface="Open Sans ExtraBold"/>
                <a:cs typeface="Open Sans ExtraBold"/>
                <a:sym typeface="Open Sans ExtraBold"/>
              </a:defRPr>
            </a:lvl5pPr>
            <a:lvl6pPr lvl="5" rtl="0">
              <a:spcBef>
                <a:spcPts val="1200"/>
              </a:spcBef>
              <a:spcAft>
                <a:spcPts val="0"/>
              </a:spcAft>
              <a:buNone/>
              <a:defRPr>
                <a:solidFill>
                  <a:schemeClr val="dk1"/>
                </a:solidFill>
                <a:latin typeface="Open Sans ExtraBold"/>
                <a:ea typeface="Open Sans ExtraBold"/>
                <a:cs typeface="Open Sans ExtraBold"/>
                <a:sym typeface="Open Sans ExtraBold"/>
              </a:defRPr>
            </a:lvl6pPr>
            <a:lvl7pPr lvl="6" rtl="0">
              <a:spcBef>
                <a:spcPts val="1200"/>
              </a:spcBef>
              <a:spcAft>
                <a:spcPts val="0"/>
              </a:spcAft>
              <a:buNone/>
              <a:defRPr>
                <a:solidFill>
                  <a:schemeClr val="dk1"/>
                </a:solidFill>
                <a:latin typeface="Open Sans ExtraBold"/>
                <a:ea typeface="Open Sans ExtraBold"/>
                <a:cs typeface="Open Sans ExtraBold"/>
                <a:sym typeface="Open Sans ExtraBold"/>
              </a:defRPr>
            </a:lvl7pPr>
            <a:lvl8pPr lvl="7" rtl="0">
              <a:spcBef>
                <a:spcPts val="1200"/>
              </a:spcBef>
              <a:spcAft>
                <a:spcPts val="0"/>
              </a:spcAft>
              <a:buNone/>
              <a:defRPr>
                <a:solidFill>
                  <a:schemeClr val="dk1"/>
                </a:solidFill>
                <a:latin typeface="Open Sans ExtraBold"/>
                <a:ea typeface="Open Sans ExtraBold"/>
                <a:cs typeface="Open Sans ExtraBold"/>
                <a:sym typeface="Open Sans ExtraBold"/>
              </a:defRPr>
            </a:lvl8pPr>
            <a:lvl9pPr lvl="8" rtl="0">
              <a:spcBef>
                <a:spcPts val="1200"/>
              </a:spcBef>
              <a:spcAft>
                <a:spcPts val="1200"/>
              </a:spcAft>
              <a:buNone/>
              <a:defRPr>
                <a:solidFill>
                  <a:schemeClr val="dk1"/>
                </a:solidFill>
                <a:latin typeface="Open Sans ExtraBold"/>
                <a:ea typeface="Open Sans ExtraBold"/>
                <a:cs typeface="Open Sans ExtraBold"/>
                <a:sym typeface="Open Sans ExtraBold"/>
              </a:defRPr>
            </a:lvl9pPr>
          </a:lstStyle>
          <a:p/>
        </p:txBody>
      </p:sp>
      <p:sp>
        <p:nvSpPr>
          <p:cNvPr id="1195" name="Google Shape;1195;p27"/>
          <p:cNvSpPr txBox="1"/>
          <p:nvPr>
            <p:ph idx="2" type="subTitle"/>
          </p:nvPr>
        </p:nvSpPr>
        <p:spPr>
          <a:xfrm>
            <a:off x="713100" y="2182045"/>
            <a:ext cx="2404800" cy="8634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vl1pPr>
            <a:lvl2pPr lvl="1" rtl="0">
              <a:spcBef>
                <a:spcPts val="1200"/>
              </a:spcBef>
              <a:spcAft>
                <a:spcPts val="0"/>
              </a:spcAft>
              <a:buNone/>
              <a:defRPr b="1" sz="1400"/>
            </a:lvl2pPr>
            <a:lvl3pPr lvl="2" rtl="0">
              <a:spcBef>
                <a:spcPts val="1200"/>
              </a:spcBef>
              <a:spcAft>
                <a:spcPts val="0"/>
              </a:spcAft>
              <a:buNone/>
              <a:defRPr b="1" sz="1400"/>
            </a:lvl3pPr>
            <a:lvl4pPr lvl="3" rtl="0">
              <a:spcBef>
                <a:spcPts val="1200"/>
              </a:spcBef>
              <a:spcAft>
                <a:spcPts val="0"/>
              </a:spcAft>
              <a:buNone/>
              <a:defRPr b="1" sz="1400"/>
            </a:lvl4pPr>
            <a:lvl5pPr lvl="4" rtl="0">
              <a:spcBef>
                <a:spcPts val="1200"/>
              </a:spcBef>
              <a:spcAft>
                <a:spcPts val="0"/>
              </a:spcAft>
              <a:buNone/>
              <a:defRPr b="1" sz="1400"/>
            </a:lvl5pPr>
            <a:lvl6pPr lvl="5" rtl="0">
              <a:spcBef>
                <a:spcPts val="1200"/>
              </a:spcBef>
              <a:spcAft>
                <a:spcPts val="0"/>
              </a:spcAft>
              <a:buNone/>
              <a:defRPr b="1" sz="1400"/>
            </a:lvl6pPr>
            <a:lvl7pPr lvl="6" rtl="0">
              <a:spcBef>
                <a:spcPts val="1200"/>
              </a:spcBef>
              <a:spcAft>
                <a:spcPts val="0"/>
              </a:spcAft>
              <a:buNone/>
              <a:defRPr b="1" sz="1400"/>
            </a:lvl7pPr>
            <a:lvl8pPr lvl="7" rtl="0">
              <a:spcBef>
                <a:spcPts val="1200"/>
              </a:spcBef>
              <a:spcAft>
                <a:spcPts val="0"/>
              </a:spcAft>
              <a:buNone/>
              <a:defRPr b="1" sz="1400"/>
            </a:lvl8pPr>
            <a:lvl9pPr lvl="8" rtl="0">
              <a:spcBef>
                <a:spcPts val="1200"/>
              </a:spcBef>
              <a:spcAft>
                <a:spcPts val="1200"/>
              </a:spcAft>
              <a:buNone/>
              <a:defRPr b="1" sz="1400"/>
            </a:lvl9pPr>
          </a:lstStyle>
          <a:p/>
        </p:txBody>
      </p:sp>
      <p:sp>
        <p:nvSpPr>
          <p:cNvPr id="1196" name="Google Shape;1196;p27"/>
          <p:cNvSpPr txBox="1"/>
          <p:nvPr>
            <p:ph idx="3" type="subTitle"/>
          </p:nvPr>
        </p:nvSpPr>
        <p:spPr>
          <a:xfrm>
            <a:off x="3369600" y="1853600"/>
            <a:ext cx="2404800" cy="402300"/>
          </a:xfrm>
          <a:prstGeom prst="rect">
            <a:avLst/>
          </a:prstGeom>
        </p:spPr>
        <p:txBody>
          <a:bodyPr anchorCtr="0" anchor="b" bIns="91425" lIns="91425" spcFirstLastPara="1" rIns="91425" wrap="square" tIns="91425">
            <a:noAutofit/>
          </a:bodyPr>
          <a:lstStyle>
            <a:lvl1pPr lvl="0" rtl="0">
              <a:spcBef>
                <a:spcPts val="0"/>
              </a:spcBef>
              <a:spcAft>
                <a:spcPts val="0"/>
              </a:spcAft>
              <a:buNone/>
              <a:defRPr>
                <a:solidFill>
                  <a:schemeClr val="dk1"/>
                </a:solidFill>
                <a:latin typeface="Open Sans ExtraBold"/>
                <a:ea typeface="Open Sans ExtraBold"/>
                <a:cs typeface="Open Sans ExtraBold"/>
                <a:sym typeface="Open Sans ExtraBold"/>
              </a:defRPr>
            </a:lvl1pPr>
            <a:lvl2pPr lvl="1" rtl="0">
              <a:spcBef>
                <a:spcPts val="1200"/>
              </a:spcBef>
              <a:spcAft>
                <a:spcPts val="0"/>
              </a:spcAft>
              <a:buNone/>
              <a:defRPr>
                <a:solidFill>
                  <a:schemeClr val="dk1"/>
                </a:solidFill>
                <a:latin typeface="Open Sans ExtraBold"/>
                <a:ea typeface="Open Sans ExtraBold"/>
                <a:cs typeface="Open Sans ExtraBold"/>
                <a:sym typeface="Open Sans ExtraBold"/>
              </a:defRPr>
            </a:lvl2pPr>
            <a:lvl3pPr lvl="2" rtl="0">
              <a:spcBef>
                <a:spcPts val="1200"/>
              </a:spcBef>
              <a:spcAft>
                <a:spcPts val="0"/>
              </a:spcAft>
              <a:buNone/>
              <a:defRPr>
                <a:solidFill>
                  <a:schemeClr val="dk1"/>
                </a:solidFill>
                <a:latin typeface="Open Sans ExtraBold"/>
                <a:ea typeface="Open Sans ExtraBold"/>
                <a:cs typeface="Open Sans ExtraBold"/>
                <a:sym typeface="Open Sans ExtraBold"/>
              </a:defRPr>
            </a:lvl3pPr>
            <a:lvl4pPr lvl="3" rtl="0">
              <a:spcBef>
                <a:spcPts val="1200"/>
              </a:spcBef>
              <a:spcAft>
                <a:spcPts val="0"/>
              </a:spcAft>
              <a:buNone/>
              <a:defRPr>
                <a:solidFill>
                  <a:schemeClr val="dk1"/>
                </a:solidFill>
                <a:latin typeface="Open Sans ExtraBold"/>
                <a:ea typeface="Open Sans ExtraBold"/>
                <a:cs typeface="Open Sans ExtraBold"/>
                <a:sym typeface="Open Sans ExtraBold"/>
              </a:defRPr>
            </a:lvl4pPr>
            <a:lvl5pPr lvl="4" rtl="0">
              <a:spcBef>
                <a:spcPts val="1200"/>
              </a:spcBef>
              <a:spcAft>
                <a:spcPts val="0"/>
              </a:spcAft>
              <a:buNone/>
              <a:defRPr>
                <a:solidFill>
                  <a:schemeClr val="dk1"/>
                </a:solidFill>
                <a:latin typeface="Open Sans ExtraBold"/>
                <a:ea typeface="Open Sans ExtraBold"/>
                <a:cs typeface="Open Sans ExtraBold"/>
                <a:sym typeface="Open Sans ExtraBold"/>
              </a:defRPr>
            </a:lvl5pPr>
            <a:lvl6pPr lvl="5" rtl="0">
              <a:spcBef>
                <a:spcPts val="1200"/>
              </a:spcBef>
              <a:spcAft>
                <a:spcPts val="0"/>
              </a:spcAft>
              <a:buNone/>
              <a:defRPr>
                <a:solidFill>
                  <a:schemeClr val="dk1"/>
                </a:solidFill>
                <a:latin typeface="Open Sans ExtraBold"/>
                <a:ea typeface="Open Sans ExtraBold"/>
                <a:cs typeface="Open Sans ExtraBold"/>
                <a:sym typeface="Open Sans ExtraBold"/>
              </a:defRPr>
            </a:lvl6pPr>
            <a:lvl7pPr lvl="6" rtl="0">
              <a:spcBef>
                <a:spcPts val="1200"/>
              </a:spcBef>
              <a:spcAft>
                <a:spcPts val="0"/>
              </a:spcAft>
              <a:buNone/>
              <a:defRPr>
                <a:solidFill>
                  <a:schemeClr val="dk1"/>
                </a:solidFill>
                <a:latin typeface="Open Sans ExtraBold"/>
                <a:ea typeface="Open Sans ExtraBold"/>
                <a:cs typeface="Open Sans ExtraBold"/>
                <a:sym typeface="Open Sans ExtraBold"/>
              </a:defRPr>
            </a:lvl7pPr>
            <a:lvl8pPr lvl="7" rtl="0">
              <a:spcBef>
                <a:spcPts val="1200"/>
              </a:spcBef>
              <a:spcAft>
                <a:spcPts val="0"/>
              </a:spcAft>
              <a:buNone/>
              <a:defRPr>
                <a:solidFill>
                  <a:schemeClr val="dk1"/>
                </a:solidFill>
                <a:latin typeface="Open Sans ExtraBold"/>
                <a:ea typeface="Open Sans ExtraBold"/>
                <a:cs typeface="Open Sans ExtraBold"/>
                <a:sym typeface="Open Sans ExtraBold"/>
              </a:defRPr>
            </a:lvl8pPr>
            <a:lvl9pPr lvl="8" rtl="0">
              <a:spcBef>
                <a:spcPts val="1200"/>
              </a:spcBef>
              <a:spcAft>
                <a:spcPts val="1200"/>
              </a:spcAft>
              <a:buNone/>
              <a:defRPr>
                <a:solidFill>
                  <a:schemeClr val="dk1"/>
                </a:solidFill>
                <a:latin typeface="Open Sans ExtraBold"/>
                <a:ea typeface="Open Sans ExtraBold"/>
                <a:cs typeface="Open Sans ExtraBold"/>
                <a:sym typeface="Open Sans ExtraBold"/>
              </a:defRPr>
            </a:lvl9pPr>
          </a:lstStyle>
          <a:p/>
        </p:txBody>
      </p:sp>
      <p:sp>
        <p:nvSpPr>
          <p:cNvPr id="1197" name="Google Shape;1197;p27"/>
          <p:cNvSpPr txBox="1"/>
          <p:nvPr>
            <p:ph idx="4" type="subTitle"/>
          </p:nvPr>
        </p:nvSpPr>
        <p:spPr>
          <a:xfrm>
            <a:off x="3369600" y="2182045"/>
            <a:ext cx="2404800" cy="8634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vl1pPr>
            <a:lvl2pPr lvl="1" rtl="0">
              <a:spcBef>
                <a:spcPts val="1200"/>
              </a:spcBef>
              <a:spcAft>
                <a:spcPts val="0"/>
              </a:spcAft>
              <a:buNone/>
              <a:defRPr b="1" sz="1400"/>
            </a:lvl2pPr>
            <a:lvl3pPr lvl="2" rtl="0">
              <a:spcBef>
                <a:spcPts val="1200"/>
              </a:spcBef>
              <a:spcAft>
                <a:spcPts val="0"/>
              </a:spcAft>
              <a:buNone/>
              <a:defRPr b="1" sz="1400"/>
            </a:lvl3pPr>
            <a:lvl4pPr lvl="3" rtl="0">
              <a:spcBef>
                <a:spcPts val="1200"/>
              </a:spcBef>
              <a:spcAft>
                <a:spcPts val="0"/>
              </a:spcAft>
              <a:buNone/>
              <a:defRPr b="1" sz="1400"/>
            </a:lvl4pPr>
            <a:lvl5pPr lvl="4" rtl="0">
              <a:spcBef>
                <a:spcPts val="1200"/>
              </a:spcBef>
              <a:spcAft>
                <a:spcPts val="0"/>
              </a:spcAft>
              <a:buNone/>
              <a:defRPr b="1" sz="1400"/>
            </a:lvl5pPr>
            <a:lvl6pPr lvl="5" rtl="0">
              <a:spcBef>
                <a:spcPts val="1200"/>
              </a:spcBef>
              <a:spcAft>
                <a:spcPts val="0"/>
              </a:spcAft>
              <a:buNone/>
              <a:defRPr b="1" sz="1400"/>
            </a:lvl6pPr>
            <a:lvl7pPr lvl="6" rtl="0">
              <a:spcBef>
                <a:spcPts val="1200"/>
              </a:spcBef>
              <a:spcAft>
                <a:spcPts val="0"/>
              </a:spcAft>
              <a:buNone/>
              <a:defRPr b="1" sz="1400"/>
            </a:lvl7pPr>
            <a:lvl8pPr lvl="7" rtl="0">
              <a:spcBef>
                <a:spcPts val="1200"/>
              </a:spcBef>
              <a:spcAft>
                <a:spcPts val="0"/>
              </a:spcAft>
              <a:buNone/>
              <a:defRPr b="1" sz="1400"/>
            </a:lvl8pPr>
            <a:lvl9pPr lvl="8" rtl="0">
              <a:spcBef>
                <a:spcPts val="1200"/>
              </a:spcBef>
              <a:spcAft>
                <a:spcPts val="1200"/>
              </a:spcAft>
              <a:buNone/>
              <a:defRPr b="1" sz="1400"/>
            </a:lvl9pPr>
          </a:lstStyle>
          <a:p/>
        </p:txBody>
      </p:sp>
      <p:sp>
        <p:nvSpPr>
          <p:cNvPr id="1198" name="Google Shape;1198;p27"/>
          <p:cNvSpPr txBox="1"/>
          <p:nvPr>
            <p:ph idx="5" type="subTitle"/>
          </p:nvPr>
        </p:nvSpPr>
        <p:spPr>
          <a:xfrm>
            <a:off x="6026100" y="1853600"/>
            <a:ext cx="2404800" cy="402300"/>
          </a:xfrm>
          <a:prstGeom prst="rect">
            <a:avLst/>
          </a:prstGeom>
        </p:spPr>
        <p:txBody>
          <a:bodyPr anchorCtr="0" anchor="b" bIns="91425" lIns="91425" spcFirstLastPara="1" rIns="91425" wrap="square" tIns="91425">
            <a:noAutofit/>
          </a:bodyPr>
          <a:lstStyle>
            <a:lvl1pPr lvl="0" rtl="0">
              <a:spcBef>
                <a:spcPts val="0"/>
              </a:spcBef>
              <a:spcAft>
                <a:spcPts val="0"/>
              </a:spcAft>
              <a:buNone/>
              <a:defRPr>
                <a:solidFill>
                  <a:schemeClr val="dk1"/>
                </a:solidFill>
                <a:latin typeface="Open Sans ExtraBold"/>
                <a:ea typeface="Open Sans ExtraBold"/>
                <a:cs typeface="Open Sans ExtraBold"/>
                <a:sym typeface="Open Sans ExtraBold"/>
              </a:defRPr>
            </a:lvl1pPr>
            <a:lvl2pPr lvl="1" rtl="0">
              <a:spcBef>
                <a:spcPts val="1200"/>
              </a:spcBef>
              <a:spcAft>
                <a:spcPts val="0"/>
              </a:spcAft>
              <a:buNone/>
              <a:defRPr>
                <a:solidFill>
                  <a:schemeClr val="dk1"/>
                </a:solidFill>
                <a:latin typeface="Open Sans ExtraBold"/>
                <a:ea typeface="Open Sans ExtraBold"/>
                <a:cs typeface="Open Sans ExtraBold"/>
                <a:sym typeface="Open Sans ExtraBold"/>
              </a:defRPr>
            </a:lvl2pPr>
            <a:lvl3pPr lvl="2" rtl="0">
              <a:spcBef>
                <a:spcPts val="1200"/>
              </a:spcBef>
              <a:spcAft>
                <a:spcPts val="0"/>
              </a:spcAft>
              <a:buNone/>
              <a:defRPr>
                <a:solidFill>
                  <a:schemeClr val="dk1"/>
                </a:solidFill>
                <a:latin typeface="Open Sans ExtraBold"/>
                <a:ea typeface="Open Sans ExtraBold"/>
                <a:cs typeface="Open Sans ExtraBold"/>
                <a:sym typeface="Open Sans ExtraBold"/>
              </a:defRPr>
            </a:lvl3pPr>
            <a:lvl4pPr lvl="3" rtl="0">
              <a:spcBef>
                <a:spcPts val="1200"/>
              </a:spcBef>
              <a:spcAft>
                <a:spcPts val="0"/>
              </a:spcAft>
              <a:buNone/>
              <a:defRPr>
                <a:solidFill>
                  <a:schemeClr val="dk1"/>
                </a:solidFill>
                <a:latin typeface="Open Sans ExtraBold"/>
                <a:ea typeface="Open Sans ExtraBold"/>
                <a:cs typeface="Open Sans ExtraBold"/>
                <a:sym typeface="Open Sans ExtraBold"/>
              </a:defRPr>
            </a:lvl4pPr>
            <a:lvl5pPr lvl="4" rtl="0">
              <a:spcBef>
                <a:spcPts val="1200"/>
              </a:spcBef>
              <a:spcAft>
                <a:spcPts val="0"/>
              </a:spcAft>
              <a:buNone/>
              <a:defRPr>
                <a:solidFill>
                  <a:schemeClr val="dk1"/>
                </a:solidFill>
                <a:latin typeface="Open Sans ExtraBold"/>
                <a:ea typeface="Open Sans ExtraBold"/>
                <a:cs typeface="Open Sans ExtraBold"/>
                <a:sym typeface="Open Sans ExtraBold"/>
              </a:defRPr>
            </a:lvl5pPr>
            <a:lvl6pPr lvl="5" rtl="0">
              <a:spcBef>
                <a:spcPts val="1200"/>
              </a:spcBef>
              <a:spcAft>
                <a:spcPts val="0"/>
              </a:spcAft>
              <a:buNone/>
              <a:defRPr>
                <a:solidFill>
                  <a:schemeClr val="dk1"/>
                </a:solidFill>
                <a:latin typeface="Open Sans ExtraBold"/>
                <a:ea typeface="Open Sans ExtraBold"/>
                <a:cs typeface="Open Sans ExtraBold"/>
                <a:sym typeface="Open Sans ExtraBold"/>
              </a:defRPr>
            </a:lvl6pPr>
            <a:lvl7pPr lvl="6" rtl="0">
              <a:spcBef>
                <a:spcPts val="1200"/>
              </a:spcBef>
              <a:spcAft>
                <a:spcPts val="0"/>
              </a:spcAft>
              <a:buNone/>
              <a:defRPr>
                <a:solidFill>
                  <a:schemeClr val="dk1"/>
                </a:solidFill>
                <a:latin typeface="Open Sans ExtraBold"/>
                <a:ea typeface="Open Sans ExtraBold"/>
                <a:cs typeface="Open Sans ExtraBold"/>
                <a:sym typeface="Open Sans ExtraBold"/>
              </a:defRPr>
            </a:lvl7pPr>
            <a:lvl8pPr lvl="7" rtl="0">
              <a:spcBef>
                <a:spcPts val="1200"/>
              </a:spcBef>
              <a:spcAft>
                <a:spcPts val="0"/>
              </a:spcAft>
              <a:buNone/>
              <a:defRPr>
                <a:solidFill>
                  <a:schemeClr val="dk1"/>
                </a:solidFill>
                <a:latin typeface="Open Sans ExtraBold"/>
                <a:ea typeface="Open Sans ExtraBold"/>
                <a:cs typeface="Open Sans ExtraBold"/>
                <a:sym typeface="Open Sans ExtraBold"/>
              </a:defRPr>
            </a:lvl8pPr>
            <a:lvl9pPr lvl="8" rtl="0">
              <a:spcBef>
                <a:spcPts val="1200"/>
              </a:spcBef>
              <a:spcAft>
                <a:spcPts val="1200"/>
              </a:spcAft>
              <a:buNone/>
              <a:defRPr>
                <a:solidFill>
                  <a:schemeClr val="dk1"/>
                </a:solidFill>
                <a:latin typeface="Open Sans ExtraBold"/>
                <a:ea typeface="Open Sans ExtraBold"/>
                <a:cs typeface="Open Sans ExtraBold"/>
                <a:sym typeface="Open Sans ExtraBold"/>
              </a:defRPr>
            </a:lvl9pPr>
          </a:lstStyle>
          <a:p/>
        </p:txBody>
      </p:sp>
      <p:sp>
        <p:nvSpPr>
          <p:cNvPr id="1199" name="Google Shape;1199;p27"/>
          <p:cNvSpPr txBox="1"/>
          <p:nvPr>
            <p:ph idx="6" type="subTitle"/>
          </p:nvPr>
        </p:nvSpPr>
        <p:spPr>
          <a:xfrm>
            <a:off x="6026100" y="2182045"/>
            <a:ext cx="2404800" cy="8634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vl1pPr>
            <a:lvl2pPr lvl="1" rtl="0">
              <a:spcBef>
                <a:spcPts val="1200"/>
              </a:spcBef>
              <a:spcAft>
                <a:spcPts val="0"/>
              </a:spcAft>
              <a:buNone/>
              <a:defRPr b="1" sz="1400"/>
            </a:lvl2pPr>
            <a:lvl3pPr lvl="2" rtl="0">
              <a:spcBef>
                <a:spcPts val="1200"/>
              </a:spcBef>
              <a:spcAft>
                <a:spcPts val="0"/>
              </a:spcAft>
              <a:buNone/>
              <a:defRPr b="1" sz="1400"/>
            </a:lvl3pPr>
            <a:lvl4pPr lvl="3" rtl="0">
              <a:spcBef>
                <a:spcPts val="1200"/>
              </a:spcBef>
              <a:spcAft>
                <a:spcPts val="0"/>
              </a:spcAft>
              <a:buNone/>
              <a:defRPr b="1" sz="1400"/>
            </a:lvl4pPr>
            <a:lvl5pPr lvl="4" rtl="0">
              <a:spcBef>
                <a:spcPts val="1200"/>
              </a:spcBef>
              <a:spcAft>
                <a:spcPts val="0"/>
              </a:spcAft>
              <a:buNone/>
              <a:defRPr b="1" sz="1400"/>
            </a:lvl5pPr>
            <a:lvl6pPr lvl="5" rtl="0">
              <a:spcBef>
                <a:spcPts val="1200"/>
              </a:spcBef>
              <a:spcAft>
                <a:spcPts val="0"/>
              </a:spcAft>
              <a:buNone/>
              <a:defRPr b="1" sz="1400"/>
            </a:lvl6pPr>
            <a:lvl7pPr lvl="6" rtl="0">
              <a:spcBef>
                <a:spcPts val="1200"/>
              </a:spcBef>
              <a:spcAft>
                <a:spcPts val="0"/>
              </a:spcAft>
              <a:buNone/>
              <a:defRPr b="1" sz="1400"/>
            </a:lvl7pPr>
            <a:lvl8pPr lvl="7" rtl="0">
              <a:spcBef>
                <a:spcPts val="1200"/>
              </a:spcBef>
              <a:spcAft>
                <a:spcPts val="0"/>
              </a:spcAft>
              <a:buNone/>
              <a:defRPr b="1" sz="1400"/>
            </a:lvl8pPr>
            <a:lvl9pPr lvl="8" rtl="0">
              <a:spcBef>
                <a:spcPts val="1200"/>
              </a:spcBef>
              <a:spcAft>
                <a:spcPts val="1200"/>
              </a:spcAft>
              <a:buNone/>
              <a:defRPr b="1" sz="1400"/>
            </a:lvl9pPr>
          </a:lstStyle>
          <a:p/>
        </p:txBody>
      </p:sp>
      <p:sp>
        <p:nvSpPr>
          <p:cNvPr id="1200" name="Google Shape;1200;p27"/>
          <p:cNvSpPr txBox="1"/>
          <p:nvPr>
            <p:ph idx="7" type="subTitle"/>
          </p:nvPr>
        </p:nvSpPr>
        <p:spPr>
          <a:xfrm>
            <a:off x="713100" y="3228338"/>
            <a:ext cx="2404800" cy="402300"/>
          </a:xfrm>
          <a:prstGeom prst="rect">
            <a:avLst/>
          </a:prstGeom>
        </p:spPr>
        <p:txBody>
          <a:bodyPr anchorCtr="0" anchor="b" bIns="91425" lIns="91425" spcFirstLastPara="1" rIns="91425" wrap="square" tIns="91425">
            <a:noAutofit/>
          </a:bodyPr>
          <a:lstStyle>
            <a:lvl1pPr lvl="0" rtl="0">
              <a:spcBef>
                <a:spcPts val="0"/>
              </a:spcBef>
              <a:spcAft>
                <a:spcPts val="0"/>
              </a:spcAft>
              <a:buNone/>
              <a:defRPr>
                <a:solidFill>
                  <a:schemeClr val="dk1"/>
                </a:solidFill>
                <a:latin typeface="Open Sans ExtraBold"/>
                <a:ea typeface="Open Sans ExtraBold"/>
                <a:cs typeface="Open Sans ExtraBold"/>
                <a:sym typeface="Open Sans ExtraBold"/>
              </a:defRPr>
            </a:lvl1pPr>
            <a:lvl2pPr lvl="1" rtl="0">
              <a:spcBef>
                <a:spcPts val="1200"/>
              </a:spcBef>
              <a:spcAft>
                <a:spcPts val="0"/>
              </a:spcAft>
              <a:buNone/>
              <a:defRPr>
                <a:solidFill>
                  <a:schemeClr val="dk1"/>
                </a:solidFill>
                <a:latin typeface="Open Sans ExtraBold"/>
                <a:ea typeface="Open Sans ExtraBold"/>
                <a:cs typeface="Open Sans ExtraBold"/>
                <a:sym typeface="Open Sans ExtraBold"/>
              </a:defRPr>
            </a:lvl2pPr>
            <a:lvl3pPr lvl="2" rtl="0">
              <a:spcBef>
                <a:spcPts val="1200"/>
              </a:spcBef>
              <a:spcAft>
                <a:spcPts val="0"/>
              </a:spcAft>
              <a:buNone/>
              <a:defRPr>
                <a:solidFill>
                  <a:schemeClr val="dk1"/>
                </a:solidFill>
                <a:latin typeface="Open Sans ExtraBold"/>
                <a:ea typeface="Open Sans ExtraBold"/>
                <a:cs typeface="Open Sans ExtraBold"/>
                <a:sym typeface="Open Sans ExtraBold"/>
              </a:defRPr>
            </a:lvl3pPr>
            <a:lvl4pPr lvl="3" rtl="0">
              <a:spcBef>
                <a:spcPts val="1200"/>
              </a:spcBef>
              <a:spcAft>
                <a:spcPts val="0"/>
              </a:spcAft>
              <a:buNone/>
              <a:defRPr>
                <a:solidFill>
                  <a:schemeClr val="dk1"/>
                </a:solidFill>
                <a:latin typeface="Open Sans ExtraBold"/>
                <a:ea typeface="Open Sans ExtraBold"/>
                <a:cs typeface="Open Sans ExtraBold"/>
                <a:sym typeface="Open Sans ExtraBold"/>
              </a:defRPr>
            </a:lvl4pPr>
            <a:lvl5pPr lvl="4" rtl="0">
              <a:spcBef>
                <a:spcPts val="1200"/>
              </a:spcBef>
              <a:spcAft>
                <a:spcPts val="0"/>
              </a:spcAft>
              <a:buNone/>
              <a:defRPr>
                <a:solidFill>
                  <a:schemeClr val="dk1"/>
                </a:solidFill>
                <a:latin typeface="Open Sans ExtraBold"/>
                <a:ea typeface="Open Sans ExtraBold"/>
                <a:cs typeface="Open Sans ExtraBold"/>
                <a:sym typeface="Open Sans ExtraBold"/>
              </a:defRPr>
            </a:lvl5pPr>
            <a:lvl6pPr lvl="5" rtl="0">
              <a:spcBef>
                <a:spcPts val="1200"/>
              </a:spcBef>
              <a:spcAft>
                <a:spcPts val="0"/>
              </a:spcAft>
              <a:buNone/>
              <a:defRPr>
                <a:solidFill>
                  <a:schemeClr val="dk1"/>
                </a:solidFill>
                <a:latin typeface="Open Sans ExtraBold"/>
                <a:ea typeface="Open Sans ExtraBold"/>
                <a:cs typeface="Open Sans ExtraBold"/>
                <a:sym typeface="Open Sans ExtraBold"/>
              </a:defRPr>
            </a:lvl6pPr>
            <a:lvl7pPr lvl="6" rtl="0">
              <a:spcBef>
                <a:spcPts val="1200"/>
              </a:spcBef>
              <a:spcAft>
                <a:spcPts val="0"/>
              </a:spcAft>
              <a:buNone/>
              <a:defRPr>
                <a:solidFill>
                  <a:schemeClr val="dk1"/>
                </a:solidFill>
                <a:latin typeface="Open Sans ExtraBold"/>
                <a:ea typeface="Open Sans ExtraBold"/>
                <a:cs typeface="Open Sans ExtraBold"/>
                <a:sym typeface="Open Sans ExtraBold"/>
              </a:defRPr>
            </a:lvl7pPr>
            <a:lvl8pPr lvl="7" rtl="0">
              <a:spcBef>
                <a:spcPts val="1200"/>
              </a:spcBef>
              <a:spcAft>
                <a:spcPts val="0"/>
              </a:spcAft>
              <a:buNone/>
              <a:defRPr>
                <a:solidFill>
                  <a:schemeClr val="dk1"/>
                </a:solidFill>
                <a:latin typeface="Open Sans ExtraBold"/>
                <a:ea typeface="Open Sans ExtraBold"/>
                <a:cs typeface="Open Sans ExtraBold"/>
                <a:sym typeface="Open Sans ExtraBold"/>
              </a:defRPr>
            </a:lvl8pPr>
            <a:lvl9pPr lvl="8" rtl="0">
              <a:spcBef>
                <a:spcPts val="1200"/>
              </a:spcBef>
              <a:spcAft>
                <a:spcPts val="1200"/>
              </a:spcAft>
              <a:buNone/>
              <a:defRPr>
                <a:solidFill>
                  <a:schemeClr val="dk1"/>
                </a:solidFill>
                <a:latin typeface="Open Sans ExtraBold"/>
                <a:ea typeface="Open Sans ExtraBold"/>
                <a:cs typeface="Open Sans ExtraBold"/>
                <a:sym typeface="Open Sans ExtraBold"/>
              </a:defRPr>
            </a:lvl9pPr>
          </a:lstStyle>
          <a:p/>
        </p:txBody>
      </p:sp>
      <p:sp>
        <p:nvSpPr>
          <p:cNvPr id="1201" name="Google Shape;1201;p27"/>
          <p:cNvSpPr txBox="1"/>
          <p:nvPr>
            <p:ph idx="8" type="subTitle"/>
          </p:nvPr>
        </p:nvSpPr>
        <p:spPr>
          <a:xfrm>
            <a:off x="713100" y="3555600"/>
            <a:ext cx="2041800" cy="8634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vl1pPr>
            <a:lvl2pPr lvl="1" rtl="0">
              <a:spcBef>
                <a:spcPts val="1200"/>
              </a:spcBef>
              <a:spcAft>
                <a:spcPts val="0"/>
              </a:spcAft>
              <a:buNone/>
              <a:defRPr b="1" sz="1400"/>
            </a:lvl2pPr>
            <a:lvl3pPr lvl="2" rtl="0">
              <a:spcBef>
                <a:spcPts val="1200"/>
              </a:spcBef>
              <a:spcAft>
                <a:spcPts val="0"/>
              </a:spcAft>
              <a:buNone/>
              <a:defRPr b="1" sz="1400"/>
            </a:lvl3pPr>
            <a:lvl4pPr lvl="3" rtl="0">
              <a:spcBef>
                <a:spcPts val="1200"/>
              </a:spcBef>
              <a:spcAft>
                <a:spcPts val="0"/>
              </a:spcAft>
              <a:buNone/>
              <a:defRPr b="1" sz="1400"/>
            </a:lvl4pPr>
            <a:lvl5pPr lvl="4" rtl="0">
              <a:spcBef>
                <a:spcPts val="1200"/>
              </a:spcBef>
              <a:spcAft>
                <a:spcPts val="0"/>
              </a:spcAft>
              <a:buNone/>
              <a:defRPr b="1" sz="1400"/>
            </a:lvl5pPr>
            <a:lvl6pPr lvl="5" rtl="0">
              <a:spcBef>
                <a:spcPts val="1200"/>
              </a:spcBef>
              <a:spcAft>
                <a:spcPts val="0"/>
              </a:spcAft>
              <a:buNone/>
              <a:defRPr b="1" sz="1400"/>
            </a:lvl6pPr>
            <a:lvl7pPr lvl="6" rtl="0">
              <a:spcBef>
                <a:spcPts val="1200"/>
              </a:spcBef>
              <a:spcAft>
                <a:spcPts val="0"/>
              </a:spcAft>
              <a:buNone/>
              <a:defRPr b="1" sz="1400"/>
            </a:lvl7pPr>
            <a:lvl8pPr lvl="7" rtl="0">
              <a:spcBef>
                <a:spcPts val="1200"/>
              </a:spcBef>
              <a:spcAft>
                <a:spcPts val="0"/>
              </a:spcAft>
              <a:buNone/>
              <a:defRPr b="1" sz="1400"/>
            </a:lvl8pPr>
            <a:lvl9pPr lvl="8" rtl="0">
              <a:spcBef>
                <a:spcPts val="1200"/>
              </a:spcBef>
              <a:spcAft>
                <a:spcPts val="1200"/>
              </a:spcAft>
              <a:buNone/>
              <a:defRPr b="1" sz="1400"/>
            </a:lvl9pPr>
          </a:lstStyle>
          <a:p/>
        </p:txBody>
      </p:sp>
      <p:sp>
        <p:nvSpPr>
          <p:cNvPr id="1202" name="Google Shape;1202;p27"/>
          <p:cNvSpPr txBox="1"/>
          <p:nvPr>
            <p:ph idx="9" type="subTitle"/>
          </p:nvPr>
        </p:nvSpPr>
        <p:spPr>
          <a:xfrm>
            <a:off x="3369600" y="3228338"/>
            <a:ext cx="2404800" cy="402300"/>
          </a:xfrm>
          <a:prstGeom prst="rect">
            <a:avLst/>
          </a:prstGeom>
        </p:spPr>
        <p:txBody>
          <a:bodyPr anchorCtr="0" anchor="b" bIns="91425" lIns="91425" spcFirstLastPara="1" rIns="91425" wrap="square" tIns="91425">
            <a:noAutofit/>
          </a:bodyPr>
          <a:lstStyle>
            <a:lvl1pPr lvl="0" rtl="0">
              <a:spcBef>
                <a:spcPts val="0"/>
              </a:spcBef>
              <a:spcAft>
                <a:spcPts val="0"/>
              </a:spcAft>
              <a:buNone/>
              <a:defRPr>
                <a:solidFill>
                  <a:schemeClr val="dk1"/>
                </a:solidFill>
                <a:latin typeface="Open Sans ExtraBold"/>
                <a:ea typeface="Open Sans ExtraBold"/>
                <a:cs typeface="Open Sans ExtraBold"/>
                <a:sym typeface="Open Sans ExtraBold"/>
              </a:defRPr>
            </a:lvl1pPr>
            <a:lvl2pPr lvl="1" rtl="0">
              <a:spcBef>
                <a:spcPts val="1200"/>
              </a:spcBef>
              <a:spcAft>
                <a:spcPts val="0"/>
              </a:spcAft>
              <a:buNone/>
              <a:defRPr>
                <a:solidFill>
                  <a:schemeClr val="dk1"/>
                </a:solidFill>
                <a:latin typeface="Open Sans ExtraBold"/>
                <a:ea typeface="Open Sans ExtraBold"/>
                <a:cs typeface="Open Sans ExtraBold"/>
                <a:sym typeface="Open Sans ExtraBold"/>
              </a:defRPr>
            </a:lvl2pPr>
            <a:lvl3pPr lvl="2" rtl="0">
              <a:spcBef>
                <a:spcPts val="1200"/>
              </a:spcBef>
              <a:spcAft>
                <a:spcPts val="0"/>
              </a:spcAft>
              <a:buNone/>
              <a:defRPr>
                <a:solidFill>
                  <a:schemeClr val="dk1"/>
                </a:solidFill>
                <a:latin typeface="Open Sans ExtraBold"/>
                <a:ea typeface="Open Sans ExtraBold"/>
                <a:cs typeface="Open Sans ExtraBold"/>
                <a:sym typeface="Open Sans ExtraBold"/>
              </a:defRPr>
            </a:lvl3pPr>
            <a:lvl4pPr lvl="3" rtl="0">
              <a:spcBef>
                <a:spcPts val="1200"/>
              </a:spcBef>
              <a:spcAft>
                <a:spcPts val="0"/>
              </a:spcAft>
              <a:buNone/>
              <a:defRPr>
                <a:solidFill>
                  <a:schemeClr val="dk1"/>
                </a:solidFill>
                <a:latin typeface="Open Sans ExtraBold"/>
                <a:ea typeface="Open Sans ExtraBold"/>
                <a:cs typeface="Open Sans ExtraBold"/>
                <a:sym typeface="Open Sans ExtraBold"/>
              </a:defRPr>
            </a:lvl4pPr>
            <a:lvl5pPr lvl="4" rtl="0">
              <a:spcBef>
                <a:spcPts val="1200"/>
              </a:spcBef>
              <a:spcAft>
                <a:spcPts val="0"/>
              </a:spcAft>
              <a:buNone/>
              <a:defRPr>
                <a:solidFill>
                  <a:schemeClr val="dk1"/>
                </a:solidFill>
                <a:latin typeface="Open Sans ExtraBold"/>
                <a:ea typeface="Open Sans ExtraBold"/>
                <a:cs typeface="Open Sans ExtraBold"/>
                <a:sym typeface="Open Sans ExtraBold"/>
              </a:defRPr>
            </a:lvl5pPr>
            <a:lvl6pPr lvl="5" rtl="0">
              <a:spcBef>
                <a:spcPts val="1200"/>
              </a:spcBef>
              <a:spcAft>
                <a:spcPts val="0"/>
              </a:spcAft>
              <a:buNone/>
              <a:defRPr>
                <a:solidFill>
                  <a:schemeClr val="dk1"/>
                </a:solidFill>
                <a:latin typeface="Open Sans ExtraBold"/>
                <a:ea typeface="Open Sans ExtraBold"/>
                <a:cs typeface="Open Sans ExtraBold"/>
                <a:sym typeface="Open Sans ExtraBold"/>
              </a:defRPr>
            </a:lvl6pPr>
            <a:lvl7pPr lvl="6" rtl="0">
              <a:spcBef>
                <a:spcPts val="1200"/>
              </a:spcBef>
              <a:spcAft>
                <a:spcPts val="0"/>
              </a:spcAft>
              <a:buNone/>
              <a:defRPr>
                <a:solidFill>
                  <a:schemeClr val="dk1"/>
                </a:solidFill>
                <a:latin typeface="Open Sans ExtraBold"/>
                <a:ea typeface="Open Sans ExtraBold"/>
                <a:cs typeface="Open Sans ExtraBold"/>
                <a:sym typeface="Open Sans ExtraBold"/>
              </a:defRPr>
            </a:lvl7pPr>
            <a:lvl8pPr lvl="7" rtl="0">
              <a:spcBef>
                <a:spcPts val="1200"/>
              </a:spcBef>
              <a:spcAft>
                <a:spcPts val="0"/>
              </a:spcAft>
              <a:buNone/>
              <a:defRPr>
                <a:solidFill>
                  <a:schemeClr val="dk1"/>
                </a:solidFill>
                <a:latin typeface="Open Sans ExtraBold"/>
                <a:ea typeface="Open Sans ExtraBold"/>
                <a:cs typeface="Open Sans ExtraBold"/>
                <a:sym typeface="Open Sans ExtraBold"/>
              </a:defRPr>
            </a:lvl8pPr>
            <a:lvl9pPr lvl="8" rtl="0">
              <a:spcBef>
                <a:spcPts val="1200"/>
              </a:spcBef>
              <a:spcAft>
                <a:spcPts val="1200"/>
              </a:spcAft>
              <a:buNone/>
              <a:defRPr>
                <a:solidFill>
                  <a:schemeClr val="dk1"/>
                </a:solidFill>
                <a:latin typeface="Open Sans ExtraBold"/>
                <a:ea typeface="Open Sans ExtraBold"/>
                <a:cs typeface="Open Sans ExtraBold"/>
                <a:sym typeface="Open Sans ExtraBold"/>
              </a:defRPr>
            </a:lvl9pPr>
          </a:lstStyle>
          <a:p/>
        </p:txBody>
      </p:sp>
      <p:sp>
        <p:nvSpPr>
          <p:cNvPr id="1203" name="Google Shape;1203;p27"/>
          <p:cNvSpPr txBox="1"/>
          <p:nvPr>
            <p:ph idx="13" type="subTitle"/>
          </p:nvPr>
        </p:nvSpPr>
        <p:spPr>
          <a:xfrm>
            <a:off x="3369600" y="3555596"/>
            <a:ext cx="2404800" cy="8634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vl1pPr>
            <a:lvl2pPr lvl="1" rtl="0">
              <a:spcBef>
                <a:spcPts val="1200"/>
              </a:spcBef>
              <a:spcAft>
                <a:spcPts val="0"/>
              </a:spcAft>
              <a:buNone/>
              <a:defRPr b="1" sz="1400"/>
            </a:lvl2pPr>
            <a:lvl3pPr lvl="2" rtl="0">
              <a:spcBef>
                <a:spcPts val="1200"/>
              </a:spcBef>
              <a:spcAft>
                <a:spcPts val="0"/>
              </a:spcAft>
              <a:buNone/>
              <a:defRPr b="1" sz="1400"/>
            </a:lvl3pPr>
            <a:lvl4pPr lvl="3" rtl="0">
              <a:spcBef>
                <a:spcPts val="1200"/>
              </a:spcBef>
              <a:spcAft>
                <a:spcPts val="0"/>
              </a:spcAft>
              <a:buNone/>
              <a:defRPr b="1" sz="1400"/>
            </a:lvl4pPr>
            <a:lvl5pPr lvl="4" rtl="0">
              <a:spcBef>
                <a:spcPts val="1200"/>
              </a:spcBef>
              <a:spcAft>
                <a:spcPts val="0"/>
              </a:spcAft>
              <a:buNone/>
              <a:defRPr b="1" sz="1400"/>
            </a:lvl5pPr>
            <a:lvl6pPr lvl="5" rtl="0">
              <a:spcBef>
                <a:spcPts val="1200"/>
              </a:spcBef>
              <a:spcAft>
                <a:spcPts val="0"/>
              </a:spcAft>
              <a:buNone/>
              <a:defRPr b="1" sz="1400"/>
            </a:lvl6pPr>
            <a:lvl7pPr lvl="6" rtl="0">
              <a:spcBef>
                <a:spcPts val="1200"/>
              </a:spcBef>
              <a:spcAft>
                <a:spcPts val="0"/>
              </a:spcAft>
              <a:buNone/>
              <a:defRPr b="1" sz="1400"/>
            </a:lvl7pPr>
            <a:lvl8pPr lvl="7" rtl="0">
              <a:spcBef>
                <a:spcPts val="1200"/>
              </a:spcBef>
              <a:spcAft>
                <a:spcPts val="0"/>
              </a:spcAft>
              <a:buNone/>
              <a:defRPr b="1" sz="1400"/>
            </a:lvl8pPr>
            <a:lvl9pPr lvl="8" rtl="0">
              <a:spcBef>
                <a:spcPts val="1200"/>
              </a:spcBef>
              <a:spcAft>
                <a:spcPts val="1200"/>
              </a:spcAft>
              <a:buNone/>
              <a:defRPr b="1" sz="1400"/>
            </a:lvl9pPr>
          </a:lstStyle>
          <a:p/>
        </p:txBody>
      </p:sp>
      <p:sp>
        <p:nvSpPr>
          <p:cNvPr id="1204" name="Google Shape;1204;p27"/>
          <p:cNvSpPr txBox="1"/>
          <p:nvPr>
            <p:ph idx="14" type="subTitle"/>
          </p:nvPr>
        </p:nvSpPr>
        <p:spPr>
          <a:xfrm>
            <a:off x="6026100" y="3228338"/>
            <a:ext cx="2404800" cy="402300"/>
          </a:xfrm>
          <a:prstGeom prst="rect">
            <a:avLst/>
          </a:prstGeom>
        </p:spPr>
        <p:txBody>
          <a:bodyPr anchorCtr="0" anchor="b" bIns="91425" lIns="91425" spcFirstLastPara="1" rIns="91425" wrap="square" tIns="91425">
            <a:noAutofit/>
          </a:bodyPr>
          <a:lstStyle>
            <a:lvl1pPr lvl="0" rtl="0">
              <a:spcBef>
                <a:spcPts val="0"/>
              </a:spcBef>
              <a:spcAft>
                <a:spcPts val="0"/>
              </a:spcAft>
              <a:buNone/>
              <a:defRPr>
                <a:solidFill>
                  <a:schemeClr val="dk1"/>
                </a:solidFill>
                <a:latin typeface="Open Sans ExtraBold"/>
                <a:ea typeface="Open Sans ExtraBold"/>
                <a:cs typeface="Open Sans ExtraBold"/>
                <a:sym typeface="Open Sans ExtraBold"/>
              </a:defRPr>
            </a:lvl1pPr>
            <a:lvl2pPr lvl="1" rtl="0">
              <a:spcBef>
                <a:spcPts val="1200"/>
              </a:spcBef>
              <a:spcAft>
                <a:spcPts val="0"/>
              </a:spcAft>
              <a:buNone/>
              <a:defRPr>
                <a:solidFill>
                  <a:schemeClr val="dk1"/>
                </a:solidFill>
                <a:latin typeface="Open Sans ExtraBold"/>
                <a:ea typeface="Open Sans ExtraBold"/>
                <a:cs typeface="Open Sans ExtraBold"/>
                <a:sym typeface="Open Sans ExtraBold"/>
              </a:defRPr>
            </a:lvl2pPr>
            <a:lvl3pPr lvl="2" rtl="0">
              <a:spcBef>
                <a:spcPts val="1200"/>
              </a:spcBef>
              <a:spcAft>
                <a:spcPts val="0"/>
              </a:spcAft>
              <a:buNone/>
              <a:defRPr>
                <a:solidFill>
                  <a:schemeClr val="dk1"/>
                </a:solidFill>
                <a:latin typeface="Open Sans ExtraBold"/>
                <a:ea typeface="Open Sans ExtraBold"/>
                <a:cs typeface="Open Sans ExtraBold"/>
                <a:sym typeface="Open Sans ExtraBold"/>
              </a:defRPr>
            </a:lvl3pPr>
            <a:lvl4pPr lvl="3" rtl="0">
              <a:spcBef>
                <a:spcPts val="1200"/>
              </a:spcBef>
              <a:spcAft>
                <a:spcPts val="0"/>
              </a:spcAft>
              <a:buNone/>
              <a:defRPr>
                <a:solidFill>
                  <a:schemeClr val="dk1"/>
                </a:solidFill>
                <a:latin typeface="Open Sans ExtraBold"/>
                <a:ea typeface="Open Sans ExtraBold"/>
                <a:cs typeface="Open Sans ExtraBold"/>
                <a:sym typeface="Open Sans ExtraBold"/>
              </a:defRPr>
            </a:lvl4pPr>
            <a:lvl5pPr lvl="4" rtl="0">
              <a:spcBef>
                <a:spcPts val="1200"/>
              </a:spcBef>
              <a:spcAft>
                <a:spcPts val="0"/>
              </a:spcAft>
              <a:buNone/>
              <a:defRPr>
                <a:solidFill>
                  <a:schemeClr val="dk1"/>
                </a:solidFill>
                <a:latin typeface="Open Sans ExtraBold"/>
                <a:ea typeface="Open Sans ExtraBold"/>
                <a:cs typeface="Open Sans ExtraBold"/>
                <a:sym typeface="Open Sans ExtraBold"/>
              </a:defRPr>
            </a:lvl5pPr>
            <a:lvl6pPr lvl="5" rtl="0">
              <a:spcBef>
                <a:spcPts val="1200"/>
              </a:spcBef>
              <a:spcAft>
                <a:spcPts val="0"/>
              </a:spcAft>
              <a:buNone/>
              <a:defRPr>
                <a:solidFill>
                  <a:schemeClr val="dk1"/>
                </a:solidFill>
                <a:latin typeface="Open Sans ExtraBold"/>
                <a:ea typeface="Open Sans ExtraBold"/>
                <a:cs typeface="Open Sans ExtraBold"/>
                <a:sym typeface="Open Sans ExtraBold"/>
              </a:defRPr>
            </a:lvl6pPr>
            <a:lvl7pPr lvl="6" rtl="0">
              <a:spcBef>
                <a:spcPts val="1200"/>
              </a:spcBef>
              <a:spcAft>
                <a:spcPts val="0"/>
              </a:spcAft>
              <a:buNone/>
              <a:defRPr>
                <a:solidFill>
                  <a:schemeClr val="dk1"/>
                </a:solidFill>
                <a:latin typeface="Open Sans ExtraBold"/>
                <a:ea typeface="Open Sans ExtraBold"/>
                <a:cs typeface="Open Sans ExtraBold"/>
                <a:sym typeface="Open Sans ExtraBold"/>
              </a:defRPr>
            </a:lvl7pPr>
            <a:lvl8pPr lvl="7" rtl="0">
              <a:spcBef>
                <a:spcPts val="1200"/>
              </a:spcBef>
              <a:spcAft>
                <a:spcPts val="0"/>
              </a:spcAft>
              <a:buNone/>
              <a:defRPr>
                <a:solidFill>
                  <a:schemeClr val="dk1"/>
                </a:solidFill>
                <a:latin typeface="Open Sans ExtraBold"/>
                <a:ea typeface="Open Sans ExtraBold"/>
                <a:cs typeface="Open Sans ExtraBold"/>
                <a:sym typeface="Open Sans ExtraBold"/>
              </a:defRPr>
            </a:lvl8pPr>
            <a:lvl9pPr lvl="8" rtl="0">
              <a:spcBef>
                <a:spcPts val="1200"/>
              </a:spcBef>
              <a:spcAft>
                <a:spcPts val="1200"/>
              </a:spcAft>
              <a:buNone/>
              <a:defRPr>
                <a:solidFill>
                  <a:schemeClr val="dk1"/>
                </a:solidFill>
                <a:latin typeface="Open Sans ExtraBold"/>
                <a:ea typeface="Open Sans ExtraBold"/>
                <a:cs typeface="Open Sans ExtraBold"/>
                <a:sym typeface="Open Sans ExtraBold"/>
              </a:defRPr>
            </a:lvl9pPr>
          </a:lstStyle>
          <a:p/>
        </p:txBody>
      </p:sp>
      <p:sp>
        <p:nvSpPr>
          <p:cNvPr id="1205" name="Google Shape;1205;p27"/>
          <p:cNvSpPr txBox="1"/>
          <p:nvPr>
            <p:ph idx="15" type="subTitle"/>
          </p:nvPr>
        </p:nvSpPr>
        <p:spPr>
          <a:xfrm>
            <a:off x="6026100" y="3555596"/>
            <a:ext cx="2404800" cy="8634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vl1pPr>
            <a:lvl2pPr lvl="1" rtl="0">
              <a:spcBef>
                <a:spcPts val="1200"/>
              </a:spcBef>
              <a:spcAft>
                <a:spcPts val="0"/>
              </a:spcAft>
              <a:buNone/>
              <a:defRPr b="1" sz="1400"/>
            </a:lvl2pPr>
            <a:lvl3pPr lvl="2" rtl="0">
              <a:spcBef>
                <a:spcPts val="1200"/>
              </a:spcBef>
              <a:spcAft>
                <a:spcPts val="0"/>
              </a:spcAft>
              <a:buNone/>
              <a:defRPr b="1" sz="1400"/>
            </a:lvl3pPr>
            <a:lvl4pPr lvl="3" rtl="0">
              <a:spcBef>
                <a:spcPts val="1200"/>
              </a:spcBef>
              <a:spcAft>
                <a:spcPts val="0"/>
              </a:spcAft>
              <a:buNone/>
              <a:defRPr b="1" sz="1400"/>
            </a:lvl4pPr>
            <a:lvl5pPr lvl="4" rtl="0">
              <a:spcBef>
                <a:spcPts val="1200"/>
              </a:spcBef>
              <a:spcAft>
                <a:spcPts val="0"/>
              </a:spcAft>
              <a:buNone/>
              <a:defRPr b="1" sz="1400"/>
            </a:lvl5pPr>
            <a:lvl6pPr lvl="5" rtl="0">
              <a:spcBef>
                <a:spcPts val="1200"/>
              </a:spcBef>
              <a:spcAft>
                <a:spcPts val="0"/>
              </a:spcAft>
              <a:buNone/>
              <a:defRPr b="1" sz="1400"/>
            </a:lvl6pPr>
            <a:lvl7pPr lvl="6" rtl="0">
              <a:spcBef>
                <a:spcPts val="1200"/>
              </a:spcBef>
              <a:spcAft>
                <a:spcPts val="0"/>
              </a:spcAft>
              <a:buNone/>
              <a:defRPr b="1" sz="1400"/>
            </a:lvl7pPr>
            <a:lvl8pPr lvl="7" rtl="0">
              <a:spcBef>
                <a:spcPts val="1200"/>
              </a:spcBef>
              <a:spcAft>
                <a:spcPts val="0"/>
              </a:spcAft>
              <a:buNone/>
              <a:defRPr b="1" sz="1400"/>
            </a:lvl8pPr>
            <a:lvl9pPr lvl="8" rtl="0">
              <a:spcBef>
                <a:spcPts val="1200"/>
              </a:spcBef>
              <a:spcAft>
                <a:spcPts val="1200"/>
              </a:spcAft>
              <a:buNone/>
              <a:defRPr b="1" sz="1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3">
    <p:spTree>
      <p:nvGrpSpPr>
        <p:cNvPr id="1206" name="Shape 1206"/>
        <p:cNvGrpSpPr/>
        <p:nvPr/>
      </p:nvGrpSpPr>
      <p:grpSpPr>
        <a:xfrm>
          <a:off x="0" y="0"/>
          <a:ext cx="0" cy="0"/>
          <a:chOff x="0" y="0"/>
          <a:chExt cx="0" cy="0"/>
        </a:xfrm>
      </p:grpSpPr>
      <p:grpSp>
        <p:nvGrpSpPr>
          <p:cNvPr id="1207" name="Google Shape;1207;p28"/>
          <p:cNvGrpSpPr/>
          <p:nvPr/>
        </p:nvGrpSpPr>
        <p:grpSpPr>
          <a:xfrm>
            <a:off x="-40" y="0"/>
            <a:ext cx="9143957" cy="5143500"/>
            <a:chOff x="-19200" y="0"/>
            <a:chExt cx="9163200" cy="5143500"/>
          </a:xfrm>
        </p:grpSpPr>
        <p:cxnSp>
          <p:nvCxnSpPr>
            <p:cNvPr id="1208" name="Google Shape;1208;p28"/>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09" name="Google Shape;1209;p28"/>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0" name="Google Shape;1210;p28"/>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1" name="Google Shape;1211;p28"/>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2" name="Google Shape;1212;p28"/>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3" name="Google Shape;1213;p28"/>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4" name="Google Shape;1214;p28"/>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5" name="Google Shape;1215;p28"/>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6" name="Google Shape;1216;p28"/>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7" name="Google Shape;1217;p28"/>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8" name="Google Shape;1218;p28"/>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19" name="Google Shape;1219;p28"/>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20" name="Google Shape;1220;p28"/>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21" name="Google Shape;1221;p28"/>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22" name="Google Shape;1222;p28"/>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23" name="Google Shape;1223;p28"/>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24" name="Google Shape;1224;p28"/>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25" name="Google Shape;1225;p28"/>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26" name="Google Shape;1226;p28"/>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27" name="Google Shape;1227;p28"/>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28" name="Google Shape;1228;p28"/>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29" name="Google Shape;1229;p28"/>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30" name="Google Shape;1230;p28"/>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31" name="Google Shape;1231;p28"/>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32" name="Google Shape;1232;p28"/>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33" name="Google Shape;1233;p28"/>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34" name="Google Shape;1234;p28"/>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35" name="Google Shape;1235;p28"/>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1236" name="Google Shape;1236;p28"/>
          <p:cNvSpPr/>
          <p:nvPr/>
        </p:nvSpPr>
        <p:spPr>
          <a:xfrm>
            <a:off x="2523149" y="685163"/>
            <a:ext cx="204300" cy="204300"/>
          </a:xfrm>
          <a:prstGeom prst="ellipse">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7" name="Google Shape;1237;p28"/>
          <p:cNvGrpSpPr/>
          <p:nvPr/>
        </p:nvGrpSpPr>
        <p:grpSpPr>
          <a:xfrm>
            <a:off x="3537713" y="324150"/>
            <a:ext cx="1014400" cy="430500"/>
            <a:chOff x="2559150" y="3516550"/>
            <a:chExt cx="1014400" cy="430500"/>
          </a:xfrm>
        </p:grpSpPr>
        <p:cxnSp>
          <p:nvCxnSpPr>
            <p:cNvPr id="1238" name="Google Shape;1238;p28"/>
            <p:cNvCxnSpPr/>
            <p:nvPr/>
          </p:nvCxnSpPr>
          <p:spPr>
            <a:xfrm>
              <a:off x="2559150"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239" name="Google Shape;1239;p28"/>
            <p:cNvCxnSpPr/>
            <p:nvPr/>
          </p:nvCxnSpPr>
          <p:spPr>
            <a:xfrm>
              <a:off x="2821883"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240" name="Google Shape;1240;p28"/>
            <p:cNvCxnSpPr/>
            <p:nvPr/>
          </p:nvCxnSpPr>
          <p:spPr>
            <a:xfrm>
              <a:off x="3084617"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241" name="Google Shape;1241;p28"/>
            <p:cNvCxnSpPr/>
            <p:nvPr/>
          </p:nvCxnSpPr>
          <p:spPr>
            <a:xfrm>
              <a:off x="3347350" y="3516550"/>
              <a:ext cx="226200" cy="430500"/>
            </a:xfrm>
            <a:prstGeom prst="straightConnector1">
              <a:avLst/>
            </a:prstGeom>
            <a:noFill/>
            <a:ln cap="flat" cmpd="sng" w="28575">
              <a:solidFill>
                <a:schemeClr val="accent2"/>
              </a:solidFill>
              <a:prstDash val="solid"/>
              <a:round/>
              <a:headEnd len="med" w="med" type="none"/>
              <a:tailEnd len="med" w="med" type="none"/>
            </a:ln>
          </p:spPr>
        </p:cxnSp>
      </p:grpSp>
      <p:grpSp>
        <p:nvGrpSpPr>
          <p:cNvPr id="1242" name="Google Shape;1242;p28"/>
          <p:cNvGrpSpPr/>
          <p:nvPr/>
        </p:nvGrpSpPr>
        <p:grpSpPr>
          <a:xfrm>
            <a:off x="1867464" y="3578475"/>
            <a:ext cx="3131561" cy="1338875"/>
            <a:chOff x="2626239" y="3550"/>
            <a:chExt cx="3131561" cy="1338875"/>
          </a:xfrm>
        </p:grpSpPr>
        <p:sp>
          <p:nvSpPr>
            <p:cNvPr id="1243" name="Google Shape;1243;p28"/>
            <p:cNvSpPr/>
            <p:nvPr/>
          </p:nvSpPr>
          <p:spPr>
            <a:xfrm flipH="1">
              <a:off x="2626239" y="3550"/>
              <a:ext cx="1899692" cy="682193"/>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8"/>
            <p:cNvSpPr/>
            <p:nvPr/>
          </p:nvSpPr>
          <p:spPr>
            <a:xfrm rot="10800000">
              <a:off x="4525922" y="685766"/>
              <a:ext cx="1231877" cy="656659"/>
            </a:xfrm>
            <a:custGeom>
              <a:rect b="b" l="l" r="r" t="t"/>
              <a:pathLst>
                <a:path extrusionOk="0" fill="none" h="38994" w="73141">
                  <a:moveTo>
                    <a:pt x="73140" y="38993"/>
                  </a:moveTo>
                  <a:lnTo>
                    <a:pt x="9323" y="38993"/>
                  </a:lnTo>
                  <a:cubicBezTo>
                    <a:pt x="4167" y="38993"/>
                    <a:pt x="0" y="34826"/>
                    <a:pt x="0" y="29671"/>
                  </a:cubicBezTo>
                  <a:lnTo>
                    <a:pt x="0" y="9311"/>
                  </a:lnTo>
                  <a:cubicBezTo>
                    <a:pt x="0" y="4168"/>
                    <a:pt x="4167" y="0"/>
                    <a:pt x="9323" y="0"/>
                  </a:cubicBezTo>
                  <a:lnTo>
                    <a:pt x="36433" y="0"/>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5" name="Google Shape;1245;p28"/>
          <p:cNvSpPr/>
          <p:nvPr/>
        </p:nvSpPr>
        <p:spPr>
          <a:xfrm>
            <a:off x="275275" y="799375"/>
            <a:ext cx="3093300" cy="1112100"/>
          </a:xfrm>
          <a:prstGeom prst="roundRect">
            <a:avLst>
              <a:gd fmla="val 30834"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6" name="Google Shape;1246;p28"/>
          <p:cNvGrpSpPr/>
          <p:nvPr/>
        </p:nvGrpSpPr>
        <p:grpSpPr>
          <a:xfrm>
            <a:off x="713372" y="1399527"/>
            <a:ext cx="4162997" cy="1323878"/>
            <a:chOff x="713400" y="701325"/>
            <a:chExt cx="3853200" cy="1323878"/>
          </a:xfrm>
        </p:grpSpPr>
        <p:sp>
          <p:nvSpPr>
            <p:cNvPr id="1247" name="Google Shape;1247;p28"/>
            <p:cNvSpPr/>
            <p:nvPr/>
          </p:nvSpPr>
          <p:spPr>
            <a:xfrm>
              <a:off x="713400" y="845603"/>
              <a:ext cx="3853200" cy="11796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8"/>
            <p:cNvSpPr/>
            <p:nvPr/>
          </p:nvSpPr>
          <p:spPr>
            <a:xfrm>
              <a:off x="713400" y="701325"/>
              <a:ext cx="3853200" cy="11796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9" name="Google Shape;1249;p28"/>
          <p:cNvGrpSpPr/>
          <p:nvPr/>
        </p:nvGrpSpPr>
        <p:grpSpPr>
          <a:xfrm>
            <a:off x="1362710" y="2460727"/>
            <a:ext cx="5009160" cy="1323878"/>
            <a:chOff x="713400" y="701325"/>
            <a:chExt cx="3853200" cy="1323878"/>
          </a:xfrm>
        </p:grpSpPr>
        <p:sp>
          <p:nvSpPr>
            <p:cNvPr id="1250" name="Google Shape;1250;p28"/>
            <p:cNvSpPr/>
            <p:nvPr/>
          </p:nvSpPr>
          <p:spPr>
            <a:xfrm>
              <a:off x="713400" y="845603"/>
              <a:ext cx="3853200" cy="11796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8"/>
            <p:cNvSpPr/>
            <p:nvPr/>
          </p:nvSpPr>
          <p:spPr>
            <a:xfrm>
              <a:off x="713400" y="701325"/>
              <a:ext cx="3853200" cy="11796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2" name="Google Shape;1252;p28"/>
          <p:cNvGrpSpPr/>
          <p:nvPr/>
        </p:nvGrpSpPr>
        <p:grpSpPr>
          <a:xfrm>
            <a:off x="-459387" y="-266700"/>
            <a:ext cx="1507993" cy="1515365"/>
            <a:chOff x="-459387" y="-266700"/>
            <a:chExt cx="1507993" cy="1515365"/>
          </a:xfrm>
        </p:grpSpPr>
        <p:sp>
          <p:nvSpPr>
            <p:cNvPr id="1253" name="Google Shape;1253;p28"/>
            <p:cNvSpPr/>
            <p:nvPr/>
          </p:nvSpPr>
          <p:spPr>
            <a:xfrm>
              <a:off x="-357237" y="-157250"/>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8"/>
            <p:cNvSpPr/>
            <p:nvPr/>
          </p:nvSpPr>
          <p:spPr>
            <a:xfrm>
              <a:off x="-459387" y="-266700"/>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5" name="Google Shape;1255;p28"/>
          <p:cNvGrpSpPr/>
          <p:nvPr/>
        </p:nvGrpSpPr>
        <p:grpSpPr>
          <a:xfrm>
            <a:off x="3368563" y="4417175"/>
            <a:ext cx="1507993" cy="1515365"/>
            <a:chOff x="3368563" y="4417175"/>
            <a:chExt cx="1507993" cy="1515365"/>
          </a:xfrm>
        </p:grpSpPr>
        <p:sp>
          <p:nvSpPr>
            <p:cNvPr id="1256" name="Google Shape;1256;p28"/>
            <p:cNvSpPr/>
            <p:nvPr/>
          </p:nvSpPr>
          <p:spPr>
            <a:xfrm>
              <a:off x="3470713" y="45266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8"/>
            <p:cNvSpPr/>
            <p:nvPr/>
          </p:nvSpPr>
          <p:spPr>
            <a:xfrm>
              <a:off x="3368563" y="44171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8" name="Google Shape;1258;p28"/>
          <p:cNvSpPr/>
          <p:nvPr/>
        </p:nvSpPr>
        <p:spPr>
          <a:xfrm>
            <a:off x="2585576" y="4145762"/>
            <a:ext cx="204298" cy="204298"/>
          </a:xfrm>
          <a:custGeom>
            <a:rect b="b" l="l" r="r" t="t"/>
            <a:pathLst>
              <a:path extrusionOk="0" h="2978" w="2978">
                <a:moveTo>
                  <a:pt x="1" y="1"/>
                </a:moveTo>
                <a:lnTo>
                  <a:pt x="1" y="2977"/>
                </a:lnTo>
                <a:lnTo>
                  <a:pt x="2977" y="2977"/>
                </a:lnTo>
                <a:lnTo>
                  <a:pt x="2977" y="1"/>
                </a:ln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8"/>
          <p:cNvSpPr/>
          <p:nvPr/>
        </p:nvSpPr>
        <p:spPr>
          <a:xfrm>
            <a:off x="689850" y="3963150"/>
            <a:ext cx="598200" cy="598200"/>
          </a:xfrm>
          <a:prstGeom prst="rect">
            <a:avLst/>
          </a:prstGeom>
          <a:solidFill>
            <a:schemeClr val="dk2"/>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8"/>
          <p:cNvSpPr/>
          <p:nvPr/>
        </p:nvSpPr>
        <p:spPr>
          <a:xfrm>
            <a:off x="430425" y="4209650"/>
            <a:ext cx="598200" cy="5982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8"/>
          <p:cNvSpPr txBox="1"/>
          <p:nvPr>
            <p:ph type="title"/>
          </p:nvPr>
        </p:nvSpPr>
        <p:spPr>
          <a:xfrm>
            <a:off x="836550" y="1497717"/>
            <a:ext cx="3024300" cy="9630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sz="6000">
                <a:solidFill>
                  <a:schemeClr val="lt1"/>
                </a:solidFill>
              </a:defRPr>
            </a:lvl1pPr>
            <a:lvl2pPr lvl="1" rtl="0">
              <a:spcBef>
                <a:spcPts val="0"/>
              </a:spcBef>
              <a:spcAft>
                <a:spcPts val="0"/>
              </a:spcAft>
              <a:buNone/>
              <a:defRPr sz="6000">
                <a:solidFill>
                  <a:schemeClr val="lt1"/>
                </a:solidFill>
              </a:defRPr>
            </a:lvl2pPr>
            <a:lvl3pPr lvl="2" rtl="0">
              <a:spcBef>
                <a:spcPts val="0"/>
              </a:spcBef>
              <a:spcAft>
                <a:spcPts val="0"/>
              </a:spcAft>
              <a:buNone/>
              <a:defRPr sz="6000">
                <a:solidFill>
                  <a:schemeClr val="lt1"/>
                </a:solidFill>
              </a:defRPr>
            </a:lvl3pPr>
            <a:lvl4pPr lvl="3" rtl="0">
              <a:spcBef>
                <a:spcPts val="0"/>
              </a:spcBef>
              <a:spcAft>
                <a:spcPts val="0"/>
              </a:spcAft>
              <a:buNone/>
              <a:defRPr sz="6000">
                <a:solidFill>
                  <a:schemeClr val="lt1"/>
                </a:solidFill>
              </a:defRPr>
            </a:lvl4pPr>
            <a:lvl5pPr lvl="4" rtl="0">
              <a:spcBef>
                <a:spcPts val="0"/>
              </a:spcBef>
              <a:spcAft>
                <a:spcPts val="0"/>
              </a:spcAft>
              <a:buNone/>
              <a:defRPr sz="6000">
                <a:solidFill>
                  <a:schemeClr val="lt1"/>
                </a:solidFill>
              </a:defRPr>
            </a:lvl5pPr>
            <a:lvl6pPr lvl="5" rtl="0">
              <a:spcBef>
                <a:spcPts val="0"/>
              </a:spcBef>
              <a:spcAft>
                <a:spcPts val="0"/>
              </a:spcAft>
              <a:buNone/>
              <a:defRPr sz="6000">
                <a:solidFill>
                  <a:schemeClr val="lt1"/>
                </a:solidFill>
              </a:defRPr>
            </a:lvl6pPr>
            <a:lvl7pPr lvl="6" rtl="0">
              <a:spcBef>
                <a:spcPts val="0"/>
              </a:spcBef>
              <a:spcAft>
                <a:spcPts val="0"/>
              </a:spcAft>
              <a:buNone/>
              <a:defRPr sz="6000">
                <a:solidFill>
                  <a:schemeClr val="lt1"/>
                </a:solidFill>
              </a:defRPr>
            </a:lvl7pPr>
            <a:lvl8pPr lvl="7" rtl="0">
              <a:spcBef>
                <a:spcPts val="0"/>
              </a:spcBef>
              <a:spcAft>
                <a:spcPts val="0"/>
              </a:spcAft>
              <a:buNone/>
              <a:defRPr sz="6000">
                <a:solidFill>
                  <a:schemeClr val="lt1"/>
                </a:solidFill>
              </a:defRPr>
            </a:lvl8pPr>
            <a:lvl9pPr lvl="8" rtl="0">
              <a:spcBef>
                <a:spcPts val="0"/>
              </a:spcBef>
              <a:spcAft>
                <a:spcPts val="0"/>
              </a:spcAft>
              <a:buNone/>
              <a:defRPr sz="6000">
                <a:solidFill>
                  <a:schemeClr val="lt1"/>
                </a:solidFill>
              </a:defRPr>
            </a:lvl9pPr>
          </a:lstStyle>
          <a:p/>
        </p:txBody>
      </p:sp>
      <p:sp>
        <p:nvSpPr>
          <p:cNvPr id="1262" name="Google Shape;1262;p28"/>
          <p:cNvSpPr txBox="1"/>
          <p:nvPr>
            <p:ph idx="1" type="subTitle"/>
          </p:nvPr>
        </p:nvSpPr>
        <p:spPr>
          <a:xfrm>
            <a:off x="5362375" y="419475"/>
            <a:ext cx="2852700" cy="832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dk1"/>
                </a:solidFill>
                <a:latin typeface="Open Sans ExtraBold"/>
                <a:ea typeface="Open Sans ExtraBold"/>
                <a:cs typeface="Open Sans ExtraBold"/>
                <a:sym typeface="Open Sans ExtraBold"/>
              </a:defRPr>
            </a:lvl1pPr>
            <a:lvl2pPr lvl="1" rtl="0">
              <a:spcBef>
                <a:spcPts val="1200"/>
              </a:spcBef>
              <a:spcAft>
                <a:spcPts val="0"/>
              </a:spcAft>
              <a:buNone/>
              <a:defRPr sz="2000">
                <a:solidFill>
                  <a:schemeClr val="dk1"/>
                </a:solidFill>
                <a:latin typeface="Open Sans ExtraBold"/>
                <a:ea typeface="Open Sans ExtraBold"/>
                <a:cs typeface="Open Sans ExtraBold"/>
                <a:sym typeface="Open Sans ExtraBold"/>
              </a:defRPr>
            </a:lvl2pPr>
            <a:lvl3pPr lvl="2" rtl="0">
              <a:spcBef>
                <a:spcPts val="1200"/>
              </a:spcBef>
              <a:spcAft>
                <a:spcPts val="0"/>
              </a:spcAft>
              <a:buNone/>
              <a:defRPr sz="2000">
                <a:solidFill>
                  <a:schemeClr val="dk1"/>
                </a:solidFill>
                <a:latin typeface="Open Sans ExtraBold"/>
                <a:ea typeface="Open Sans ExtraBold"/>
                <a:cs typeface="Open Sans ExtraBold"/>
                <a:sym typeface="Open Sans ExtraBold"/>
              </a:defRPr>
            </a:lvl3pPr>
            <a:lvl4pPr lvl="3" rtl="0">
              <a:spcBef>
                <a:spcPts val="1200"/>
              </a:spcBef>
              <a:spcAft>
                <a:spcPts val="0"/>
              </a:spcAft>
              <a:buNone/>
              <a:defRPr sz="2000">
                <a:solidFill>
                  <a:schemeClr val="dk1"/>
                </a:solidFill>
                <a:latin typeface="Open Sans ExtraBold"/>
                <a:ea typeface="Open Sans ExtraBold"/>
                <a:cs typeface="Open Sans ExtraBold"/>
                <a:sym typeface="Open Sans ExtraBold"/>
              </a:defRPr>
            </a:lvl4pPr>
            <a:lvl5pPr lvl="4" rtl="0">
              <a:spcBef>
                <a:spcPts val="1200"/>
              </a:spcBef>
              <a:spcAft>
                <a:spcPts val="0"/>
              </a:spcAft>
              <a:buNone/>
              <a:defRPr sz="2000">
                <a:solidFill>
                  <a:schemeClr val="dk1"/>
                </a:solidFill>
                <a:latin typeface="Open Sans ExtraBold"/>
                <a:ea typeface="Open Sans ExtraBold"/>
                <a:cs typeface="Open Sans ExtraBold"/>
                <a:sym typeface="Open Sans ExtraBold"/>
              </a:defRPr>
            </a:lvl5pPr>
            <a:lvl6pPr lvl="5" rtl="0">
              <a:spcBef>
                <a:spcPts val="1200"/>
              </a:spcBef>
              <a:spcAft>
                <a:spcPts val="0"/>
              </a:spcAft>
              <a:buNone/>
              <a:defRPr sz="2000">
                <a:solidFill>
                  <a:schemeClr val="dk1"/>
                </a:solidFill>
                <a:latin typeface="Open Sans ExtraBold"/>
                <a:ea typeface="Open Sans ExtraBold"/>
                <a:cs typeface="Open Sans ExtraBold"/>
                <a:sym typeface="Open Sans ExtraBold"/>
              </a:defRPr>
            </a:lvl6pPr>
            <a:lvl7pPr lvl="6" rtl="0">
              <a:spcBef>
                <a:spcPts val="1200"/>
              </a:spcBef>
              <a:spcAft>
                <a:spcPts val="0"/>
              </a:spcAft>
              <a:buNone/>
              <a:defRPr sz="2000">
                <a:solidFill>
                  <a:schemeClr val="dk1"/>
                </a:solidFill>
                <a:latin typeface="Open Sans ExtraBold"/>
                <a:ea typeface="Open Sans ExtraBold"/>
                <a:cs typeface="Open Sans ExtraBold"/>
                <a:sym typeface="Open Sans ExtraBold"/>
              </a:defRPr>
            </a:lvl7pPr>
            <a:lvl8pPr lvl="7" rtl="0">
              <a:spcBef>
                <a:spcPts val="1200"/>
              </a:spcBef>
              <a:spcAft>
                <a:spcPts val="0"/>
              </a:spcAft>
              <a:buNone/>
              <a:defRPr sz="2000">
                <a:solidFill>
                  <a:schemeClr val="dk1"/>
                </a:solidFill>
                <a:latin typeface="Open Sans ExtraBold"/>
                <a:ea typeface="Open Sans ExtraBold"/>
                <a:cs typeface="Open Sans ExtraBold"/>
                <a:sym typeface="Open Sans ExtraBold"/>
              </a:defRPr>
            </a:lvl8pPr>
            <a:lvl9pPr lvl="8" rtl="0">
              <a:spcBef>
                <a:spcPts val="1200"/>
              </a:spcBef>
              <a:spcAft>
                <a:spcPts val="1200"/>
              </a:spcAft>
              <a:buNone/>
              <a:defRPr sz="2000">
                <a:solidFill>
                  <a:schemeClr val="dk1"/>
                </a:solidFill>
                <a:latin typeface="Open Sans ExtraBold"/>
                <a:ea typeface="Open Sans ExtraBold"/>
                <a:cs typeface="Open Sans ExtraBold"/>
                <a:sym typeface="Open Sans ExtraBold"/>
              </a:defRPr>
            </a:lvl9pPr>
          </a:lstStyle>
          <a:p/>
        </p:txBody>
      </p:sp>
      <p:sp>
        <p:nvSpPr>
          <p:cNvPr id="1263" name="Google Shape;1263;p28"/>
          <p:cNvSpPr txBox="1"/>
          <p:nvPr>
            <p:ph idx="2" type="subTitle"/>
          </p:nvPr>
        </p:nvSpPr>
        <p:spPr>
          <a:xfrm>
            <a:off x="5362375" y="1248675"/>
            <a:ext cx="2852700" cy="832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vl1pPr>
            <a:lvl2pPr lvl="1" rtl="0">
              <a:spcBef>
                <a:spcPts val="0"/>
              </a:spcBef>
              <a:spcAft>
                <a:spcPts val="0"/>
              </a:spcAft>
              <a:buNone/>
              <a:defRPr b="1" sz="1400"/>
            </a:lvl2pPr>
            <a:lvl3pPr lvl="2" rtl="0">
              <a:spcBef>
                <a:spcPts val="0"/>
              </a:spcBef>
              <a:spcAft>
                <a:spcPts val="0"/>
              </a:spcAft>
              <a:buNone/>
              <a:defRPr b="1" sz="1400"/>
            </a:lvl3pPr>
            <a:lvl4pPr lvl="3" rtl="0">
              <a:spcBef>
                <a:spcPts val="0"/>
              </a:spcBef>
              <a:spcAft>
                <a:spcPts val="0"/>
              </a:spcAft>
              <a:buNone/>
              <a:defRPr b="1" sz="1400"/>
            </a:lvl4pPr>
            <a:lvl5pPr lvl="4" rtl="0">
              <a:spcBef>
                <a:spcPts val="0"/>
              </a:spcBef>
              <a:spcAft>
                <a:spcPts val="0"/>
              </a:spcAft>
              <a:buNone/>
              <a:defRPr b="1" sz="1400"/>
            </a:lvl5pPr>
            <a:lvl6pPr lvl="5" rtl="0">
              <a:spcBef>
                <a:spcPts val="0"/>
              </a:spcBef>
              <a:spcAft>
                <a:spcPts val="0"/>
              </a:spcAft>
              <a:buNone/>
              <a:defRPr b="1" sz="1400"/>
            </a:lvl6pPr>
            <a:lvl7pPr lvl="6" rtl="0">
              <a:spcBef>
                <a:spcPts val="0"/>
              </a:spcBef>
              <a:spcAft>
                <a:spcPts val="0"/>
              </a:spcAft>
              <a:buNone/>
              <a:defRPr b="1" sz="1400"/>
            </a:lvl7pPr>
            <a:lvl8pPr lvl="7" rtl="0">
              <a:spcBef>
                <a:spcPts val="0"/>
              </a:spcBef>
              <a:spcAft>
                <a:spcPts val="0"/>
              </a:spcAft>
              <a:buNone/>
              <a:defRPr b="1" sz="1400"/>
            </a:lvl8pPr>
            <a:lvl9pPr lvl="8" rtl="0">
              <a:spcBef>
                <a:spcPts val="0"/>
              </a:spcBef>
              <a:spcAft>
                <a:spcPts val="0"/>
              </a:spcAft>
              <a:buNone/>
              <a:defRPr b="1" sz="1400"/>
            </a:lvl9pPr>
          </a:lstStyle>
          <a:p/>
        </p:txBody>
      </p:sp>
      <p:sp>
        <p:nvSpPr>
          <p:cNvPr id="1264" name="Google Shape;1264;p28"/>
          <p:cNvSpPr txBox="1"/>
          <p:nvPr>
            <p:ph idx="3" type="subTitle"/>
          </p:nvPr>
        </p:nvSpPr>
        <p:spPr>
          <a:xfrm>
            <a:off x="1485850" y="2580467"/>
            <a:ext cx="3026700" cy="960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1pPr>
            <a:lvl2pPr lvl="1"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2pPr>
            <a:lvl3pPr lvl="2"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3pPr>
            <a:lvl4pPr lvl="3"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4pPr>
            <a:lvl5pPr lvl="4"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5pPr>
            <a:lvl6pPr lvl="5"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6pPr>
            <a:lvl7pPr lvl="6"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7pPr>
            <a:lvl8pPr lvl="7"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8pPr>
            <a:lvl9pPr lvl="8" rtl="0" algn="ctr">
              <a:lnSpc>
                <a:spcPct val="100000"/>
              </a:lnSpc>
              <a:spcBef>
                <a:spcPts val="0"/>
              </a:spcBef>
              <a:spcAft>
                <a:spcPts val="0"/>
              </a:spcAft>
              <a:buClr>
                <a:schemeClr val="lt1"/>
              </a:buClr>
              <a:buSzPts val="6000"/>
              <a:buFont typeface="Open Sans ExtraBold"/>
              <a:buNone/>
              <a:defRPr sz="6000">
                <a:solidFill>
                  <a:schemeClr val="lt1"/>
                </a:solidFill>
                <a:latin typeface="Open Sans ExtraBold"/>
                <a:ea typeface="Open Sans ExtraBold"/>
                <a:cs typeface="Open Sans ExtraBold"/>
                <a:sym typeface="Open Sans Extra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4_1_1">
    <p:spTree>
      <p:nvGrpSpPr>
        <p:cNvPr id="1265" name="Shape 1265"/>
        <p:cNvGrpSpPr/>
        <p:nvPr/>
      </p:nvGrpSpPr>
      <p:grpSpPr>
        <a:xfrm>
          <a:off x="0" y="0"/>
          <a:ext cx="0" cy="0"/>
          <a:chOff x="0" y="0"/>
          <a:chExt cx="0" cy="0"/>
        </a:xfrm>
      </p:grpSpPr>
      <p:grpSp>
        <p:nvGrpSpPr>
          <p:cNvPr id="1266" name="Google Shape;1266;p29"/>
          <p:cNvGrpSpPr/>
          <p:nvPr/>
        </p:nvGrpSpPr>
        <p:grpSpPr>
          <a:xfrm>
            <a:off x="-40" y="0"/>
            <a:ext cx="9143957" cy="5143500"/>
            <a:chOff x="-19200" y="0"/>
            <a:chExt cx="9163200" cy="5143500"/>
          </a:xfrm>
        </p:grpSpPr>
        <p:cxnSp>
          <p:nvCxnSpPr>
            <p:cNvPr id="1267" name="Google Shape;1267;p29"/>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68" name="Google Shape;1268;p29"/>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69" name="Google Shape;1269;p29"/>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0" name="Google Shape;1270;p29"/>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1" name="Google Shape;1271;p29"/>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2" name="Google Shape;1272;p29"/>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3" name="Google Shape;1273;p29"/>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4" name="Google Shape;1274;p29"/>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5" name="Google Shape;1275;p29"/>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6" name="Google Shape;1276;p29"/>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7" name="Google Shape;1277;p29"/>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8" name="Google Shape;1278;p29"/>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79" name="Google Shape;1279;p29"/>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80" name="Google Shape;1280;p29"/>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81" name="Google Shape;1281;p29"/>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82" name="Google Shape;1282;p29"/>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29"/>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84" name="Google Shape;1284;p29"/>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285" name="Google Shape;1285;p29"/>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86" name="Google Shape;1286;p29"/>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87" name="Google Shape;1287;p29"/>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88" name="Google Shape;1288;p29"/>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89" name="Google Shape;1289;p29"/>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90" name="Google Shape;1290;p29"/>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91" name="Google Shape;1291;p29"/>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92" name="Google Shape;1292;p29"/>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93" name="Google Shape;1293;p29"/>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294" name="Google Shape;1294;p29"/>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sp>
        <p:nvSpPr>
          <p:cNvPr id="1295" name="Google Shape;1295;p29"/>
          <p:cNvSpPr/>
          <p:nvPr/>
        </p:nvSpPr>
        <p:spPr>
          <a:xfrm rot="5400000">
            <a:off x="7293290" y="869442"/>
            <a:ext cx="2720151" cy="981269"/>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6" name="Google Shape;1296;p29"/>
          <p:cNvGrpSpPr/>
          <p:nvPr/>
        </p:nvGrpSpPr>
        <p:grpSpPr>
          <a:xfrm>
            <a:off x="7180203" y="304991"/>
            <a:ext cx="1176891" cy="1537643"/>
            <a:chOff x="554456" y="2624159"/>
            <a:chExt cx="2397903" cy="3132932"/>
          </a:xfrm>
        </p:grpSpPr>
        <p:sp>
          <p:nvSpPr>
            <p:cNvPr id="1297" name="Google Shape;1297;p29"/>
            <p:cNvSpPr/>
            <p:nvPr/>
          </p:nvSpPr>
          <p:spPr>
            <a:xfrm rot="-1521129">
              <a:off x="1059247" y="2939797"/>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9"/>
            <p:cNvSpPr/>
            <p:nvPr/>
          </p:nvSpPr>
          <p:spPr>
            <a:xfrm rot="-1521129">
              <a:off x="1109372" y="2782622"/>
              <a:ext cx="1338196" cy="2658831"/>
            </a:xfrm>
            <a:custGeom>
              <a:rect b="b" l="l" r="r" t="t"/>
              <a:pathLst>
                <a:path extrusionOk="0" h="41637" w="20956">
                  <a:moveTo>
                    <a:pt x="18943" y="0"/>
                  </a:moveTo>
                  <a:lnTo>
                    <a:pt x="1834" y="71"/>
                  </a:lnTo>
                  <a:cubicBezTo>
                    <a:pt x="822" y="71"/>
                    <a:pt x="1" y="905"/>
                    <a:pt x="1" y="1917"/>
                  </a:cubicBezTo>
                  <a:lnTo>
                    <a:pt x="155" y="39814"/>
                  </a:lnTo>
                  <a:cubicBezTo>
                    <a:pt x="155" y="40826"/>
                    <a:pt x="989" y="41636"/>
                    <a:pt x="1989" y="41636"/>
                  </a:cubicBezTo>
                  <a:lnTo>
                    <a:pt x="19110" y="41565"/>
                  </a:lnTo>
                  <a:cubicBezTo>
                    <a:pt x="20134" y="41565"/>
                    <a:pt x="20956" y="40731"/>
                    <a:pt x="20944" y="39719"/>
                  </a:cubicBezTo>
                  <a:lnTo>
                    <a:pt x="20789" y="1834"/>
                  </a:lnTo>
                  <a:cubicBezTo>
                    <a:pt x="20789" y="822"/>
                    <a:pt x="19955" y="0"/>
                    <a:pt x="18943"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9"/>
            <p:cNvSpPr/>
            <p:nvPr/>
          </p:nvSpPr>
          <p:spPr>
            <a:xfrm rot="-1521129">
              <a:off x="1166872" y="3097272"/>
              <a:ext cx="1210481" cy="2002696"/>
            </a:xfrm>
            <a:custGeom>
              <a:rect b="b" l="l" r="r" t="t"/>
              <a:pathLst>
                <a:path extrusionOk="0" h="31362" w="18956">
                  <a:moveTo>
                    <a:pt x="18824" y="0"/>
                  </a:moveTo>
                  <a:lnTo>
                    <a:pt x="1" y="84"/>
                  </a:lnTo>
                  <a:lnTo>
                    <a:pt x="72" y="20122"/>
                  </a:lnTo>
                  <a:lnTo>
                    <a:pt x="120" y="31361"/>
                  </a:lnTo>
                  <a:lnTo>
                    <a:pt x="18955" y="31290"/>
                  </a:lnTo>
                  <a:lnTo>
                    <a:pt x="18836" y="2894"/>
                  </a:lnTo>
                  <a:lnTo>
                    <a:pt x="18824" y="0"/>
                  </a:ln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9"/>
            <p:cNvSpPr/>
            <p:nvPr/>
          </p:nvSpPr>
          <p:spPr>
            <a:xfrm rot="-1521129">
              <a:off x="2180227" y="5057410"/>
              <a:ext cx="194701" cy="194701"/>
            </a:xfrm>
            <a:custGeom>
              <a:rect b="b" l="l" r="r" t="t"/>
              <a:pathLst>
                <a:path extrusionOk="0" h="3049" w="3049">
                  <a:moveTo>
                    <a:pt x="1513" y="0"/>
                  </a:moveTo>
                  <a:cubicBezTo>
                    <a:pt x="679" y="0"/>
                    <a:pt x="0" y="691"/>
                    <a:pt x="0" y="1536"/>
                  </a:cubicBezTo>
                  <a:cubicBezTo>
                    <a:pt x="0" y="2370"/>
                    <a:pt x="679" y="3048"/>
                    <a:pt x="1524" y="3048"/>
                  </a:cubicBezTo>
                  <a:cubicBezTo>
                    <a:pt x="2382" y="3037"/>
                    <a:pt x="3048" y="2370"/>
                    <a:pt x="3048" y="1524"/>
                  </a:cubicBezTo>
                  <a:cubicBezTo>
                    <a:pt x="3048" y="691"/>
                    <a:pt x="2358" y="0"/>
                    <a:pt x="1513"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9"/>
            <p:cNvSpPr/>
            <p:nvPr/>
          </p:nvSpPr>
          <p:spPr>
            <a:xfrm rot="-1521129">
              <a:off x="1165914" y="3064541"/>
              <a:ext cx="229695" cy="19030"/>
            </a:xfrm>
            <a:custGeom>
              <a:rect b="b" l="l" r="r" t="t"/>
              <a:pathLst>
                <a:path extrusionOk="0" h="298" w="3597">
                  <a:moveTo>
                    <a:pt x="3442" y="0"/>
                  </a:moveTo>
                  <a:lnTo>
                    <a:pt x="144" y="24"/>
                  </a:lnTo>
                  <a:cubicBezTo>
                    <a:pt x="60" y="24"/>
                    <a:pt x="1" y="95"/>
                    <a:pt x="1" y="167"/>
                  </a:cubicBezTo>
                  <a:cubicBezTo>
                    <a:pt x="1" y="238"/>
                    <a:pt x="84" y="298"/>
                    <a:pt x="156" y="298"/>
                  </a:cubicBezTo>
                  <a:lnTo>
                    <a:pt x="3466" y="286"/>
                  </a:lnTo>
                  <a:cubicBezTo>
                    <a:pt x="3537" y="286"/>
                    <a:pt x="3597" y="226"/>
                    <a:pt x="3597" y="143"/>
                  </a:cubicBezTo>
                  <a:cubicBezTo>
                    <a:pt x="3597" y="60"/>
                    <a:pt x="3513" y="0"/>
                    <a:pt x="34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9"/>
            <p:cNvSpPr/>
            <p:nvPr/>
          </p:nvSpPr>
          <p:spPr>
            <a:xfrm rot="-1521129">
              <a:off x="1070183" y="3141425"/>
              <a:ext cx="45658" cy="45722"/>
            </a:xfrm>
            <a:custGeom>
              <a:rect b="b" l="l" r="r" t="t"/>
              <a:pathLst>
                <a:path extrusionOk="0" h="716" w="715">
                  <a:moveTo>
                    <a:pt x="357" y="1"/>
                  </a:moveTo>
                  <a:cubicBezTo>
                    <a:pt x="167" y="1"/>
                    <a:pt x="0" y="167"/>
                    <a:pt x="0" y="358"/>
                  </a:cubicBezTo>
                  <a:cubicBezTo>
                    <a:pt x="0" y="548"/>
                    <a:pt x="167" y="715"/>
                    <a:pt x="357" y="715"/>
                  </a:cubicBezTo>
                  <a:cubicBezTo>
                    <a:pt x="548" y="715"/>
                    <a:pt x="715" y="548"/>
                    <a:pt x="715" y="358"/>
                  </a:cubicBezTo>
                  <a:cubicBezTo>
                    <a:pt x="715" y="167"/>
                    <a:pt x="548" y="1"/>
                    <a:pt x="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3" name="Google Shape;1303;p29"/>
          <p:cNvSpPr/>
          <p:nvPr/>
        </p:nvSpPr>
        <p:spPr>
          <a:xfrm rot="5400000">
            <a:off x="46" y="3655175"/>
            <a:ext cx="1488279" cy="1488279"/>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4" name="Google Shape;1304;p29"/>
          <p:cNvGrpSpPr/>
          <p:nvPr/>
        </p:nvGrpSpPr>
        <p:grpSpPr>
          <a:xfrm>
            <a:off x="8524914" y="863589"/>
            <a:ext cx="829246" cy="833299"/>
            <a:chOff x="-546937" y="-581525"/>
            <a:chExt cx="1507993" cy="1515365"/>
          </a:xfrm>
        </p:grpSpPr>
        <p:sp>
          <p:nvSpPr>
            <p:cNvPr id="1305" name="Google Shape;1305;p29"/>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9"/>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7" name="Google Shape;1307;p29"/>
          <p:cNvGrpSpPr/>
          <p:nvPr/>
        </p:nvGrpSpPr>
        <p:grpSpPr>
          <a:xfrm>
            <a:off x="157014" y="4187439"/>
            <a:ext cx="829246" cy="833299"/>
            <a:chOff x="-546937" y="-581525"/>
            <a:chExt cx="1507993" cy="1515365"/>
          </a:xfrm>
        </p:grpSpPr>
        <p:sp>
          <p:nvSpPr>
            <p:cNvPr id="1308" name="Google Shape;1308;p29"/>
            <p:cNvSpPr/>
            <p:nvPr/>
          </p:nvSpPr>
          <p:spPr>
            <a:xfrm>
              <a:off x="-444787" y="-47207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9"/>
            <p:cNvSpPr/>
            <p:nvPr/>
          </p:nvSpPr>
          <p:spPr>
            <a:xfrm>
              <a:off x="-546937" y="-581525"/>
              <a:ext cx="1405843" cy="1405915"/>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3_1_1_1_1_1">
    <p:spTree>
      <p:nvGrpSpPr>
        <p:cNvPr id="1310" name="Shape 1310"/>
        <p:cNvGrpSpPr/>
        <p:nvPr/>
      </p:nvGrpSpPr>
      <p:grpSpPr>
        <a:xfrm>
          <a:off x="0" y="0"/>
          <a:ext cx="0" cy="0"/>
          <a:chOff x="0" y="0"/>
          <a:chExt cx="0" cy="0"/>
        </a:xfrm>
      </p:grpSpPr>
      <p:grpSp>
        <p:nvGrpSpPr>
          <p:cNvPr id="1311" name="Google Shape;1311;p30"/>
          <p:cNvGrpSpPr/>
          <p:nvPr/>
        </p:nvGrpSpPr>
        <p:grpSpPr>
          <a:xfrm>
            <a:off x="-40" y="0"/>
            <a:ext cx="9143957" cy="5143500"/>
            <a:chOff x="-19200" y="0"/>
            <a:chExt cx="9163200" cy="5143500"/>
          </a:xfrm>
        </p:grpSpPr>
        <p:cxnSp>
          <p:nvCxnSpPr>
            <p:cNvPr id="1312" name="Google Shape;1312;p30"/>
            <p:cNvCxnSpPr/>
            <p:nvPr/>
          </p:nvCxnSpPr>
          <p:spPr>
            <a:xfrm>
              <a:off x="45859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13" name="Google Shape;1313;p30"/>
            <p:cNvCxnSpPr/>
            <p:nvPr/>
          </p:nvCxnSpPr>
          <p:spPr>
            <a:xfrm>
              <a:off x="941120"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14" name="Google Shape;1314;p30"/>
            <p:cNvCxnSpPr/>
            <p:nvPr/>
          </p:nvCxnSpPr>
          <p:spPr>
            <a:xfrm>
              <a:off x="142364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15" name="Google Shape;1315;p30"/>
            <p:cNvCxnSpPr/>
            <p:nvPr/>
          </p:nvCxnSpPr>
          <p:spPr>
            <a:xfrm>
              <a:off x="190616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16" name="Google Shape;1316;p30"/>
            <p:cNvCxnSpPr/>
            <p:nvPr/>
          </p:nvCxnSpPr>
          <p:spPr>
            <a:xfrm>
              <a:off x="2388687"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17" name="Google Shape;1317;p30"/>
            <p:cNvCxnSpPr/>
            <p:nvPr/>
          </p:nvCxnSpPr>
          <p:spPr>
            <a:xfrm>
              <a:off x="287120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18" name="Google Shape;1318;p30"/>
            <p:cNvCxnSpPr/>
            <p:nvPr/>
          </p:nvCxnSpPr>
          <p:spPr>
            <a:xfrm>
              <a:off x="3353732"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19" name="Google Shape;1319;p30"/>
            <p:cNvCxnSpPr/>
            <p:nvPr/>
          </p:nvCxnSpPr>
          <p:spPr>
            <a:xfrm>
              <a:off x="3836254"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0" name="Google Shape;1320;p30"/>
            <p:cNvCxnSpPr/>
            <p:nvPr/>
          </p:nvCxnSpPr>
          <p:spPr>
            <a:xfrm>
              <a:off x="431877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1" name="Google Shape;1321;p30"/>
            <p:cNvCxnSpPr/>
            <p:nvPr/>
          </p:nvCxnSpPr>
          <p:spPr>
            <a:xfrm>
              <a:off x="4801299"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2" name="Google Shape;1322;p30"/>
            <p:cNvCxnSpPr/>
            <p:nvPr/>
          </p:nvCxnSpPr>
          <p:spPr>
            <a:xfrm>
              <a:off x="528382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3" name="Google Shape;1323;p30"/>
            <p:cNvCxnSpPr/>
            <p:nvPr/>
          </p:nvCxnSpPr>
          <p:spPr>
            <a:xfrm>
              <a:off x="576634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4" name="Google Shape;1324;p30"/>
            <p:cNvCxnSpPr/>
            <p:nvPr/>
          </p:nvCxnSpPr>
          <p:spPr>
            <a:xfrm>
              <a:off x="6248866"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5" name="Google Shape;1325;p30"/>
            <p:cNvCxnSpPr/>
            <p:nvPr/>
          </p:nvCxnSpPr>
          <p:spPr>
            <a:xfrm>
              <a:off x="673138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6" name="Google Shape;1326;p30"/>
            <p:cNvCxnSpPr/>
            <p:nvPr/>
          </p:nvCxnSpPr>
          <p:spPr>
            <a:xfrm>
              <a:off x="7213911"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7" name="Google Shape;1327;p30"/>
            <p:cNvCxnSpPr/>
            <p:nvPr/>
          </p:nvCxnSpPr>
          <p:spPr>
            <a:xfrm>
              <a:off x="7696433"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8" name="Google Shape;1328;p30"/>
            <p:cNvCxnSpPr/>
            <p:nvPr/>
          </p:nvCxnSpPr>
          <p:spPr>
            <a:xfrm>
              <a:off x="8178955"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29" name="Google Shape;1329;p30"/>
            <p:cNvCxnSpPr/>
            <p:nvPr/>
          </p:nvCxnSpPr>
          <p:spPr>
            <a:xfrm>
              <a:off x="8661478" y="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1330" name="Google Shape;1330;p30"/>
            <p:cNvCxnSpPr/>
            <p:nvPr/>
          </p:nvCxnSpPr>
          <p:spPr>
            <a:xfrm>
              <a:off x="4562400" y="-4181188"/>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1" name="Google Shape;1331;p30"/>
            <p:cNvCxnSpPr/>
            <p:nvPr/>
          </p:nvCxnSpPr>
          <p:spPr>
            <a:xfrm>
              <a:off x="4562400" y="-369866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2" name="Google Shape;1332;p30"/>
            <p:cNvCxnSpPr/>
            <p:nvPr/>
          </p:nvCxnSpPr>
          <p:spPr>
            <a:xfrm>
              <a:off x="4562400" y="-3216143"/>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3" name="Google Shape;1333;p30"/>
            <p:cNvCxnSpPr/>
            <p:nvPr/>
          </p:nvCxnSpPr>
          <p:spPr>
            <a:xfrm>
              <a:off x="4562400" y="-2733621"/>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4" name="Google Shape;1334;p30"/>
            <p:cNvCxnSpPr/>
            <p:nvPr/>
          </p:nvCxnSpPr>
          <p:spPr>
            <a:xfrm>
              <a:off x="4562400" y="-225109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5" name="Google Shape;1335;p30"/>
            <p:cNvCxnSpPr/>
            <p:nvPr/>
          </p:nvCxnSpPr>
          <p:spPr>
            <a:xfrm>
              <a:off x="4562400" y="-1768576"/>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6" name="Google Shape;1336;p30"/>
            <p:cNvCxnSpPr/>
            <p:nvPr/>
          </p:nvCxnSpPr>
          <p:spPr>
            <a:xfrm>
              <a:off x="4562400" y="-1286054"/>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7" name="Google Shape;1337;p30"/>
            <p:cNvCxnSpPr/>
            <p:nvPr/>
          </p:nvCxnSpPr>
          <p:spPr>
            <a:xfrm>
              <a:off x="4562400" y="-803532"/>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8" name="Google Shape;1338;p30"/>
            <p:cNvCxnSpPr/>
            <p:nvPr/>
          </p:nvCxnSpPr>
          <p:spPr>
            <a:xfrm>
              <a:off x="4562400" y="-321009"/>
              <a:ext cx="0" cy="9163200"/>
            </a:xfrm>
            <a:prstGeom prst="straightConnector1">
              <a:avLst/>
            </a:prstGeom>
            <a:noFill/>
            <a:ln cap="flat" cmpd="sng" w="9525">
              <a:solidFill>
                <a:schemeClr val="dk2"/>
              </a:solidFill>
              <a:prstDash val="solid"/>
              <a:round/>
              <a:headEnd len="med" w="med" type="none"/>
              <a:tailEnd len="med" w="med" type="none"/>
            </a:ln>
          </p:spPr>
        </p:cxnSp>
        <p:cxnSp>
          <p:nvCxnSpPr>
            <p:cNvPr id="1339" name="Google Shape;1339;p30"/>
            <p:cNvCxnSpPr/>
            <p:nvPr/>
          </p:nvCxnSpPr>
          <p:spPr>
            <a:xfrm>
              <a:off x="4562400" y="161513"/>
              <a:ext cx="0" cy="9163200"/>
            </a:xfrm>
            <a:prstGeom prst="straightConnector1">
              <a:avLst/>
            </a:prstGeom>
            <a:noFill/>
            <a:ln cap="flat" cmpd="sng" w="9525">
              <a:solidFill>
                <a:schemeClr val="dk2"/>
              </a:solidFill>
              <a:prstDash val="solid"/>
              <a:round/>
              <a:headEnd len="med" w="med" type="none"/>
              <a:tailEnd len="med" w="med" type="none"/>
            </a:ln>
          </p:spPr>
        </p:cxnSp>
      </p:grpSp>
      <p:grpSp>
        <p:nvGrpSpPr>
          <p:cNvPr id="1340" name="Google Shape;1340;p30"/>
          <p:cNvGrpSpPr/>
          <p:nvPr/>
        </p:nvGrpSpPr>
        <p:grpSpPr>
          <a:xfrm>
            <a:off x="8642181" y="-366333"/>
            <a:ext cx="901299" cy="905743"/>
            <a:chOff x="6780320" y="132595"/>
            <a:chExt cx="1208986" cy="1214947"/>
          </a:xfrm>
        </p:grpSpPr>
        <p:sp>
          <p:nvSpPr>
            <p:cNvPr id="1341" name="Google Shape;1341;p30"/>
            <p:cNvSpPr/>
            <p:nvPr/>
          </p:nvSpPr>
          <p:spPr>
            <a:xfrm>
              <a:off x="6862216" y="2203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0"/>
            <p:cNvSpPr/>
            <p:nvPr/>
          </p:nvSpPr>
          <p:spPr>
            <a:xfrm>
              <a:off x="6780320" y="1325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3" name="Google Shape;1343;p30"/>
          <p:cNvSpPr/>
          <p:nvPr/>
        </p:nvSpPr>
        <p:spPr>
          <a:xfrm>
            <a:off x="8242725" y="4242198"/>
            <a:ext cx="901273" cy="901273"/>
          </a:xfrm>
          <a:custGeom>
            <a:rect b="b" l="l" r="r" t="t"/>
            <a:pathLst>
              <a:path extrusionOk="0" fill="none" h="26409" w="26409">
                <a:moveTo>
                  <a:pt x="0" y="26408"/>
                </a:moveTo>
                <a:cubicBezTo>
                  <a:pt x="0" y="11823"/>
                  <a:pt x="11823" y="0"/>
                  <a:pt x="26408" y="0"/>
                </a:cubicBez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0"/>
          <p:cNvSpPr/>
          <p:nvPr/>
        </p:nvSpPr>
        <p:spPr>
          <a:xfrm>
            <a:off x="8328451" y="4501950"/>
            <a:ext cx="204298" cy="204298"/>
          </a:xfrm>
          <a:custGeom>
            <a:rect b="b" l="l" r="r" t="t"/>
            <a:pathLst>
              <a:path extrusionOk="0" h="2978" w="2978">
                <a:moveTo>
                  <a:pt x="1" y="1"/>
                </a:moveTo>
                <a:lnTo>
                  <a:pt x="1" y="2977"/>
                </a:lnTo>
                <a:lnTo>
                  <a:pt x="2977" y="2977"/>
                </a:lnTo>
                <a:lnTo>
                  <a:pt x="2977" y="1"/>
                </a:ln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0"/>
          <p:cNvSpPr/>
          <p:nvPr/>
        </p:nvSpPr>
        <p:spPr>
          <a:xfrm rot="-5400000">
            <a:off x="-397814" y="4300616"/>
            <a:ext cx="1240672" cy="445048"/>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0"/>
          <p:cNvSpPr/>
          <p:nvPr/>
        </p:nvSpPr>
        <p:spPr>
          <a:xfrm>
            <a:off x="408550" y="255350"/>
            <a:ext cx="211500" cy="211500"/>
          </a:xfrm>
          <a:prstGeom prst="ellipse">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400" y="381209"/>
            <a:ext cx="77172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1pPr>
            <a:lvl2pPr lvl="1">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2pPr>
            <a:lvl3pPr lvl="2">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3pPr>
            <a:lvl4pPr lvl="3">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4pPr>
            <a:lvl5pPr lvl="4">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5pPr>
            <a:lvl6pPr lvl="5">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6pPr>
            <a:lvl7pPr lvl="6">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7pPr>
            <a:lvl8pPr lvl="7">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8pPr>
            <a:lvl9pPr lvl="8">
              <a:spcBef>
                <a:spcPts val="0"/>
              </a:spcBef>
              <a:spcAft>
                <a:spcPts val="0"/>
              </a:spcAft>
              <a:buClr>
                <a:schemeClr val="dk1"/>
              </a:buClr>
              <a:buSzPts val="2400"/>
              <a:buFont typeface="Open Sans ExtraBold"/>
              <a:buNone/>
              <a:defRPr sz="2400">
                <a:solidFill>
                  <a:schemeClr val="dk1"/>
                </a:solidFill>
                <a:latin typeface="Open Sans ExtraBold"/>
                <a:ea typeface="Open Sans ExtraBold"/>
                <a:cs typeface="Open Sans ExtraBold"/>
                <a:sym typeface="Open Sans ExtraBold"/>
              </a:defRPr>
            </a:lvl9pPr>
          </a:lstStyle>
          <a:p/>
        </p:txBody>
      </p:sp>
      <p:sp>
        <p:nvSpPr>
          <p:cNvPr id="7" name="Google Shape;7;p1"/>
          <p:cNvSpPr txBox="1"/>
          <p:nvPr>
            <p:ph idx="1" type="body"/>
          </p:nvPr>
        </p:nvSpPr>
        <p:spPr>
          <a:xfrm>
            <a:off x="713400" y="1152475"/>
            <a:ext cx="77172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Roboto Mono"/>
              <a:buChar char="●"/>
              <a:defRPr sz="1800">
                <a:solidFill>
                  <a:schemeClr val="dk1"/>
                </a:solidFill>
                <a:latin typeface="Roboto Mono"/>
                <a:ea typeface="Roboto Mono"/>
                <a:cs typeface="Roboto Mono"/>
                <a:sym typeface="Roboto Mono"/>
              </a:defRPr>
            </a:lvl1pPr>
            <a:lvl2pPr indent="-317500" lvl="1" marL="9144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2pPr>
            <a:lvl3pPr indent="-317500" lvl="2" marL="13716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3pPr>
            <a:lvl4pPr indent="-317500" lvl="3" marL="18288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4pPr>
            <a:lvl5pPr indent="-317500" lvl="4" marL="22860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5pPr>
            <a:lvl6pPr indent="-317500" lvl="5" marL="27432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6pPr>
            <a:lvl7pPr indent="-317500" lvl="6" marL="32004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7pPr>
            <a:lvl8pPr indent="-317500" lvl="7" marL="36576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8pPr>
            <a:lvl9pPr indent="-317500" lvl="8" marL="41148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8.png"/><Relationship Id="rId9"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4.png"/><Relationship Id="rId8" Type="http://schemas.openxmlformats.org/officeDocument/2006/relationships/image" Target="../media/image2.png"/><Relationship Id="rId10"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10.png"/><Relationship Id="rId9"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2.png"/><Relationship Id="rId8"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21.png"/><Relationship Id="rId9"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 Id="rId3" Type="http://schemas.openxmlformats.org/officeDocument/2006/relationships/hyperlink" Target="https://developer.android.com/guide/topics/media/camera?hl=es-419#kotlin" TargetMode="External"/><Relationship Id="rId4" Type="http://schemas.openxmlformats.org/officeDocument/2006/relationships/image" Target="../media/image20.png"/><Relationship Id="rId5" Type="http://schemas.openxmlformats.org/officeDocument/2006/relationships/hyperlink" Target="https://developers.google.com/maps/documentation/android-sdk/start?hl=es-419#create-project" TargetMode="External"/><Relationship Id="rId6" Type="http://schemas.openxmlformats.org/officeDocument/2006/relationships/hyperlink" Target="https://developer.android.com/develop/ui/views/touch-and-input/gestures/detector"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 Id="rId3" Type="http://schemas.openxmlformats.org/officeDocument/2006/relationships/hyperlink" Target="mailto:vzapata@ciisa.c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grpSp>
        <p:nvGrpSpPr>
          <p:cNvPr id="1351" name="Google Shape;1351;p31"/>
          <p:cNvGrpSpPr/>
          <p:nvPr/>
        </p:nvGrpSpPr>
        <p:grpSpPr>
          <a:xfrm>
            <a:off x="1372927" y="701328"/>
            <a:ext cx="4135190" cy="1323880"/>
            <a:chOff x="713396" y="701323"/>
            <a:chExt cx="4929300" cy="1323880"/>
          </a:xfrm>
        </p:grpSpPr>
        <p:sp>
          <p:nvSpPr>
            <p:cNvPr id="1352" name="Google Shape;1352;p31"/>
            <p:cNvSpPr/>
            <p:nvPr/>
          </p:nvSpPr>
          <p:spPr>
            <a:xfrm>
              <a:off x="713400" y="845603"/>
              <a:ext cx="3853200" cy="11796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1"/>
            <p:cNvSpPr/>
            <p:nvPr/>
          </p:nvSpPr>
          <p:spPr>
            <a:xfrm>
              <a:off x="713396" y="701323"/>
              <a:ext cx="4929300" cy="11796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300">
                  <a:solidFill>
                    <a:schemeClr val="lt1"/>
                  </a:solidFill>
                  <a:latin typeface="Open Sans ExtraBold"/>
                  <a:ea typeface="Open Sans ExtraBold"/>
                  <a:cs typeface="Open Sans ExtraBold"/>
                  <a:sym typeface="Open Sans ExtraBold"/>
                </a:rPr>
                <a:t>REQUERIMIENTOS</a:t>
              </a:r>
              <a:endParaRPr/>
            </a:p>
          </p:txBody>
        </p:sp>
      </p:grpSp>
      <p:grpSp>
        <p:nvGrpSpPr>
          <p:cNvPr id="1354" name="Google Shape;1354;p31"/>
          <p:cNvGrpSpPr/>
          <p:nvPr/>
        </p:nvGrpSpPr>
        <p:grpSpPr>
          <a:xfrm>
            <a:off x="1913687" y="1739575"/>
            <a:ext cx="5935200" cy="1325902"/>
            <a:chOff x="2495412" y="1739575"/>
            <a:chExt cx="5935200" cy="1325902"/>
          </a:xfrm>
        </p:grpSpPr>
        <p:sp>
          <p:nvSpPr>
            <p:cNvPr id="1355" name="Google Shape;1355;p31"/>
            <p:cNvSpPr/>
            <p:nvPr/>
          </p:nvSpPr>
          <p:spPr>
            <a:xfrm>
              <a:off x="2495412" y="1884077"/>
              <a:ext cx="5935200" cy="11814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1"/>
            <p:cNvSpPr/>
            <p:nvPr/>
          </p:nvSpPr>
          <p:spPr>
            <a:xfrm>
              <a:off x="2495412" y="1739575"/>
              <a:ext cx="5935200" cy="11814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7" name="Google Shape;1357;p31"/>
          <p:cNvSpPr txBox="1"/>
          <p:nvPr>
            <p:ph idx="2" type="subTitle"/>
          </p:nvPr>
        </p:nvSpPr>
        <p:spPr>
          <a:xfrm>
            <a:off x="1978637" y="1799895"/>
            <a:ext cx="5806500" cy="106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PROYECTO</a:t>
            </a:r>
            <a:endParaRPr/>
          </a:p>
        </p:txBody>
      </p:sp>
      <p:grpSp>
        <p:nvGrpSpPr>
          <p:cNvPr id="1358" name="Google Shape;1358;p31"/>
          <p:cNvGrpSpPr/>
          <p:nvPr/>
        </p:nvGrpSpPr>
        <p:grpSpPr>
          <a:xfrm>
            <a:off x="6175698" y="2770824"/>
            <a:ext cx="1987593" cy="1090158"/>
            <a:chOff x="6176076" y="2770669"/>
            <a:chExt cx="1918526" cy="622556"/>
          </a:xfrm>
        </p:grpSpPr>
        <p:sp>
          <p:nvSpPr>
            <p:cNvPr id="1359" name="Google Shape;1359;p31"/>
            <p:cNvSpPr/>
            <p:nvPr/>
          </p:nvSpPr>
          <p:spPr>
            <a:xfrm>
              <a:off x="6176076" y="2895225"/>
              <a:ext cx="1918500" cy="4980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1"/>
            <p:cNvSpPr/>
            <p:nvPr/>
          </p:nvSpPr>
          <p:spPr>
            <a:xfrm>
              <a:off x="6176102" y="2770669"/>
              <a:ext cx="1918500" cy="5586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400">
                  <a:solidFill>
                    <a:schemeClr val="dk1"/>
                  </a:solidFill>
                  <a:latin typeface="Open Sans ExtraBold"/>
                  <a:ea typeface="Open Sans ExtraBold"/>
                  <a:cs typeface="Open Sans ExtraBold"/>
                  <a:sym typeface="Open Sans ExtraBold"/>
                </a:rPr>
                <a:t>VICENTE ZAPATA</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32"/>
          <p:cNvSpPr/>
          <p:nvPr/>
        </p:nvSpPr>
        <p:spPr>
          <a:xfrm>
            <a:off x="6157484" y="815975"/>
            <a:ext cx="1802100" cy="3669600"/>
          </a:xfrm>
          <a:prstGeom prst="roundRect">
            <a:avLst>
              <a:gd fmla="val 17414"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2"/>
          <p:cNvSpPr/>
          <p:nvPr/>
        </p:nvSpPr>
        <p:spPr>
          <a:xfrm>
            <a:off x="6026275" y="663425"/>
            <a:ext cx="1802100" cy="36696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2"/>
          <p:cNvSpPr/>
          <p:nvPr/>
        </p:nvSpPr>
        <p:spPr>
          <a:xfrm>
            <a:off x="6095875" y="739775"/>
            <a:ext cx="1662900" cy="3516900"/>
          </a:xfrm>
          <a:prstGeom prst="roundRect">
            <a:avLst>
              <a:gd fmla="val 1424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2"/>
          <p:cNvSpPr txBox="1"/>
          <p:nvPr>
            <p:ph type="title"/>
          </p:nvPr>
        </p:nvSpPr>
        <p:spPr>
          <a:xfrm>
            <a:off x="757175" y="853125"/>
            <a:ext cx="2657100" cy="89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INTRODUCCION</a:t>
            </a:r>
            <a:endParaRPr/>
          </a:p>
        </p:txBody>
      </p:sp>
      <p:sp>
        <p:nvSpPr>
          <p:cNvPr id="1369" name="Google Shape;1369;p32"/>
          <p:cNvSpPr txBox="1"/>
          <p:nvPr>
            <p:ph idx="1" type="body"/>
          </p:nvPr>
        </p:nvSpPr>
        <p:spPr>
          <a:xfrm>
            <a:off x="1428400" y="2337550"/>
            <a:ext cx="3189900" cy="1631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En esta </a:t>
            </a:r>
            <a:r>
              <a:rPr lang="en"/>
              <a:t>sección</a:t>
            </a:r>
            <a:r>
              <a:rPr lang="en"/>
              <a:t> revisaremos los requisitos fundamentales y </a:t>
            </a:r>
            <a:r>
              <a:rPr lang="en"/>
              <a:t>mínimos</a:t>
            </a:r>
            <a:r>
              <a:rPr lang="en"/>
              <a:t> para poder llevar a cabo tu proyecto a trabajar durante todo el semestre</a:t>
            </a:r>
            <a:endParaRPr/>
          </a:p>
        </p:txBody>
      </p:sp>
      <p:sp>
        <p:nvSpPr>
          <p:cNvPr id="1370" name="Google Shape;1370;p32"/>
          <p:cNvSpPr/>
          <p:nvPr/>
        </p:nvSpPr>
        <p:spPr>
          <a:xfrm>
            <a:off x="6584425" y="663425"/>
            <a:ext cx="685800" cy="226200"/>
          </a:xfrm>
          <a:prstGeom prst="roundRect">
            <a:avLst>
              <a:gd fmla="val 2902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2"/>
          <p:cNvSpPr/>
          <p:nvPr/>
        </p:nvSpPr>
        <p:spPr>
          <a:xfrm>
            <a:off x="4973025" y="1248775"/>
            <a:ext cx="4876187" cy="3725235"/>
          </a:xfrm>
          <a:custGeom>
            <a:rect b="b" l="l" r="r" t="t"/>
            <a:pathLst>
              <a:path extrusionOk="0" fill="none" h="34684" w="45400">
                <a:moveTo>
                  <a:pt x="24111" y="1"/>
                </a:moveTo>
                <a:lnTo>
                  <a:pt x="8633" y="1"/>
                </a:lnTo>
                <a:cubicBezTo>
                  <a:pt x="3870" y="1"/>
                  <a:pt x="1" y="3870"/>
                  <a:pt x="1" y="8633"/>
                </a:cubicBezTo>
                <a:lnTo>
                  <a:pt x="1" y="8633"/>
                </a:lnTo>
                <a:cubicBezTo>
                  <a:pt x="1" y="13395"/>
                  <a:pt x="3870" y="17265"/>
                  <a:pt x="8633" y="17265"/>
                </a:cubicBezTo>
                <a:lnTo>
                  <a:pt x="36767" y="17265"/>
                </a:lnTo>
                <a:cubicBezTo>
                  <a:pt x="41530" y="17265"/>
                  <a:pt x="45399" y="21134"/>
                  <a:pt x="45399" y="25897"/>
                </a:cubicBezTo>
                <a:lnTo>
                  <a:pt x="45399" y="26051"/>
                </a:lnTo>
                <a:cubicBezTo>
                  <a:pt x="45399" y="30814"/>
                  <a:pt x="41530" y="34683"/>
                  <a:pt x="36767" y="34683"/>
                </a:cubicBezTo>
                <a:lnTo>
                  <a:pt x="19051" y="34683"/>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2"/>
          <p:cNvSpPr/>
          <p:nvPr/>
        </p:nvSpPr>
        <p:spPr>
          <a:xfrm>
            <a:off x="5869991" y="145209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3" name="Google Shape;1373;p32"/>
          <p:cNvGrpSpPr/>
          <p:nvPr/>
        </p:nvGrpSpPr>
        <p:grpSpPr>
          <a:xfrm>
            <a:off x="956403" y="1030814"/>
            <a:ext cx="2254488" cy="153301"/>
            <a:chOff x="925421" y="1030814"/>
            <a:chExt cx="2254488" cy="153301"/>
          </a:xfrm>
        </p:grpSpPr>
        <p:grpSp>
          <p:nvGrpSpPr>
            <p:cNvPr id="1374" name="Google Shape;1374;p32"/>
            <p:cNvGrpSpPr/>
            <p:nvPr/>
          </p:nvGrpSpPr>
          <p:grpSpPr>
            <a:xfrm>
              <a:off x="2698542" y="1030814"/>
              <a:ext cx="481367" cy="153301"/>
              <a:chOff x="2559150" y="3516550"/>
              <a:chExt cx="751667" cy="430500"/>
            </a:xfrm>
          </p:grpSpPr>
          <p:cxnSp>
            <p:nvCxnSpPr>
              <p:cNvPr id="1375" name="Google Shape;1375;p32"/>
              <p:cNvCxnSpPr/>
              <p:nvPr/>
            </p:nvCxnSpPr>
            <p:spPr>
              <a:xfrm>
                <a:off x="2559150"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376" name="Google Shape;1376;p32"/>
              <p:cNvCxnSpPr/>
              <p:nvPr/>
            </p:nvCxnSpPr>
            <p:spPr>
              <a:xfrm>
                <a:off x="2821883"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377" name="Google Shape;1377;p32"/>
              <p:cNvCxnSpPr/>
              <p:nvPr/>
            </p:nvCxnSpPr>
            <p:spPr>
              <a:xfrm>
                <a:off x="3084617" y="3516550"/>
                <a:ext cx="226200" cy="430500"/>
              </a:xfrm>
              <a:prstGeom prst="straightConnector1">
                <a:avLst/>
              </a:prstGeom>
              <a:noFill/>
              <a:ln cap="flat" cmpd="sng" w="28575">
                <a:solidFill>
                  <a:schemeClr val="accent2"/>
                </a:solidFill>
                <a:prstDash val="solid"/>
                <a:round/>
                <a:headEnd len="med" w="med" type="none"/>
                <a:tailEnd len="med" w="med" type="none"/>
              </a:ln>
            </p:spPr>
          </p:cxnSp>
        </p:grpSp>
        <p:grpSp>
          <p:nvGrpSpPr>
            <p:cNvPr id="1378" name="Google Shape;1378;p32"/>
            <p:cNvGrpSpPr/>
            <p:nvPr/>
          </p:nvGrpSpPr>
          <p:grpSpPr>
            <a:xfrm>
              <a:off x="925421" y="1030814"/>
              <a:ext cx="481367" cy="153301"/>
              <a:chOff x="2821883" y="3516550"/>
              <a:chExt cx="751667" cy="430500"/>
            </a:xfrm>
          </p:grpSpPr>
          <p:cxnSp>
            <p:nvCxnSpPr>
              <p:cNvPr id="1379" name="Google Shape;1379;p32"/>
              <p:cNvCxnSpPr/>
              <p:nvPr/>
            </p:nvCxnSpPr>
            <p:spPr>
              <a:xfrm>
                <a:off x="2821883"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380" name="Google Shape;1380;p32"/>
              <p:cNvCxnSpPr/>
              <p:nvPr/>
            </p:nvCxnSpPr>
            <p:spPr>
              <a:xfrm>
                <a:off x="3084617"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381" name="Google Shape;1381;p32"/>
              <p:cNvCxnSpPr/>
              <p:nvPr/>
            </p:nvCxnSpPr>
            <p:spPr>
              <a:xfrm>
                <a:off x="3347350" y="3516550"/>
                <a:ext cx="226200" cy="430500"/>
              </a:xfrm>
              <a:prstGeom prst="straightConnector1">
                <a:avLst/>
              </a:prstGeom>
              <a:noFill/>
              <a:ln cap="flat" cmpd="sng" w="28575">
                <a:solidFill>
                  <a:schemeClr val="accent2"/>
                </a:solidFill>
                <a:prstDash val="solid"/>
                <a:round/>
                <a:headEnd len="med" w="med" type="none"/>
                <a:tailEnd len="med" w="med" type="none"/>
              </a:ln>
            </p:spPr>
          </p:cxnSp>
        </p:grpSp>
      </p:grpSp>
      <p:sp>
        <p:nvSpPr>
          <p:cNvPr id="1382" name="Google Shape;1382;p32"/>
          <p:cNvSpPr/>
          <p:nvPr/>
        </p:nvSpPr>
        <p:spPr>
          <a:xfrm>
            <a:off x="5788095" y="1364345"/>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2"/>
          <p:cNvSpPr/>
          <p:nvPr/>
        </p:nvSpPr>
        <p:spPr>
          <a:xfrm>
            <a:off x="6939486" y="2342653"/>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2"/>
          <p:cNvSpPr/>
          <p:nvPr/>
        </p:nvSpPr>
        <p:spPr>
          <a:xfrm>
            <a:off x="6857590" y="2254903"/>
            <a:ext cx="1127090" cy="1127196"/>
          </a:xfrm>
          <a:custGeom>
            <a:rect b="b" l="l" r="r" t="t"/>
            <a:pathLst>
              <a:path extrusionOk="0" h="19635" w="19634">
                <a:moveTo>
                  <a:pt x="9811" y="5847"/>
                </a:moveTo>
                <a:cubicBezTo>
                  <a:pt x="12002" y="5847"/>
                  <a:pt x="13764" y="7621"/>
                  <a:pt x="13764" y="9811"/>
                </a:cubicBezTo>
                <a:cubicBezTo>
                  <a:pt x="13764" y="12002"/>
                  <a:pt x="12002" y="13764"/>
                  <a:pt x="9811" y="13764"/>
                </a:cubicBezTo>
                <a:cubicBezTo>
                  <a:pt x="7621" y="13764"/>
                  <a:pt x="5847" y="12002"/>
                  <a:pt x="5847" y="9811"/>
                </a:cubicBezTo>
                <a:cubicBezTo>
                  <a:pt x="5847" y="7621"/>
                  <a:pt x="7621" y="5847"/>
                  <a:pt x="9811" y="5847"/>
                </a:cubicBezTo>
                <a:close/>
                <a:moveTo>
                  <a:pt x="8704" y="1"/>
                </a:moveTo>
                <a:cubicBezTo>
                  <a:pt x="8275" y="1"/>
                  <a:pt x="7930" y="346"/>
                  <a:pt x="7930" y="775"/>
                </a:cubicBezTo>
                <a:lnTo>
                  <a:pt x="7930" y="1775"/>
                </a:lnTo>
                <a:cubicBezTo>
                  <a:pt x="7037" y="1977"/>
                  <a:pt x="6216" y="2322"/>
                  <a:pt x="5466" y="2799"/>
                </a:cubicBezTo>
                <a:lnTo>
                  <a:pt x="4763" y="2096"/>
                </a:lnTo>
                <a:cubicBezTo>
                  <a:pt x="4614" y="1947"/>
                  <a:pt x="4412" y="1873"/>
                  <a:pt x="4209" y="1873"/>
                </a:cubicBezTo>
                <a:cubicBezTo>
                  <a:pt x="4007" y="1873"/>
                  <a:pt x="3805" y="1947"/>
                  <a:pt x="3656" y="2096"/>
                </a:cubicBezTo>
                <a:lnTo>
                  <a:pt x="2096" y="3668"/>
                </a:lnTo>
                <a:cubicBezTo>
                  <a:pt x="1798" y="3966"/>
                  <a:pt x="1798" y="4466"/>
                  <a:pt x="2096" y="4763"/>
                </a:cubicBezTo>
                <a:lnTo>
                  <a:pt x="2799" y="5466"/>
                </a:lnTo>
                <a:cubicBezTo>
                  <a:pt x="2334" y="6204"/>
                  <a:pt x="1977" y="7037"/>
                  <a:pt x="1775" y="7930"/>
                </a:cubicBezTo>
                <a:lnTo>
                  <a:pt x="775" y="7930"/>
                </a:lnTo>
                <a:cubicBezTo>
                  <a:pt x="346" y="7930"/>
                  <a:pt x="1" y="8276"/>
                  <a:pt x="1" y="8704"/>
                </a:cubicBezTo>
                <a:lnTo>
                  <a:pt x="1" y="10931"/>
                </a:lnTo>
                <a:cubicBezTo>
                  <a:pt x="1" y="11359"/>
                  <a:pt x="346" y="11705"/>
                  <a:pt x="775" y="11705"/>
                </a:cubicBezTo>
                <a:lnTo>
                  <a:pt x="1775" y="11705"/>
                </a:lnTo>
                <a:cubicBezTo>
                  <a:pt x="1977" y="12598"/>
                  <a:pt x="2322" y="13407"/>
                  <a:pt x="2799" y="14169"/>
                </a:cubicBezTo>
                <a:lnTo>
                  <a:pt x="2096" y="14872"/>
                </a:lnTo>
                <a:cubicBezTo>
                  <a:pt x="1798" y="15169"/>
                  <a:pt x="1798" y="15669"/>
                  <a:pt x="2096" y="15967"/>
                </a:cubicBezTo>
                <a:lnTo>
                  <a:pt x="3656" y="17539"/>
                </a:lnTo>
                <a:cubicBezTo>
                  <a:pt x="3805" y="17687"/>
                  <a:pt x="4007" y="17762"/>
                  <a:pt x="4209" y="17762"/>
                </a:cubicBezTo>
                <a:cubicBezTo>
                  <a:pt x="4412" y="17762"/>
                  <a:pt x="4614" y="17687"/>
                  <a:pt x="4763" y="17539"/>
                </a:cubicBezTo>
                <a:lnTo>
                  <a:pt x="5466" y="16836"/>
                </a:lnTo>
                <a:cubicBezTo>
                  <a:pt x="6204" y="17300"/>
                  <a:pt x="7037" y="17658"/>
                  <a:pt x="7930" y="17860"/>
                </a:cubicBezTo>
                <a:lnTo>
                  <a:pt x="7930" y="18860"/>
                </a:lnTo>
                <a:cubicBezTo>
                  <a:pt x="7930" y="19289"/>
                  <a:pt x="8275" y="19634"/>
                  <a:pt x="8704" y="19634"/>
                </a:cubicBezTo>
                <a:lnTo>
                  <a:pt x="10919" y="19634"/>
                </a:lnTo>
                <a:cubicBezTo>
                  <a:pt x="11359" y="19634"/>
                  <a:pt x="11704" y="19289"/>
                  <a:pt x="11704" y="18860"/>
                </a:cubicBezTo>
                <a:lnTo>
                  <a:pt x="11704" y="17860"/>
                </a:lnTo>
                <a:cubicBezTo>
                  <a:pt x="12597" y="17658"/>
                  <a:pt x="13407" y="17312"/>
                  <a:pt x="14169" y="16836"/>
                </a:cubicBezTo>
                <a:lnTo>
                  <a:pt x="14872" y="17539"/>
                </a:lnTo>
                <a:cubicBezTo>
                  <a:pt x="15020" y="17687"/>
                  <a:pt x="15220" y="17762"/>
                  <a:pt x="15419" y="17762"/>
                </a:cubicBezTo>
                <a:cubicBezTo>
                  <a:pt x="15619" y="17762"/>
                  <a:pt x="15818" y="17687"/>
                  <a:pt x="15967" y="17539"/>
                </a:cubicBezTo>
                <a:lnTo>
                  <a:pt x="17539" y="15967"/>
                </a:lnTo>
                <a:cubicBezTo>
                  <a:pt x="17836" y="15669"/>
                  <a:pt x="17836" y="15169"/>
                  <a:pt x="17539" y="14872"/>
                </a:cubicBezTo>
                <a:lnTo>
                  <a:pt x="16836" y="14169"/>
                </a:lnTo>
                <a:cubicBezTo>
                  <a:pt x="17300" y="13431"/>
                  <a:pt x="17658" y="12598"/>
                  <a:pt x="17860" y="11705"/>
                </a:cubicBezTo>
                <a:lnTo>
                  <a:pt x="18860" y="11705"/>
                </a:lnTo>
                <a:cubicBezTo>
                  <a:pt x="19289" y="11705"/>
                  <a:pt x="19634" y="11359"/>
                  <a:pt x="19634" y="10931"/>
                </a:cubicBezTo>
                <a:lnTo>
                  <a:pt x="19634" y="8704"/>
                </a:lnTo>
                <a:cubicBezTo>
                  <a:pt x="19634" y="8276"/>
                  <a:pt x="19289" y="7930"/>
                  <a:pt x="18860" y="7930"/>
                </a:cubicBezTo>
                <a:lnTo>
                  <a:pt x="17860" y="7930"/>
                </a:lnTo>
                <a:cubicBezTo>
                  <a:pt x="17658" y="7037"/>
                  <a:pt x="17312" y="6228"/>
                  <a:pt x="16836" y="5466"/>
                </a:cubicBezTo>
                <a:lnTo>
                  <a:pt x="17539" y="4763"/>
                </a:lnTo>
                <a:cubicBezTo>
                  <a:pt x="17836" y="4466"/>
                  <a:pt x="17836" y="3966"/>
                  <a:pt x="17539" y="3668"/>
                </a:cubicBezTo>
                <a:lnTo>
                  <a:pt x="15967" y="2096"/>
                </a:lnTo>
                <a:cubicBezTo>
                  <a:pt x="15818" y="1947"/>
                  <a:pt x="15619" y="1873"/>
                  <a:pt x="15419" y="1873"/>
                </a:cubicBezTo>
                <a:cubicBezTo>
                  <a:pt x="15220" y="1873"/>
                  <a:pt x="15020" y="1947"/>
                  <a:pt x="14872" y="2096"/>
                </a:cubicBezTo>
                <a:lnTo>
                  <a:pt x="14169" y="2799"/>
                </a:lnTo>
                <a:cubicBezTo>
                  <a:pt x="13431" y="2334"/>
                  <a:pt x="12597" y="1977"/>
                  <a:pt x="11704" y="1775"/>
                </a:cubicBezTo>
                <a:lnTo>
                  <a:pt x="11704" y="775"/>
                </a:lnTo>
                <a:cubicBezTo>
                  <a:pt x="11704" y="346"/>
                  <a:pt x="11359" y="1"/>
                  <a:pt x="10919"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2"/>
          <p:cNvSpPr/>
          <p:nvPr/>
        </p:nvSpPr>
        <p:spPr>
          <a:xfrm>
            <a:off x="4895446" y="2012800"/>
            <a:ext cx="153300" cy="1533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2"/>
          <p:cNvSpPr/>
          <p:nvPr/>
        </p:nvSpPr>
        <p:spPr>
          <a:xfrm>
            <a:off x="7422950" y="1089366"/>
            <a:ext cx="773400" cy="773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7" name="Google Shape;1387;p32"/>
          <p:cNvGrpSpPr/>
          <p:nvPr/>
        </p:nvGrpSpPr>
        <p:grpSpPr>
          <a:xfrm>
            <a:off x="7328100" y="987025"/>
            <a:ext cx="773400" cy="773400"/>
            <a:chOff x="8430600" y="503400"/>
            <a:chExt cx="773400" cy="773400"/>
          </a:xfrm>
        </p:grpSpPr>
        <p:sp>
          <p:nvSpPr>
            <p:cNvPr id="1388" name="Google Shape;1388;p32"/>
            <p:cNvSpPr/>
            <p:nvPr/>
          </p:nvSpPr>
          <p:spPr>
            <a:xfrm>
              <a:off x="8430600" y="503400"/>
              <a:ext cx="773400" cy="773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9" name="Google Shape;1389;p32"/>
            <p:cNvGrpSpPr/>
            <p:nvPr/>
          </p:nvGrpSpPr>
          <p:grpSpPr>
            <a:xfrm>
              <a:off x="8572674" y="645476"/>
              <a:ext cx="489254" cy="489254"/>
              <a:chOff x="4457700" y="2655225"/>
              <a:chExt cx="113125" cy="113125"/>
            </a:xfrm>
          </p:grpSpPr>
          <p:sp>
            <p:nvSpPr>
              <p:cNvPr id="1390" name="Google Shape;1390;p32"/>
              <p:cNvSpPr/>
              <p:nvPr/>
            </p:nvSpPr>
            <p:spPr>
              <a:xfrm>
                <a:off x="4457700" y="2655225"/>
                <a:ext cx="113125" cy="113125"/>
              </a:xfrm>
              <a:custGeom>
                <a:rect b="b" l="l" r="r" t="t"/>
                <a:pathLst>
                  <a:path extrusionOk="0" h="4525" w="4525">
                    <a:moveTo>
                      <a:pt x="2262" y="1108"/>
                    </a:moveTo>
                    <a:cubicBezTo>
                      <a:pt x="2917" y="1108"/>
                      <a:pt x="3441" y="1631"/>
                      <a:pt x="3441" y="2286"/>
                    </a:cubicBezTo>
                    <a:cubicBezTo>
                      <a:pt x="3453" y="2917"/>
                      <a:pt x="2917" y="3453"/>
                      <a:pt x="2262" y="3453"/>
                    </a:cubicBezTo>
                    <a:cubicBezTo>
                      <a:pt x="1607" y="3453"/>
                      <a:pt x="1083" y="2941"/>
                      <a:pt x="1083" y="2286"/>
                    </a:cubicBezTo>
                    <a:cubicBezTo>
                      <a:pt x="1083" y="1631"/>
                      <a:pt x="1607" y="1108"/>
                      <a:pt x="2262" y="1108"/>
                    </a:cubicBezTo>
                    <a:close/>
                    <a:moveTo>
                      <a:pt x="2262" y="0"/>
                    </a:moveTo>
                    <a:cubicBezTo>
                      <a:pt x="1012" y="0"/>
                      <a:pt x="0" y="1012"/>
                      <a:pt x="0" y="2262"/>
                    </a:cubicBezTo>
                    <a:cubicBezTo>
                      <a:pt x="0" y="3513"/>
                      <a:pt x="1012" y="4525"/>
                      <a:pt x="2262" y="4525"/>
                    </a:cubicBezTo>
                    <a:cubicBezTo>
                      <a:pt x="3512" y="4525"/>
                      <a:pt x="4524" y="3513"/>
                      <a:pt x="4524" y="2262"/>
                    </a:cubicBezTo>
                    <a:cubicBezTo>
                      <a:pt x="4524" y="1012"/>
                      <a:pt x="3512" y="0"/>
                      <a:pt x="2262" y="0"/>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2"/>
              <p:cNvSpPr/>
              <p:nvPr/>
            </p:nvSpPr>
            <p:spPr>
              <a:xfrm>
                <a:off x="4459175" y="2655225"/>
                <a:ext cx="111050" cy="51225"/>
              </a:xfrm>
              <a:custGeom>
                <a:rect b="b" l="l" r="r" t="t"/>
                <a:pathLst>
                  <a:path extrusionOk="0" h="2049" w="4442">
                    <a:moveTo>
                      <a:pt x="2215" y="0"/>
                    </a:moveTo>
                    <a:cubicBezTo>
                      <a:pt x="1322" y="0"/>
                      <a:pt x="548" y="524"/>
                      <a:pt x="179" y="1274"/>
                    </a:cubicBezTo>
                    <a:cubicBezTo>
                      <a:pt x="1" y="1643"/>
                      <a:pt x="274" y="2048"/>
                      <a:pt x="679" y="2048"/>
                    </a:cubicBezTo>
                    <a:cubicBezTo>
                      <a:pt x="882" y="2048"/>
                      <a:pt x="1072" y="1929"/>
                      <a:pt x="1167" y="1727"/>
                    </a:cubicBezTo>
                    <a:cubicBezTo>
                      <a:pt x="1358" y="1346"/>
                      <a:pt x="1763" y="1096"/>
                      <a:pt x="2215" y="1096"/>
                    </a:cubicBezTo>
                    <a:cubicBezTo>
                      <a:pt x="2679" y="1096"/>
                      <a:pt x="3072" y="1358"/>
                      <a:pt x="3275" y="1727"/>
                    </a:cubicBezTo>
                    <a:cubicBezTo>
                      <a:pt x="3370" y="1929"/>
                      <a:pt x="3561" y="2048"/>
                      <a:pt x="3763" y="2048"/>
                    </a:cubicBezTo>
                    <a:cubicBezTo>
                      <a:pt x="4168" y="2048"/>
                      <a:pt x="4442" y="1631"/>
                      <a:pt x="4263" y="1274"/>
                    </a:cubicBezTo>
                    <a:cubicBezTo>
                      <a:pt x="3882" y="512"/>
                      <a:pt x="3108" y="0"/>
                      <a:pt x="2215" y="0"/>
                    </a:cubicBez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92" name="Google Shape;1392;p32"/>
          <p:cNvSpPr/>
          <p:nvPr/>
        </p:nvSpPr>
        <p:spPr>
          <a:xfrm>
            <a:off x="5738050" y="3319566"/>
            <a:ext cx="773400" cy="773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2"/>
          <p:cNvSpPr/>
          <p:nvPr/>
        </p:nvSpPr>
        <p:spPr>
          <a:xfrm>
            <a:off x="5643200" y="3217225"/>
            <a:ext cx="773400" cy="773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4" name="Google Shape;1394;p32"/>
          <p:cNvGrpSpPr/>
          <p:nvPr/>
        </p:nvGrpSpPr>
        <p:grpSpPr>
          <a:xfrm rot="-5400000">
            <a:off x="5785399" y="3359436"/>
            <a:ext cx="489254" cy="489254"/>
            <a:chOff x="4457700" y="2655225"/>
            <a:chExt cx="113125" cy="113125"/>
          </a:xfrm>
        </p:grpSpPr>
        <p:sp>
          <p:nvSpPr>
            <p:cNvPr id="1395" name="Google Shape;1395;p32"/>
            <p:cNvSpPr/>
            <p:nvPr/>
          </p:nvSpPr>
          <p:spPr>
            <a:xfrm>
              <a:off x="4457700" y="2655225"/>
              <a:ext cx="113125" cy="113125"/>
            </a:xfrm>
            <a:custGeom>
              <a:rect b="b" l="l" r="r" t="t"/>
              <a:pathLst>
                <a:path extrusionOk="0" h="4525" w="4525">
                  <a:moveTo>
                    <a:pt x="2262" y="1108"/>
                  </a:moveTo>
                  <a:cubicBezTo>
                    <a:pt x="2917" y="1108"/>
                    <a:pt x="3441" y="1631"/>
                    <a:pt x="3441" y="2286"/>
                  </a:cubicBezTo>
                  <a:cubicBezTo>
                    <a:pt x="3453" y="2917"/>
                    <a:pt x="2917" y="3453"/>
                    <a:pt x="2262" y="3453"/>
                  </a:cubicBezTo>
                  <a:cubicBezTo>
                    <a:pt x="1607" y="3453"/>
                    <a:pt x="1083" y="2941"/>
                    <a:pt x="1083" y="2286"/>
                  </a:cubicBezTo>
                  <a:cubicBezTo>
                    <a:pt x="1083" y="1631"/>
                    <a:pt x="1607" y="1108"/>
                    <a:pt x="2262" y="1108"/>
                  </a:cubicBezTo>
                  <a:close/>
                  <a:moveTo>
                    <a:pt x="2262" y="0"/>
                  </a:moveTo>
                  <a:cubicBezTo>
                    <a:pt x="1012" y="0"/>
                    <a:pt x="0" y="1012"/>
                    <a:pt x="0" y="2262"/>
                  </a:cubicBezTo>
                  <a:cubicBezTo>
                    <a:pt x="0" y="3513"/>
                    <a:pt x="1012" y="4525"/>
                    <a:pt x="2262" y="4525"/>
                  </a:cubicBezTo>
                  <a:cubicBezTo>
                    <a:pt x="3512" y="4525"/>
                    <a:pt x="4524" y="3513"/>
                    <a:pt x="4524" y="2262"/>
                  </a:cubicBezTo>
                  <a:cubicBezTo>
                    <a:pt x="4524" y="1012"/>
                    <a:pt x="3512" y="0"/>
                    <a:pt x="2262" y="0"/>
                  </a:cubicBezTo>
                  <a:close/>
                </a:path>
              </a:pathLst>
            </a:cu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2"/>
            <p:cNvSpPr/>
            <p:nvPr/>
          </p:nvSpPr>
          <p:spPr>
            <a:xfrm>
              <a:off x="4459175" y="2655225"/>
              <a:ext cx="111050" cy="51225"/>
            </a:xfrm>
            <a:custGeom>
              <a:rect b="b" l="l" r="r" t="t"/>
              <a:pathLst>
                <a:path extrusionOk="0" h="2049" w="4442">
                  <a:moveTo>
                    <a:pt x="2215" y="0"/>
                  </a:moveTo>
                  <a:cubicBezTo>
                    <a:pt x="1322" y="0"/>
                    <a:pt x="548" y="524"/>
                    <a:pt x="179" y="1274"/>
                  </a:cubicBezTo>
                  <a:cubicBezTo>
                    <a:pt x="1" y="1643"/>
                    <a:pt x="274" y="2048"/>
                    <a:pt x="679" y="2048"/>
                  </a:cubicBezTo>
                  <a:cubicBezTo>
                    <a:pt x="882" y="2048"/>
                    <a:pt x="1072" y="1929"/>
                    <a:pt x="1167" y="1727"/>
                  </a:cubicBezTo>
                  <a:cubicBezTo>
                    <a:pt x="1358" y="1346"/>
                    <a:pt x="1763" y="1096"/>
                    <a:pt x="2215" y="1096"/>
                  </a:cubicBezTo>
                  <a:cubicBezTo>
                    <a:pt x="2679" y="1096"/>
                    <a:pt x="3072" y="1358"/>
                    <a:pt x="3275" y="1727"/>
                  </a:cubicBezTo>
                  <a:cubicBezTo>
                    <a:pt x="3370" y="1929"/>
                    <a:pt x="3561" y="2048"/>
                    <a:pt x="3763" y="2048"/>
                  </a:cubicBezTo>
                  <a:cubicBezTo>
                    <a:pt x="4168" y="2048"/>
                    <a:pt x="4442" y="1631"/>
                    <a:pt x="4263" y="1274"/>
                  </a:cubicBezTo>
                  <a:cubicBezTo>
                    <a:pt x="3882" y="512"/>
                    <a:pt x="3108" y="0"/>
                    <a:pt x="2215" y="0"/>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7" name="Google Shape;1397;p32"/>
          <p:cNvGrpSpPr/>
          <p:nvPr/>
        </p:nvGrpSpPr>
        <p:grpSpPr>
          <a:xfrm>
            <a:off x="6677663" y="3544647"/>
            <a:ext cx="761713" cy="323262"/>
            <a:chOff x="2559150" y="3516550"/>
            <a:chExt cx="1014400" cy="430500"/>
          </a:xfrm>
        </p:grpSpPr>
        <p:cxnSp>
          <p:nvCxnSpPr>
            <p:cNvPr id="1398" name="Google Shape;1398;p32"/>
            <p:cNvCxnSpPr/>
            <p:nvPr/>
          </p:nvCxnSpPr>
          <p:spPr>
            <a:xfrm>
              <a:off x="2559150"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399" name="Google Shape;1399;p32"/>
            <p:cNvCxnSpPr/>
            <p:nvPr/>
          </p:nvCxnSpPr>
          <p:spPr>
            <a:xfrm>
              <a:off x="2821883"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400" name="Google Shape;1400;p32"/>
            <p:cNvCxnSpPr/>
            <p:nvPr/>
          </p:nvCxnSpPr>
          <p:spPr>
            <a:xfrm>
              <a:off x="3084617" y="3516550"/>
              <a:ext cx="226200" cy="430500"/>
            </a:xfrm>
            <a:prstGeom prst="straightConnector1">
              <a:avLst/>
            </a:prstGeom>
            <a:noFill/>
            <a:ln cap="flat" cmpd="sng" w="28575">
              <a:solidFill>
                <a:schemeClr val="accent2"/>
              </a:solidFill>
              <a:prstDash val="solid"/>
              <a:round/>
              <a:headEnd len="med" w="med" type="none"/>
              <a:tailEnd len="med" w="med" type="none"/>
            </a:ln>
          </p:spPr>
        </p:cxnSp>
        <p:cxnSp>
          <p:nvCxnSpPr>
            <p:cNvPr id="1401" name="Google Shape;1401;p32"/>
            <p:cNvCxnSpPr/>
            <p:nvPr/>
          </p:nvCxnSpPr>
          <p:spPr>
            <a:xfrm>
              <a:off x="3347350" y="3516550"/>
              <a:ext cx="226200" cy="430500"/>
            </a:xfrm>
            <a:prstGeom prst="straightConnector1">
              <a:avLst/>
            </a:prstGeom>
            <a:noFill/>
            <a:ln cap="flat" cmpd="sng" w="28575">
              <a:solidFill>
                <a:schemeClr val="accent2"/>
              </a:solidFill>
              <a:prstDash val="solid"/>
              <a:round/>
              <a:headEnd len="med" w="med" type="none"/>
              <a:tailEnd len="med" w="med" type="none"/>
            </a:ln>
          </p:spPr>
        </p:cxnSp>
      </p:grpSp>
      <p:sp>
        <p:nvSpPr>
          <p:cNvPr id="1402" name="Google Shape;1402;p32"/>
          <p:cNvSpPr/>
          <p:nvPr/>
        </p:nvSpPr>
        <p:spPr>
          <a:xfrm>
            <a:off x="6915174" y="4878725"/>
            <a:ext cx="204300" cy="204300"/>
          </a:xfrm>
          <a:prstGeom prst="ellipse">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33"/>
          <p:cNvSpPr txBox="1"/>
          <p:nvPr>
            <p:ph idx="15"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FASES DEL DESARROLLO</a:t>
            </a:r>
            <a:endParaRPr/>
          </a:p>
        </p:txBody>
      </p:sp>
      <p:sp>
        <p:nvSpPr>
          <p:cNvPr id="1408" name="Google Shape;1408;p33"/>
          <p:cNvSpPr txBox="1"/>
          <p:nvPr>
            <p:ph idx="1" type="subTitle"/>
          </p:nvPr>
        </p:nvSpPr>
        <p:spPr>
          <a:xfrm>
            <a:off x="2013463" y="1888113"/>
            <a:ext cx="2160000" cy="828000"/>
          </a:xfrm>
          <a:prstGeom prst="rect">
            <a:avLst/>
          </a:prstGeom>
        </p:spPr>
        <p:txBody>
          <a:bodyPr anchorCtr="0" anchor="t" bIns="91425" lIns="126000" spcFirstLastPara="1" rIns="91425" wrap="square" tIns="91425">
            <a:noAutofit/>
          </a:bodyPr>
          <a:lstStyle/>
          <a:p>
            <a:pPr indent="0" lvl="0" marL="0" rtl="0" algn="l">
              <a:spcBef>
                <a:spcPts val="0"/>
              </a:spcBef>
              <a:spcAft>
                <a:spcPts val="0"/>
              </a:spcAft>
              <a:buNone/>
            </a:pPr>
            <a:r>
              <a:rPr lang="en"/>
              <a:t>Diseño de la interfaz de la aplicación</a:t>
            </a:r>
            <a:endParaRPr/>
          </a:p>
        </p:txBody>
      </p:sp>
      <p:sp>
        <p:nvSpPr>
          <p:cNvPr id="1409" name="Google Shape;1409;p33"/>
          <p:cNvSpPr txBox="1"/>
          <p:nvPr>
            <p:ph type="title"/>
          </p:nvPr>
        </p:nvSpPr>
        <p:spPr>
          <a:xfrm>
            <a:off x="936663" y="1673313"/>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5"/>
                </a:solidFill>
              </a:rPr>
              <a:t>01</a:t>
            </a:r>
            <a:endParaRPr>
              <a:solidFill>
                <a:schemeClr val="accent5"/>
              </a:solidFill>
            </a:endParaRPr>
          </a:p>
        </p:txBody>
      </p:sp>
      <p:sp>
        <p:nvSpPr>
          <p:cNvPr id="1410" name="Google Shape;1410;p33"/>
          <p:cNvSpPr txBox="1"/>
          <p:nvPr>
            <p:ph idx="2" type="subTitle"/>
          </p:nvPr>
        </p:nvSpPr>
        <p:spPr>
          <a:xfrm>
            <a:off x="6046277" y="1888113"/>
            <a:ext cx="2160000" cy="828000"/>
          </a:xfrm>
          <a:prstGeom prst="rect">
            <a:avLst/>
          </a:prstGeom>
        </p:spPr>
        <p:txBody>
          <a:bodyPr anchorCtr="0" anchor="t" bIns="91425" lIns="126000" spcFirstLastPara="1" rIns="91425" wrap="square" tIns="91425">
            <a:noAutofit/>
          </a:bodyPr>
          <a:lstStyle/>
          <a:p>
            <a:pPr indent="0" lvl="0" marL="0" rtl="0" algn="l">
              <a:spcBef>
                <a:spcPts val="0"/>
              </a:spcBef>
              <a:spcAft>
                <a:spcPts val="0"/>
              </a:spcAft>
              <a:buNone/>
            </a:pPr>
            <a:r>
              <a:rPr lang="en"/>
              <a:t>Validación de los campos requeridos</a:t>
            </a:r>
            <a:endParaRPr/>
          </a:p>
        </p:txBody>
      </p:sp>
      <p:sp>
        <p:nvSpPr>
          <p:cNvPr id="1411" name="Google Shape;1411;p33"/>
          <p:cNvSpPr txBox="1"/>
          <p:nvPr>
            <p:ph idx="3" type="title"/>
          </p:nvPr>
        </p:nvSpPr>
        <p:spPr>
          <a:xfrm>
            <a:off x="4971982" y="1673313"/>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412" name="Google Shape;1412;p33"/>
          <p:cNvSpPr txBox="1"/>
          <p:nvPr>
            <p:ph idx="4" type="ctrTitle"/>
          </p:nvPr>
        </p:nvSpPr>
        <p:spPr>
          <a:xfrm>
            <a:off x="2013463" y="3397488"/>
            <a:ext cx="2160000" cy="42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PERSISTENCIA</a:t>
            </a:r>
            <a:endParaRPr/>
          </a:p>
        </p:txBody>
      </p:sp>
      <p:sp>
        <p:nvSpPr>
          <p:cNvPr id="1413" name="Google Shape;1413;p33"/>
          <p:cNvSpPr txBox="1"/>
          <p:nvPr>
            <p:ph idx="5" type="subTitle"/>
          </p:nvPr>
        </p:nvSpPr>
        <p:spPr>
          <a:xfrm>
            <a:off x="2013463" y="3761088"/>
            <a:ext cx="2160000" cy="828000"/>
          </a:xfrm>
          <a:prstGeom prst="rect">
            <a:avLst/>
          </a:prstGeom>
        </p:spPr>
        <p:txBody>
          <a:bodyPr anchorCtr="0" anchor="t" bIns="91425" lIns="126000" spcFirstLastPara="1" rIns="91425" wrap="square" tIns="91425">
            <a:noAutofit/>
          </a:bodyPr>
          <a:lstStyle/>
          <a:p>
            <a:pPr indent="0" lvl="0" marL="0" rtl="0" algn="l">
              <a:spcBef>
                <a:spcPts val="0"/>
              </a:spcBef>
              <a:spcAft>
                <a:spcPts val="0"/>
              </a:spcAft>
              <a:buNone/>
            </a:pPr>
            <a:r>
              <a:rPr lang="en"/>
              <a:t>CRUD con los datos en una base de datos local/remota</a:t>
            </a:r>
            <a:endParaRPr/>
          </a:p>
        </p:txBody>
      </p:sp>
      <p:sp>
        <p:nvSpPr>
          <p:cNvPr id="1414" name="Google Shape;1414;p33"/>
          <p:cNvSpPr txBox="1"/>
          <p:nvPr>
            <p:ph idx="6" type="title"/>
          </p:nvPr>
        </p:nvSpPr>
        <p:spPr>
          <a:xfrm>
            <a:off x="936663" y="3544488"/>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415" name="Google Shape;1415;p33"/>
          <p:cNvSpPr txBox="1"/>
          <p:nvPr>
            <p:ph idx="7" type="ctrTitle"/>
          </p:nvPr>
        </p:nvSpPr>
        <p:spPr>
          <a:xfrm>
            <a:off x="6046288" y="3397488"/>
            <a:ext cx="2160000" cy="42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INTEGRACION</a:t>
            </a:r>
            <a:endParaRPr/>
          </a:p>
        </p:txBody>
      </p:sp>
      <p:sp>
        <p:nvSpPr>
          <p:cNvPr id="1416" name="Google Shape;1416;p33"/>
          <p:cNvSpPr txBox="1"/>
          <p:nvPr>
            <p:ph idx="8" type="subTitle"/>
          </p:nvPr>
        </p:nvSpPr>
        <p:spPr>
          <a:xfrm>
            <a:off x="6046290" y="3761088"/>
            <a:ext cx="2160000" cy="828000"/>
          </a:xfrm>
          <a:prstGeom prst="rect">
            <a:avLst/>
          </a:prstGeom>
        </p:spPr>
        <p:txBody>
          <a:bodyPr anchorCtr="0" anchor="t" bIns="91425" lIns="126000" spcFirstLastPara="1" rIns="91425" wrap="square" tIns="91425">
            <a:noAutofit/>
          </a:bodyPr>
          <a:lstStyle/>
          <a:p>
            <a:pPr indent="0" lvl="0" marL="0" rtl="0" algn="l">
              <a:spcBef>
                <a:spcPts val="0"/>
              </a:spcBef>
              <a:spcAft>
                <a:spcPts val="0"/>
              </a:spcAft>
              <a:buNone/>
            </a:pPr>
            <a:r>
              <a:rPr lang="en"/>
              <a:t>Integrar periféricos del dispositivo</a:t>
            </a:r>
            <a:endParaRPr/>
          </a:p>
        </p:txBody>
      </p:sp>
      <p:sp>
        <p:nvSpPr>
          <p:cNvPr id="1417" name="Google Shape;1417;p33"/>
          <p:cNvSpPr txBox="1"/>
          <p:nvPr>
            <p:ph idx="9" type="title"/>
          </p:nvPr>
        </p:nvSpPr>
        <p:spPr>
          <a:xfrm>
            <a:off x="4971994" y="3544488"/>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418" name="Google Shape;1418;p33"/>
          <p:cNvSpPr txBox="1"/>
          <p:nvPr>
            <p:ph idx="13" type="ctrTitle"/>
          </p:nvPr>
        </p:nvSpPr>
        <p:spPr>
          <a:xfrm>
            <a:off x="2013460" y="1528113"/>
            <a:ext cx="2160000" cy="42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INTERFAZ</a:t>
            </a:r>
            <a:endParaRPr/>
          </a:p>
        </p:txBody>
      </p:sp>
      <p:sp>
        <p:nvSpPr>
          <p:cNvPr id="1419" name="Google Shape;1419;p33"/>
          <p:cNvSpPr txBox="1"/>
          <p:nvPr>
            <p:ph idx="14" type="ctrTitle"/>
          </p:nvPr>
        </p:nvSpPr>
        <p:spPr>
          <a:xfrm>
            <a:off x="6046277" y="1528113"/>
            <a:ext cx="2160000" cy="42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VALIDACION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cxnSp>
        <p:nvCxnSpPr>
          <p:cNvPr id="1424" name="Google Shape;1424;p34"/>
          <p:cNvCxnSpPr/>
          <p:nvPr/>
        </p:nvCxnSpPr>
        <p:spPr>
          <a:xfrm>
            <a:off x="6829875" y="1239125"/>
            <a:ext cx="0" cy="955800"/>
          </a:xfrm>
          <a:prstGeom prst="straightConnector1">
            <a:avLst/>
          </a:prstGeom>
          <a:noFill/>
          <a:ln cap="flat" cmpd="sng" w="19050">
            <a:solidFill>
              <a:schemeClr val="dk1"/>
            </a:solidFill>
            <a:prstDash val="dash"/>
            <a:round/>
            <a:headEnd len="med" w="med" type="none"/>
            <a:tailEnd len="med" w="med" type="none"/>
          </a:ln>
        </p:spPr>
      </p:cxnSp>
      <p:sp>
        <p:nvSpPr>
          <p:cNvPr id="1425" name="Google Shape;1425;p34"/>
          <p:cNvSpPr/>
          <p:nvPr/>
        </p:nvSpPr>
        <p:spPr>
          <a:xfrm>
            <a:off x="2489575" y="1436100"/>
            <a:ext cx="2947500" cy="1240200"/>
          </a:xfrm>
          <a:prstGeom prst="roundRect">
            <a:avLst>
              <a:gd fmla="val 27649"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4"/>
          <p:cNvSpPr/>
          <p:nvPr/>
        </p:nvSpPr>
        <p:spPr>
          <a:xfrm>
            <a:off x="1562362" y="2081327"/>
            <a:ext cx="5935200" cy="11814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4"/>
          <p:cNvSpPr/>
          <p:nvPr/>
        </p:nvSpPr>
        <p:spPr>
          <a:xfrm>
            <a:off x="1562362" y="1936825"/>
            <a:ext cx="5935200" cy="11814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4"/>
          <p:cNvSpPr txBox="1"/>
          <p:nvPr>
            <p:ph type="title"/>
          </p:nvPr>
        </p:nvSpPr>
        <p:spPr>
          <a:xfrm>
            <a:off x="2119925" y="2106625"/>
            <a:ext cx="48201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CONTEXTO</a:t>
            </a:r>
            <a:endParaRPr/>
          </a:p>
        </p:txBody>
      </p:sp>
      <p:sp>
        <p:nvSpPr>
          <p:cNvPr id="1429" name="Google Shape;1429;p34"/>
          <p:cNvSpPr/>
          <p:nvPr/>
        </p:nvSpPr>
        <p:spPr>
          <a:xfrm>
            <a:off x="3939275" y="899934"/>
            <a:ext cx="1181400" cy="1181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4"/>
          <p:cNvSpPr/>
          <p:nvPr/>
        </p:nvSpPr>
        <p:spPr>
          <a:xfrm>
            <a:off x="3939275" y="768600"/>
            <a:ext cx="1181400" cy="1181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4"/>
          <p:cNvSpPr txBox="1"/>
          <p:nvPr>
            <p:ph idx="2" type="title"/>
          </p:nvPr>
        </p:nvSpPr>
        <p:spPr>
          <a:xfrm>
            <a:off x="4014413" y="910488"/>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solidFill>
                  <a:schemeClr val="lt1"/>
                </a:solidFill>
              </a:rPr>
              <a:t>0</a:t>
            </a:r>
            <a:r>
              <a:rPr lang="en"/>
              <a:t>0</a:t>
            </a:r>
            <a:endParaRPr sz="4700">
              <a:solidFill>
                <a:schemeClr val="lt1"/>
              </a:solidFill>
            </a:endParaRPr>
          </a:p>
        </p:txBody>
      </p:sp>
      <p:sp>
        <p:nvSpPr>
          <p:cNvPr id="1432" name="Google Shape;1432;p34"/>
          <p:cNvSpPr/>
          <p:nvPr/>
        </p:nvSpPr>
        <p:spPr>
          <a:xfrm>
            <a:off x="2920021" y="1369625"/>
            <a:ext cx="153300" cy="1533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4"/>
          <p:cNvSpPr txBox="1"/>
          <p:nvPr>
            <p:ph idx="1" type="subTitle"/>
          </p:nvPr>
        </p:nvSpPr>
        <p:spPr>
          <a:xfrm>
            <a:off x="1562350" y="3354650"/>
            <a:ext cx="5935200" cy="6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300"/>
              <a:t>"Las mejores ideas de proyecto a menudo nacen de la intersección entre lo que te apasiona y lo que el mundo necesita".</a:t>
            </a:r>
            <a:endParaRPr sz="1300"/>
          </a:p>
          <a:p>
            <a:pPr indent="0" lvl="0" marL="0" rtl="0" algn="ctr">
              <a:spcBef>
                <a:spcPts val="1200"/>
              </a:spcBef>
              <a:spcAft>
                <a:spcPts val="1200"/>
              </a:spcAft>
              <a:buNone/>
            </a:pPr>
            <a:r>
              <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35"/>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 ES EL CONTEXTO</a:t>
            </a:r>
            <a:r>
              <a:rPr lang="en"/>
              <a:t>?</a:t>
            </a:r>
            <a:endParaRPr/>
          </a:p>
        </p:txBody>
      </p:sp>
      <p:sp>
        <p:nvSpPr>
          <p:cNvPr id="1439" name="Google Shape;1439;p35"/>
          <p:cNvSpPr txBox="1"/>
          <p:nvPr>
            <p:ph idx="1" type="body"/>
          </p:nvPr>
        </p:nvSpPr>
        <p:spPr>
          <a:xfrm>
            <a:off x="1083900" y="1721875"/>
            <a:ext cx="6976200" cy="251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a:t>
            </a:r>
            <a:r>
              <a:rPr lang="en" sz="1400"/>
              <a:t>onjunto de circunstancias, condiciones y entorno en el que ocurre o se desarrolla algo. </a:t>
            </a:r>
            <a:endParaRPr sz="1400"/>
          </a:p>
          <a:p>
            <a:pPr indent="0" lvl="0" marL="0" rtl="0" algn="l">
              <a:spcBef>
                <a:spcPts val="600"/>
              </a:spcBef>
              <a:spcAft>
                <a:spcPts val="0"/>
              </a:spcAft>
              <a:buNone/>
            </a:pPr>
            <a:r>
              <a:rPr lang="en" sz="1400"/>
              <a:t>Llamaremos a contexto a la idea base del proyecto a trabajar</a:t>
            </a:r>
            <a:endParaRPr sz="1400"/>
          </a:p>
          <a:p>
            <a:pPr indent="0" lvl="0" marL="0" rtl="0" algn="l">
              <a:spcBef>
                <a:spcPts val="600"/>
              </a:spcBef>
              <a:spcAft>
                <a:spcPts val="0"/>
              </a:spcAft>
              <a:buClr>
                <a:schemeClr val="dk1"/>
              </a:buClr>
              <a:buSzPts val="1100"/>
              <a:buFont typeface="Arial"/>
              <a:buNone/>
            </a:pPr>
            <a:r>
              <a:rPr lang="en" sz="1400"/>
              <a:t>Ejemplo:</a:t>
            </a:r>
            <a:endParaRPr sz="1400"/>
          </a:p>
          <a:p>
            <a:pPr indent="-317500" lvl="0" marL="457200" rtl="0" algn="l">
              <a:spcBef>
                <a:spcPts val="600"/>
              </a:spcBef>
              <a:spcAft>
                <a:spcPts val="0"/>
              </a:spcAft>
              <a:buSzPts val="1400"/>
              <a:buChar char="●"/>
            </a:pPr>
            <a:r>
              <a:rPr lang="en" sz="1400"/>
              <a:t>Deseo hacer una </a:t>
            </a:r>
            <a:r>
              <a:rPr lang="en" sz="1400"/>
              <a:t>aplicación</a:t>
            </a:r>
            <a:r>
              <a:rPr lang="en" sz="1400"/>
              <a:t> de recetas de cocina, </a:t>
            </a:r>
            <a:r>
              <a:rPr b="1" lang="en" sz="1400"/>
              <a:t>contexto las recetas</a:t>
            </a:r>
            <a:endParaRPr b="1" sz="1400"/>
          </a:p>
          <a:p>
            <a:pPr indent="-317500" lvl="0" marL="457200" rtl="0" algn="l">
              <a:spcBef>
                <a:spcPts val="0"/>
              </a:spcBef>
              <a:spcAft>
                <a:spcPts val="0"/>
              </a:spcAft>
              <a:buSzPts val="1400"/>
              <a:buChar char="●"/>
            </a:pPr>
            <a:r>
              <a:rPr lang="en" sz="1400"/>
              <a:t>Deseo hacer una aplicación de listado de música, </a:t>
            </a:r>
            <a:r>
              <a:rPr b="1" lang="en" sz="1400"/>
              <a:t>contexto las canciones</a:t>
            </a:r>
            <a:endParaRPr b="1" sz="1400"/>
          </a:p>
          <a:p>
            <a:pPr indent="-317500" lvl="0" marL="457200" rtl="0" algn="l">
              <a:spcBef>
                <a:spcPts val="0"/>
              </a:spcBef>
              <a:spcAft>
                <a:spcPts val="0"/>
              </a:spcAft>
              <a:buSzPts val="1400"/>
              <a:buChar char="●"/>
            </a:pPr>
            <a:r>
              <a:rPr lang="en" sz="1400"/>
              <a:t>Deseo hacer una aplicación de cumpleaños, </a:t>
            </a:r>
            <a:r>
              <a:rPr b="1" lang="en" sz="1400"/>
              <a:t>contexto las fechas de cumplaños</a:t>
            </a:r>
            <a:endParaRPr b="1"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grpSp>
        <p:nvGrpSpPr>
          <p:cNvPr id="1444" name="Google Shape;1444;p36"/>
          <p:cNvGrpSpPr/>
          <p:nvPr/>
        </p:nvGrpSpPr>
        <p:grpSpPr>
          <a:xfrm>
            <a:off x="713426" y="2931601"/>
            <a:ext cx="3683400" cy="1668640"/>
            <a:chOff x="713426" y="2931601"/>
            <a:chExt cx="3683400" cy="1668640"/>
          </a:xfrm>
        </p:grpSpPr>
        <p:grpSp>
          <p:nvGrpSpPr>
            <p:cNvPr id="1445" name="Google Shape;1445;p36"/>
            <p:cNvGrpSpPr/>
            <p:nvPr/>
          </p:nvGrpSpPr>
          <p:grpSpPr>
            <a:xfrm>
              <a:off x="713426" y="2931601"/>
              <a:ext cx="3683400" cy="1668640"/>
              <a:chOff x="713426" y="2931601"/>
              <a:chExt cx="3683400" cy="1668640"/>
            </a:xfrm>
          </p:grpSpPr>
          <p:sp>
            <p:nvSpPr>
              <p:cNvPr id="1446" name="Google Shape;1446;p36"/>
              <p:cNvSpPr/>
              <p:nvPr/>
            </p:nvSpPr>
            <p:spPr>
              <a:xfrm>
                <a:off x="713426" y="3086441"/>
                <a:ext cx="3683400" cy="15138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6"/>
              <p:cNvSpPr/>
              <p:nvPr/>
            </p:nvSpPr>
            <p:spPr>
              <a:xfrm>
                <a:off x="713426" y="2931601"/>
                <a:ext cx="3683400" cy="15138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8" name="Google Shape;1448;p36"/>
            <p:cNvSpPr/>
            <p:nvPr/>
          </p:nvSpPr>
          <p:spPr>
            <a:xfrm>
              <a:off x="3251775" y="4363379"/>
              <a:ext cx="563100" cy="1530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9" name="Google Shape;1449;p36"/>
          <p:cNvGrpSpPr/>
          <p:nvPr/>
        </p:nvGrpSpPr>
        <p:grpSpPr>
          <a:xfrm>
            <a:off x="713426" y="979254"/>
            <a:ext cx="3683400" cy="1749810"/>
            <a:chOff x="713426" y="979254"/>
            <a:chExt cx="3683400" cy="1749810"/>
          </a:xfrm>
        </p:grpSpPr>
        <p:grpSp>
          <p:nvGrpSpPr>
            <p:cNvPr id="1450" name="Google Shape;1450;p36"/>
            <p:cNvGrpSpPr/>
            <p:nvPr/>
          </p:nvGrpSpPr>
          <p:grpSpPr>
            <a:xfrm>
              <a:off x="713426" y="1060424"/>
              <a:ext cx="3683400" cy="1668640"/>
              <a:chOff x="713426" y="1060424"/>
              <a:chExt cx="3683400" cy="1668640"/>
            </a:xfrm>
          </p:grpSpPr>
          <p:sp>
            <p:nvSpPr>
              <p:cNvPr id="1451" name="Google Shape;1451;p36"/>
              <p:cNvSpPr/>
              <p:nvPr/>
            </p:nvSpPr>
            <p:spPr>
              <a:xfrm>
                <a:off x="713426" y="1215264"/>
                <a:ext cx="3683400" cy="15138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6"/>
              <p:cNvSpPr/>
              <p:nvPr/>
            </p:nvSpPr>
            <p:spPr>
              <a:xfrm>
                <a:off x="713426" y="1060424"/>
                <a:ext cx="3683400" cy="15138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3" name="Google Shape;1453;p36"/>
            <p:cNvSpPr/>
            <p:nvPr/>
          </p:nvSpPr>
          <p:spPr>
            <a:xfrm>
              <a:off x="1357000" y="979254"/>
              <a:ext cx="563100" cy="1530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4" name="Google Shape;1454;p36"/>
          <p:cNvGrpSpPr/>
          <p:nvPr/>
        </p:nvGrpSpPr>
        <p:grpSpPr>
          <a:xfrm>
            <a:off x="4747494" y="1060424"/>
            <a:ext cx="3683400" cy="1668640"/>
            <a:chOff x="4747494" y="1060424"/>
            <a:chExt cx="3683400" cy="1668640"/>
          </a:xfrm>
        </p:grpSpPr>
        <p:grpSp>
          <p:nvGrpSpPr>
            <p:cNvPr id="1455" name="Google Shape;1455;p36"/>
            <p:cNvGrpSpPr/>
            <p:nvPr/>
          </p:nvGrpSpPr>
          <p:grpSpPr>
            <a:xfrm>
              <a:off x="4747494" y="1060424"/>
              <a:ext cx="3683400" cy="1668640"/>
              <a:chOff x="4747494" y="1060424"/>
              <a:chExt cx="3683400" cy="1668640"/>
            </a:xfrm>
          </p:grpSpPr>
          <p:sp>
            <p:nvSpPr>
              <p:cNvPr id="1456" name="Google Shape;1456;p36"/>
              <p:cNvSpPr/>
              <p:nvPr/>
            </p:nvSpPr>
            <p:spPr>
              <a:xfrm>
                <a:off x="4747494" y="1215264"/>
                <a:ext cx="3683400" cy="15138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6"/>
              <p:cNvSpPr/>
              <p:nvPr/>
            </p:nvSpPr>
            <p:spPr>
              <a:xfrm>
                <a:off x="4747494" y="1060424"/>
                <a:ext cx="3683400" cy="15138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8" name="Google Shape;1458;p36"/>
            <p:cNvSpPr/>
            <p:nvPr/>
          </p:nvSpPr>
          <p:spPr>
            <a:xfrm>
              <a:off x="5170550" y="2500004"/>
              <a:ext cx="563100" cy="1530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9" name="Google Shape;1459;p36"/>
          <p:cNvGrpSpPr/>
          <p:nvPr/>
        </p:nvGrpSpPr>
        <p:grpSpPr>
          <a:xfrm>
            <a:off x="4747494" y="2931601"/>
            <a:ext cx="3683400" cy="1668640"/>
            <a:chOff x="4747494" y="2931601"/>
            <a:chExt cx="3683400" cy="1668640"/>
          </a:xfrm>
        </p:grpSpPr>
        <p:grpSp>
          <p:nvGrpSpPr>
            <p:cNvPr id="1460" name="Google Shape;1460;p36"/>
            <p:cNvGrpSpPr/>
            <p:nvPr/>
          </p:nvGrpSpPr>
          <p:grpSpPr>
            <a:xfrm>
              <a:off x="4747494" y="2931601"/>
              <a:ext cx="3683400" cy="1668640"/>
              <a:chOff x="4747494" y="2931601"/>
              <a:chExt cx="3683400" cy="1668640"/>
            </a:xfrm>
          </p:grpSpPr>
          <p:sp>
            <p:nvSpPr>
              <p:cNvPr id="1461" name="Google Shape;1461;p36"/>
              <p:cNvSpPr/>
              <p:nvPr/>
            </p:nvSpPr>
            <p:spPr>
              <a:xfrm>
                <a:off x="4747494" y="3086441"/>
                <a:ext cx="3683400" cy="15138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6"/>
              <p:cNvSpPr/>
              <p:nvPr/>
            </p:nvSpPr>
            <p:spPr>
              <a:xfrm>
                <a:off x="4747494" y="2931601"/>
                <a:ext cx="3683400" cy="15138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3" name="Google Shape;1463;p36"/>
            <p:cNvSpPr/>
            <p:nvPr/>
          </p:nvSpPr>
          <p:spPr>
            <a:xfrm>
              <a:off x="6950700" y="4363379"/>
              <a:ext cx="563100" cy="1530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4" name="Google Shape;1464;p36"/>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 ES CRUD?</a:t>
            </a:r>
            <a:endParaRPr/>
          </a:p>
        </p:txBody>
      </p:sp>
      <p:sp>
        <p:nvSpPr>
          <p:cNvPr id="1465" name="Google Shape;1465;p36"/>
          <p:cNvSpPr txBox="1"/>
          <p:nvPr>
            <p:ph idx="1" type="subTitle"/>
          </p:nvPr>
        </p:nvSpPr>
        <p:spPr>
          <a:xfrm>
            <a:off x="1745900" y="1169213"/>
            <a:ext cx="2442000" cy="4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CREATE (CREAR)</a:t>
            </a:r>
            <a:endParaRPr sz="1500"/>
          </a:p>
        </p:txBody>
      </p:sp>
      <p:sp>
        <p:nvSpPr>
          <p:cNvPr id="1466" name="Google Shape;1466;p36"/>
          <p:cNvSpPr txBox="1"/>
          <p:nvPr>
            <p:ph idx="2" type="subTitle"/>
          </p:nvPr>
        </p:nvSpPr>
        <p:spPr>
          <a:xfrm>
            <a:off x="1745900" y="1553800"/>
            <a:ext cx="2442000" cy="9288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sz="1300"/>
              <a:t>Implica la creación de nuevos registros o entradas en la base de datos. </a:t>
            </a:r>
            <a:endParaRPr sz="1300"/>
          </a:p>
        </p:txBody>
      </p:sp>
      <p:sp>
        <p:nvSpPr>
          <p:cNvPr id="1467" name="Google Shape;1467;p36"/>
          <p:cNvSpPr txBox="1"/>
          <p:nvPr>
            <p:ph idx="3" type="subTitle"/>
          </p:nvPr>
        </p:nvSpPr>
        <p:spPr>
          <a:xfrm>
            <a:off x="5778300" y="1169213"/>
            <a:ext cx="2441400" cy="4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READ (LEER)</a:t>
            </a:r>
            <a:endParaRPr sz="1500"/>
          </a:p>
        </p:txBody>
      </p:sp>
      <p:sp>
        <p:nvSpPr>
          <p:cNvPr id="1468" name="Google Shape;1468;p36"/>
          <p:cNvSpPr txBox="1"/>
          <p:nvPr>
            <p:ph idx="4" type="subTitle"/>
          </p:nvPr>
        </p:nvSpPr>
        <p:spPr>
          <a:xfrm>
            <a:off x="5778300" y="1549900"/>
            <a:ext cx="2441400" cy="9327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sz="1300"/>
              <a:t>Consiste en recuperar datos de la base de datos</a:t>
            </a:r>
            <a:endParaRPr sz="1300"/>
          </a:p>
        </p:txBody>
      </p:sp>
      <p:sp>
        <p:nvSpPr>
          <p:cNvPr id="1469" name="Google Shape;1469;p36"/>
          <p:cNvSpPr txBox="1"/>
          <p:nvPr>
            <p:ph idx="5" type="subTitle"/>
          </p:nvPr>
        </p:nvSpPr>
        <p:spPr>
          <a:xfrm>
            <a:off x="1745900" y="3009996"/>
            <a:ext cx="2441400" cy="4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UPDATE (</a:t>
            </a:r>
            <a:r>
              <a:rPr lang="en" sz="1500"/>
              <a:t>ACTUALIZAR</a:t>
            </a:r>
            <a:r>
              <a:rPr lang="en" sz="1500"/>
              <a:t>)</a:t>
            </a:r>
            <a:endParaRPr sz="1500"/>
          </a:p>
        </p:txBody>
      </p:sp>
      <p:sp>
        <p:nvSpPr>
          <p:cNvPr id="1470" name="Google Shape;1470;p36"/>
          <p:cNvSpPr txBox="1"/>
          <p:nvPr>
            <p:ph idx="6" type="subTitle"/>
          </p:nvPr>
        </p:nvSpPr>
        <p:spPr>
          <a:xfrm>
            <a:off x="1745900" y="3397826"/>
            <a:ext cx="2441400" cy="9327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sz="1300"/>
              <a:t>Refiere a la modificación de datos existentes en la base de datos</a:t>
            </a:r>
            <a:endParaRPr sz="1300"/>
          </a:p>
        </p:txBody>
      </p:sp>
      <p:sp>
        <p:nvSpPr>
          <p:cNvPr id="1471" name="Google Shape;1471;p36"/>
          <p:cNvSpPr txBox="1"/>
          <p:nvPr>
            <p:ph idx="7" type="subTitle"/>
          </p:nvPr>
        </p:nvSpPr>
        <p:spPr>
          <a:xfrm>
            <a:off x="5778300" y="3009996"/>
            <a:ext cx="2441400" cy="4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DELETE (ELIMINAR)</a:t>
            </a:r>
            <a:endParaRPr sz="1500"/>
          </a:p>
        </p:txBody>
      </p:sp>
      <p:sp>
        <p:nvSpPr>
          <p:cNvPr id="1472" name="Google Shape;1472;p36"/>
          <p:cNvSpPr txBox="1"/>
          <p:nvPr>
            <p:ph idx="8" type="subTitle"/>
          </p:nvPr>
        </p:nvSpPr>
        <p:spPr>
          <a:xfrm>
            <a:off x="5778300" y="3397826"/>
            <a:ext cx="2441400" cy="9327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sz="1300"/>
              <a:t>Implica la eliminación de registros o datos de la base de datos</a:t>
            </a:r>
            <a:endParaRPr sz="1300"/>
          </a:p>
        </p:txBody>
      </p:sp>
      <p:grpSp>
        <p:nvGrpSpPr>
          <p:cNvPr id="1473" name="Google Shape;1473;p36"/>
          <p:cNvGrpSpPr/>
          <p:nvPr/>
        </p:nvGrpSpPr>
        <p:grpSpPr>
          <a:xfrm>
            <a:off x="998945" y="1491638"/>
            <a:ext cx="563060" cy="651372"/>
            <a:chOff x="998945" y="1840209"/>
            <a:chExt cx="563060" cy="651372"/>
          </a:xfrm>
        </p:grpSpPr>
        <p:sp>
          <p:nvSpPr>
            <p:cNvPr id="1474" name="Google Shape;1474;p36"/>
            <p:cNvSpPr/>
            <p:nvPr/>
          </p:nvSpPr>
          <p:spPr>
            <a:xfrm>
              <a:off x="998945" y="1927751"/>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6"/>
            <p:cNvSpPr/>
            <p:nvPr/>
          </p:nvSpPr>
          <p:spPr>
            <a:xfrm>
              <a:off x="998945" y="1840209"/>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6" name="Google Shape;1476;p36"/>
          <p:cNvSpPr/>
          <p:nvPr/>
        </p:nvSpPr>
        <p:spPr>
          <a:xfrm>
            <a:off x="998945" y="3450355"/>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6"/>
          <p:cNvSpPr/>
          <p:nvPr/>
        </p:nvSpPr>
        <p:spPr>
          <a:xfrm>
            <a:off x="998945" y="3362813"/>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8" name="Google Shape;1478;p36"/>
          <p:cNvGrpSpPr/>
          <p:nvPr/>
        </p:nvGrpSpPr>
        <p:grpSpPr>
          <a:xfrm>
            <a:off x="5048095" y="1491638"/>
            <a:ext cx="563060" cy="651372"/>
            <a:chOff x="5048095" y="1491638"/>
            <a:chExt cx="563060" cy="651372"/>
          </a:xfrm>
        </p:grpSpPr>
        <p:sp>
          <p:nvSpPr>
            <p:cNvPr id="1479" name="Google Shape;1479;p36"/>
            <p:cNvSpPr/>
            <p:nvPr/>
          </p:nvSpPr>
          <p:spPr>
            <a:xfrm>
              <a:off x="5048095" y="1579180"/>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6"/>
            <p:cNvSpPr/>
            <p:nvPr/>
          </p:nvSpPr>
          <p:spPr>
            <a:xfrm>
              <a:off x="5048095" y="1491638"/>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1" name="Google Shape;1481;p36"/>
          <p:cNvGrpSpPr/>
          <p:nvPr/>
        </p:nvGrpSpPr>
        <p:grpSpPr>
          <a:xfrm>
            <a:off x="5048095" y="3362813"/>
            <a:ext cx="563060" cy="651372"/>
            <a:chOff x="5048095" y="3362813"/>
            <a:chExt cx="563060" cy="651372"/>
          </a:xfrm>
        </p:grpSpPr>
        <p:sp>
          <p:nvSpPr>
            <p:cNvPr id="1482" name="Google Shape;1482;p36"/>
            <p:cNvSpPr/>
            <p:nvPr/>
          </p:nvSpPr>
          <p:spPr>
            <a:xfrm>
              <a:off x="5048095" y="3450355"/>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6"/>
            <p:cNvSpPr/>
            <p:nvPr/>
          </p:nvSpPr>
          <p:spPr>
            <a:xfrm>
              <a:off x="5048095" y="3362813"/>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4" name="Google Shape;1484;p36"/>
          <p:cNvSpPr txBox="1"/>
          <p:nvPr>
            <p:ph idx="1" type="subTitle"/>
          </p:nvPr>
        </p:nvSpPr>
        <p:spPr>
          <a:xfrm>
            <a:off x="998875" y="1491650"/>
            <a:ext cx="563100" cy="52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C</a:t>
            </a:r>
            <a:endParaRPr sz="2200">
              <a:solidFill>
                <a:schemeClr val="lt1"/>
              </a:solidFill>
            </a:endParaRPr>
          </a:p>
        </p:txBody>
      </p:sp>
      <p:sp>
        <p:nvSpPr>
          <p:cNvPr id="1485" name="Google Shape;1485;p36"/>
          <p:cNvSpPr txBox="1"/>
          <p:nvPr>
            <p:ph idx="1" type="subTitle"/>
          </p:nvPr>
        </p:nvSpPr>
        <p:spPr>
          <a:xfrm>
            <a:off x="5048075" y="1491650"/>
            <a:ext cx="563100" cy="52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R</a:t>
            </a:r>
            <a:endParaRPr sz="2200">
              <a:solidFill>
                <a:schemeClr val="lt1"/>
              </a:solidFill>
            </a:endParaRPr>
          </a:p>
        </p:txBody>
      </p:sp>
      <p:sp>
        <p:nvSpPr>
          <p:cNvPr id="1486" name="Google Shape;1486;p36"/>
          <p:cNvSpPr txBox="1"/>
          <p:nvPr>
            <p:ph idx="1" type="subTitle"/>
          </p:nvPr>
        </p:nvSpPr>
        <p:spPr>
          <a:xfrm>
            <a:off x="998925" y="3379988"/>
            <a:ext cx="563100" cy="52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U</a:t>
            </a:r>
            <a:endParaRPr sz="2200">
              <a:solidFill>
                <a:schemeClr val="lt1"/>
              </a:solidFill>
            </a:endParaRPr>
          </a:p>
        </p:txBody>
      </p:sp>
      <p:sp>
        <p:nvSpPr>
          <p:cNvPr id="1487" name="Google Shape;1487;p36"/>
          <p:cNvSpPr txBox="1"/>
          <p:nvPr>
            <p:ph idx="1" type="subTitle"/>
          </p:nvPr>
        </p:nvSpPr>
        <p:spPr>
          <a:xfrm>
            <a:off x="5048075" y="3379975"/>
            <a:ext cx="563100" cy="52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D</a:t>
            </a:r>
            <a:endParaRPr sz="22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grpSp>
        <p:nvGrpSpPr>
          <p:cNvPr id="1492" name="Google Shape;1492;p37"/>
          <p:cNvGrpSpPr/>
          <p:nvPr/>
        </p:nvGrpSpPr>
        <p:grpSpPr>
          <a:xfrm>
            <a:off x="2786650" y="3294612"/>
            <a:ext cx="3003076" cy="1754909"/>
            <a:chOff x="713426" y="2931601"/>
            <a:chExt cx="3683400" cy="1668640"/>
          </a:xfrm>
        </p:grpSpPr>
        <p:grpSp>
          <p:nvGrpSpPr>
            <p:cNvPr id="1493" name="Google Shape;1493;p37"/>
            <p:cNvGrpSpPr/>
            <p:nvPr/>
          </p:nvGrpSpPr>
          <p:grpSpPr>
            <a:xfrm>
              <a:off x="713426" y="2931601"/>
              <a:ext cx="3683400" cy="1668640"/>
              <a:chOff x="713426" y="2931601"/>
              <a:chExt cx="3683400" cy="1668640"/>
            </a:xfrm>
          </p:grpSpPr>
          <p:sp>
            <p:nvSpPr>
              <p:cNvPr id="1494" name="Google Shape;1494;p37"/>
              <p:cNvSpPr/>
              <p:nvPr/>
            </p:nvSpPr>
            <p:spPr>
              <a:xfrm>
                <a:off x="713426" y="3086441"/>
                <a:ext cx="3683400" cy="15138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7"/>
              <p:cNvSpPr/>
              <p:nvPr/>
            </p:nvSpPr>
            <p:spPr>
              <a:xfrm>
                <a:off x="713426" y="2931601"/>
                <a:ext cx="3683400" cy="15138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6" name="Google Shape;1496;p37"/>
            <p:cNvSpPr/>
            <p:nvPr/>
          </p:nvSpPr>
          <p:spPr>
            <a:xfrm>
              <a:off x="3251775" y="4363379"/>
              <a:ext cx="563100" cy="1530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7" name="Google Shape;1497;p37"/>
          <p:cNvGrpSpPr/>
          <p:nvPr/>
        </p:nvGrpSpPr>
        <p:grpSpPr>
          <a:xfrm>
            <a:off x="2786650" y="1303721"/>
            <a:ext cx="3003076" cy="1852881"/>
            <a:chOff x="713421" y="979254"/>
            <a:chExt cx="3683400" cy="2618914"/>
          </a:xfrm>
        </p:grpSpPr>
        <p:grpSp>
          <p:nvGrpSpPr>
            <p:cNvPr id="1498" name="Google Shape;1498;p37"/>
            <p:cNvGrpSpPr/>
            <p:nvPr/>
          </p:nvGrpSpPr>
          <p:grpSpPr>
            <a:xfrm>
              <a:off x="713421" y="1060425"/>
              <a:ext cx="3683400" cy="2537742"/>
              <a:chOff x="713421" y="1060425"/>
              <a:chExt cx="3683400" cy="2537742"/>
            </a:xfrm>
          </p:grpSpPr>
          <p:sp>
            <p:nvSpPr>
              <p:cNvPr id="1499" name="Google Shape;1499;p37"/>
              <p:cNvSpPr/>
              <p:nvPr/>
            </p:nvSpPr>
            <p:spPr>
              <a:xfrm>
                <a:off x="713421" y="1215268"/>
                <a:ext cx="3683400" cy="23829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7"/>
              <p:cNvSpPr/>
              <p:nvPr/>
            </p:nvSpPr>
            <p:spPr>
              <a:xfrm>
                <a:off x="713421" y="1060425"/>
                <a:ext cx="3683400" cy="22866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1" name="Google Shape;1501;p37"/>
            <p:cNvSpPr/>
            <p:nvPr/>
          </p:nvSpPr>
          <p:spPr>
            <a:xfrm>
              <a:off x="1357000" y="979254"/>
              <a:ext cx="563100" cy="153000"/>
            </a:xfrm>
            <a:prstGeom prst="roundRect">
              <a:avLst>
                <a:gd fmla="val 16667" name="adj"/>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2" name="Google Shape;1502;p37"/>
          <p:cNvGrpSpPr/>
          <p:nvPr/>
        </p:nvGrpSpPr>
        <p:grpSpPr>
          <a:xfrm>
            <a:off x="5923225" y="1361150"/>
            <a:ext cx="3003077" cy="1795462"/>
            <a:chOff x="4747493" y="1060419"/>
            <a:chExt cx="3683402" cy="1668645"/>
          </a:xfrm>
        </p:grpSpPr>
        <p:grpSp>
          <p:nvGrpSpPr>
            <p:cNvPr id="1503" name="Google Shape;1503;p37"/>
            <p:cNvGrpSpPr/>
            <p:nvPr/>
          </p:nvGrpSpPr>
          <p:grpSpPr>
            <a:xfrm>
              <a:off x="4747493" y="1060419"/>
              <a:ext cx="3683402" cy="1668645"/>
              <a:chOff x="4747493" y="1060419"/>
              <a:chExt cx="3683402" cy="1668645"/>
            </a:xfrm>
          </p:grpSpPr>
          <p:sp>
            <p:nvSpPr>
              <p:cNvPr id="1504" name="Google Shape;1504;p37"/>
              <p:cNvSpPr/>
              <p:nvPr/>
            </p:nvSpPr>
            <p:spPr>
              <a:xfrm>
                <a:off x="4747494" y="1215264"/>
                <a:ext cx="3683400" cy="15138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7"/>
              <p:cNvSpPr/>
              <p:nvPr/>
            </p:nvSpPr>
            <p:spPr>
              <a:xfrm>
                <a:off x="4747493" y="1060419"/>
                <a:ext cx="3683400" cy="15138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6" name="Google Shape;1506;p37"/>
            <p:cNvSpPr/>
            <p:nvPr/>
          </p:nvSpPr>
          <p:spPr>
            <a:xfrm>
              <a:off x="5170550" y="2500004"/>
              <a:ext cx="563100" cy="153000"/>
            </a:xfrm>
            <a:prstGeom prst="roundRect">
              <a:avLst>
                <a:gd fmla="val 16667" name="adj"/>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7"/>
          <p:cNvGrpSpPr/>
          <p:nvPr/>
        </p:nvGrpSpPr>
        <p:grpSpPr>
          <a:xfrm>
            <a:off x="5923226" y="3294612"/>
            <a:ext cx="3003076" cy="1754909"/>
            <a:chOff x="4747494" y="2931601"/>
            <a:chExt cx="3683400" cy="1668640"/>
          </a:xfrm>
        </p:grpSpPr>
        <p:grpSp>
          <p:nvGrpSpPr>
            <p:cNvPr id="1508" name="Google Shape;1508;p37"/>
            <p:cNvGrpSpPr/>
            <p:nvPr/>
          </p:nvGrpSpPr>
          <p:grpSpPr>
            <a:xfrm>
              <a:off x="4747494" y="2931601"/>
              <a:ext cx="3683400" cy="1668640"/>
              <a:chOff x="4747494" y="2931601"/>
              <a:chExt cx="3683400" cy="1668640"/>
            </a:xfrm>
          </p:grpSpPr>
          <p:sp>
            <p:nvSpPr>
              <p:cNvPr id="1509" name="Google Shape;1509;p37"/>
              <p:cNvSpPr/>
              <p:nvPr/>
            </p:nvSpPr>
            <p:spPr>
              <a:xfrm>
                <a:off x="4747494" y="3086441"/>
                <a:ext cx="3683400" cy="15138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7"/>
              <p:cNvSpPr/>
              <p:nvPr/>
            </p:nvSpPr>
            <p:spPr>
              <a:xfrm>
                <a:off x="4747494" y="2931601"/>
                <a:ext cx="3683400" cy="15138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1" name="Google Shape;1511;p37"/>
            <p:cNvSpPr/>
            <p:nvPr/>
          </p:nvSpPr>
          <p:spPr>
            <a:xfrm>
              <a:off x="6950700" y="4363379"/>
              <a:ext cx="563100" cy="1530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2" name="Google Shape;1512;p37"/>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CRUD + CONTEXTO</a:t>
            </a:r>
            <a:endParaRPr/>
          </a:p>
        </p:txBody>
      </p:sp>
      <p:sp>
        <p:nvSpPr>
          <p:cNvPr id="1513" name="Google Shape;1513;p37"/>
          <p:cNvSpPr txBox="1"/>
          <p:nvPr>
            <p:ph idx="1" type="subTitle"/>
          </p:nvPr>
        </p:nvSpPr>
        <p:spPr>
          <a:xfrm>
            <a:off x="3628435" y="1438068"/>
            <a:ext cx="1991100" cy="3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a:t>
            </a:r>
            <a:endParaRPr/>
          </a:p>
        </p:txBody>
      </p:sp>
      <p:sp>
        <p:nvSpPr>
          <p:cNvPr id="1514" name="Google Shape;1514;p37"/>
          <p:cNvSpPr txBox="1"/>
          <p:nvPr>
            <p:ph idx="2" type="subTitle"/>
          </p:nvPr>
        </p:nvSpPr>
        <p:spPr>
          <a:xfrm>
            <a:off x="3628425" y="1710151"/>
            <a:ext cx="1991100" cy="10812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b="1" lang="en" sz="1400"/>
              <a:t>Agregar </a:t>
            </a:r>
            <a:r>
              <a:rPr b="1" lang="en" sz="1400"/>
              <a:t>cócteles </a:t>
            </a:r>
            <a:r>
              <a:rPr lang="en" sz="1400"/>
              <a:t>desde un formulario</a:t>
            </a:r>
            <a:r>
              <a:rPr lang="en" sz="1400"/>
              <a:t> a la base de datos</a:t>
            </a:r>
            <a:endParaRPr sz="1400"/>
          </a:p>
        </p:txBody>
      </p:sp>
      <p:sp>
        <p:nvSpPr>
          <p:cNvPr id="1515" name="Google Shape;1515;p37"/>
          <p:cNvSpPr txBox="1"/>
          <p:nvPr>
            <p:ph idx="3" type="subTitle"/>
          </p:nvPr>
        </p:nvSpPr>
        <p:spPr>
          <a:xfrm>
            <a:off x="6763660" y="1438068"/>
            <a:ext cx="1990800" cy="3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a:t>
            </a:r>
            <a:endParaRPr/>
          </a:p>
        </p:txBody>
      </p:sp>
      <p:sp>
        <p:nvSpPr>
          <p:cNvPr id="1516" name="Google Shape;1516;p37"/>
          <p:cNvSpPr txBox="1"/>
          <p:nvPr>
            <p:ph idx="4" type="subTitle"/>
          </p:nvPr>
        </p:nvSpPr>
        <p:spPr>
          <a:xfrm>
            <a:off x="6763650" y="1707410"/>
            <a:ext cx="1990800" cy="11907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Clr>
                <a:schemeClr val="dk1"/>
              </a:buClr>
              <a:buSzPts val="1100"/>
              <a:buFont typeface="Arial"/>
              <a:buNone/>
            </a:pPr>
            <a:r>
              <a:rPr b="1" lang="en" sz="1400"/>
              <a:t>Listar </a:t>
            </a:r>
            <a:r>
              <a:rPr b="1" lang="en" sz="1400"/>
              <a:t>cócteles </a:t>
            </a:r>
            <a:r>
              <a:rPr lang="en" sz="1400"/>
              <a:t>de la base de datos a un contenedor de elementos</a:t>
            </a:r>
            <a:endParaRPr/>
          </a:p>
        </p:txBody>
      </p:sp>
      <p:sp>
        <p:nvSpPr>
          <p:cNvPr id="1517" name="Google Shape;1517;p37"/>
          <p:cNvSpPr txBox="1"/>
          <p:nvPr>
            <p:ph idx="5" type="subTitle"/>
          </p:nvPr>
        </p:nvSpPr>
        <p:spPr>
          <a:xfrm>
            <a:off x="3628435" y="3349946"/>
            <a:ext cx="1990800" cy="3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a:t>
            </a:r>
            <a:endParaRPr/>
          </a:p>
        </p:txBody>
      </p:sp>
      <p:sp>
        <p:nvSpPr>
          <p:cNvPr id="1518" name="Google Shape;1518;p37"/>
          <p:cNvSpPr txBox="1"/>
          <p:nvPr>
            <p:ph idx="6" type="subTitle"/>
          </p:nvPr>
        </p:nvSpPr>
        <p:spPr>
          <a:xfrm>
            <a:off x="3628425" y="3624328"/>
            <a:ext cx="1990800" cy="10812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Clr>
                <a:schemeClr val="dk1"/>
              </a:buClr>
              <a:buSzPts val="1100"/>
              <a:buFont typeface="Arial"/>
              <a:buNone/>
            </a:pPr>
            <a:r>
              <a:rPr b="1" lang="en" sz="1400"/>
              <a:t>Actualizar </a:t>
            </a:r>
            <a:r>
              <a:rPr b="1" lang="en" sz="1400"/>
              <a:t>cócteles</a:t>
            </a:r>
            <a:r>
              <a:rPr lang="en" sz="1400"/>
              <a:t> desde un formulario a la base de datos</a:t>
            </a:r>
            <a:endParaRPr/>
          </a:p>
        </p:txBody>
      </p:sp>
      <p:sp>
        <p:nvSpPr>
          <p:cNvPr id="1519" name="Google Shape;1519;p37"/>
          <p:cNvSpPr txBox="1"/>
          <p:nvPr>
            <p:ph idx="7" type="subTitle"/>
          </p:nvPr>
        </p:nvSpPr>
        <p:spPr>
          <a:xfrm>
            <a:off x="6763660" y="3349946"/>
            <a:ext cx="1990800" cy="3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DELETE</a:t>
            </a:r>
            <a:endParaRPr/>
          </a:p>
        </p:txBody>
      </p:sp>
      <p:sp>
        <p:nvSpPr>
          <p:cNvPr id="1520" name="Google Shape;1520;p37"/>
          <p:cNvSpPr txBox="1"/>
          <p:nvPr>
            <p:ph idx="8" type="subTitle"/>
          </p:nvPr>
        </p:nvSpPr>
        <p:spPr>
          <a:xfrm>
            <a:off x="6763650" y="3624329"/>
            <a:ext cx="1990800" cy="10812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b="1" lang="en" sz="1400"/>
              <a:t>Eliminar </a:t>
            </a:r>
            <a:r>
              <a:rPr b="1" lang="en" sz="1400"/>
              <a:t>cócteles </a:t>
            </a:r>
            <a:r>
              <a:rPr lang="en" sz="1400"/>
              <a:t>de la base de datos y la aplicación</a:t>
            </a:r>
            <a:endParaRPr/>
          </a:p>
        </p:txBody>
      </p:sp>
      <p:grpSp>
        <p:nvGrpSpPr>
          <p:cNvPr id="1521" name="Google Shape;1521;p37"/>
          <p:cNvGrpSpPr/>
          <p:nvPr/>
        </p:nvGrpSpPr>
        <p:grpSpPr>
          <a:xfrm>
            <a:off x="3019438" y="1666247"/>
            <a:ext cx="459063" cy="460846"/>
            <a:chOff x="998945" y="1840209"/>
            <a:chExt cx="563060" cy="651372"/>
          </a:xfrm>
        </p:grpSpPr>
        <p:sp>
          <p:nvSpPr>
            <p:cNvPr id="1522" name="Google Shape;1522;p37"/>
            <p:cNvSpPr/>
            <p:nvPr/>
          </p:nvSpPr>
          <p:spPr>
            <a:xfrm>
              <a:off x="998945" y="1927751"/>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7"/>
            <p:cNvSpPr/>
            <p:nvPr/>
          </p:nvSpPr>
          <p:spPr>
            <a:xfrm>
              <a:off x="998945" y="1840209"/>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4" name="Google Shape;1524;p37"/>
          <p:cNvSpPr/>
          <p:nvPr/>
        </p:nvSpPr>
        <p:spPr>
          <a:xfrm>
            <a:off x="3019441" y="3661482"/>
            <a:ext cx="459067" cy="398879"/>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7"/>
          <p:cNvSpPr/>
          <p:nvPr/>
        </p:nvSpPr>
        <p:spPr>
          <a:xfrm>
            <a:off x="3019441" y="3599550"/>
            <a:ext cx="459067" cy="398879"/>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6" name="Google Shape;1526;p37"/>
          <p:cNvGrpSpPr/>
          <p:nvPr/>
        </p:nvGrpSpPr>
        <p:grpSpPr>
          <a:xfrm>
            <a:off x="6168310" y="1666233"/>
            <a:ext cx="459063" cy="460846"/>
            <a:chOff x="5048095" y="1491638"/>
            <a:chExt cx="563060" cy="651372"/>
          </a:xfrm>
        </p:grpSpPr>
        <p:sp>
          <p:nvSpPr>
            <p:cNvPr id="1527" name="Google Shape;1527;p37"/>
            <p:cNvSpPr/>
            <p:nvPr/>
          </p:nvSpPr>
          <p:spPr>
            <a:xfrm>
              <a:off x="5048095" y="1579180"/>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7"/>
            <p:cNvSpPr/>
            <p:nvPr/>
          </p:nvSpPr>
          <p:spPr>
            <a:xfrm>
              <a:off x="5048095" y="1491638"/>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9" name="Google Shape;1529;p37"/>
          <p:cNvGrpSpPr/>
          <p:nvPr/>
        </p:nvGrpSpPr>
        <p:grpSpPr>
          <a:xfrm>
            <a:off x="6168310" y="3599689"/>
            <a:ext cx="459063" cy="460846"/>
            <a:chOff x="5048095" y="3362813"/>
            <a:chExt cx="563060" cy="651372"/>
          </a:xfrm>
        </p:grpSpPr>
        <p:sp>
          <p:nvSpPr>
            <p:cNvPr id="1530" name="Google Shape;1530;p37"/>
            <p:cNvSpPr/>
            <p:nvPr/>
          </p:nvSpPr>
          <p:spPr>
            <a:xfrm>
              <a:off x="5048095" y="3450355"/>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7"/>
            <p:cNvSpPr/>
            <p:nvPr/>
          </p:nvSpPr>
          <p:spPr>
            <a:xfrm>
              <a:off x="5048095" y="3362813"/>
              <a:ext cx="563060" cy="563830"/>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2" name="Google Shape;1532;p37"/>
          <p:cNvGrpSpPr/>
          <p:nvPr/>
        </p:nvGrpSpPr>
        <p:grpSpPr>
          <a:xfrm>
            <a:off x="134552" y="1516982"/>
            <a:ext cx="2331961" cy="3333108"/>
            <a:chOff x="713426" y="1060424"/>
            <a:chExt cx="3683400" cy="1668640"/>
          </a:xfrm>
        </p:grpSpPr>
        <p:sp>
          <p:nvSpPr>
            <p:cNvPr id="1533" name="Google Shape;1533;p37"/>
            <p:cNvSpPr/>
            <p:nvPr/>
          </p:nvSpPr>
          <p:spPr>
            <a:xfrm>
              <a:off x="713426" y="1215264"/>
              <a:ext cx="3683400" cy="1513800"/>
            </a:xfrm>
            <a:prstGeom prst="roundRect">
              <a:avLst>
                <a:gd fmla="val 16667"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7"/>
            <p:cNvSpPr/>
            <p:nvPr/>
          </p:nvSpPr>
          <p:spPr>
            <a:xfrm>
              <a:off x="713426" y="1060424"/>
              <a:ext cx="3683400" cy="15138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5" name="Google Shape;1535;p37"/>
          <p:cNvSpPr txBox="1"/>
          <p:nvPr>
            <p:ph idx="1" type="subTitle"/>
          </p:nvPr>
        </p:nvSpPr>
        <p:spPr>
          <a:xfrm>
            <a:off x="590750" y="1502450"/>
            <a:ext cx="1535400" cy="34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CONTEXTO</a:t>
            </a:r>
            <a:endParaRPr/>
          </a:p>
        </p:txBody>
      </p:sp>
      <p:sp>
        <p:nvSpPr>
          <p:cNvPr id="1536" name="Google Shape;1536;p37"/>
          <p:cNvSpPr txBox="1"/>
          <p:nvPr>
            <p:ph idx="2" type="subTitle"/>
          </p:nvPr>
        </p:nvSpPr>
        <p:spPr>
          <a:xfrm>
            <a:off x="335750" y="1893550"/>
            <a:ext cx="1990800" cy="25515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a:t>Nuestro sistema </a:t>
            </a:r>
            <a:r>
              <a:rPr lang="en"/>
              <a:t>consistirá</a:t>
            </a:r>
            <a:r>
              <a:rPr lang="en"/>
              <a:t> en realizar un inventario de receta de </a:t>
            </a:r>
            <a:r>
              <a:rPr b="1" lang="en"/>
              <a:t>cócteles.</a:t>
            </a:r>
            <a:endParaRPr b="1"/>
          </a:p>
        </p:txBody>
      </p:sp>
      <p:pic>
        <p:nvPicPr>
          <p:cNvPr id="1537" name="Google Shape;1537;p37"/>
          <p:cNvPicPr preferRelativeResize="0"/>
          <p:nvPr/>
        </p:nvPicPr>
        <p:blipFill>
          <a:blip r:embed="rId3">
            <a:alphaModFix/>
          </a:blip>
          <a:stretch>
            <a:fillRect/>
          </a:stretch>
        </p:blipFill>
        <p:spPr>
          <a:xfrm>
            <a:off x="1030150" y="3800550"/>
            <a:ext cx="540750" cy="540750"/>
          </a:xfrm>
          <a:prstGeom prst="rect">
            <a:avLst/>
          </a:prstGeom>
          <a:noFill/>
          <a:ln>
            <a:noFill/>
          </a:ln>
        </p:spPr>
      </p:pic>
      <p:pic>
        <p:nvPicPr>
          <p:cNvPr id="1538" name="Google Shape;1538;p37"/>
          <p:cNvPicPr preferRelativeResize="0"/>
          <p:nvPr/>
        </p:nvPicPr>
        <p:blipFill>
          <a:blip r:embed="rId3">
            <a:alphaModFix/>
          </a:blip>
          <a:stretch>
            <a:fillRect/>
          </a:stretch>
        </p:blipFill>
        <p:spPr>
          <a:xfrm>
            <a:off x="3027400" y="1707400"/>
            <a:ext cx="297325" cy="297325"/>
          </a:xfrm>
          <a:prstGeom prst="rect">
            <a:avLst/>
          </a:prstGeom>
          <a:noFill/>
          <a:ln>
            <a:noFill/>
          </a:ln>
        </p:spPr>
      </p:pic>
      <p:sp>
        <p:nvSpPr>
          <p:cNvPr id="1539" name="Google Shape;1539;p37"/>
          <p:cNvSpPr/>
          <p:nvPr/>
        </p:nvSpPr>
        <p:spPr>
          <a:xfrm>
            <a:off x="3223075" y="1843250"/>
            <a:ext cx="174900" cy="183600"/>
          </a:xfrm>
          <a:prstGeom prst="mathPlus">
            <a:avLst>
              <a:gd fmla="val 23520" name="adj1"/>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0" name="Google Shape;1540;p37"/>
          <p:cNvPicPr preferRelativeResize="0"/>
          <p:nvPr/>
        </p:nvPicPr>
        <p:blipFill>
          <a:blip r:embed="rId3">
            <a:alphaModFix/>
          </a:blip>
          <a:stretch>
            <a:fillRect/>
          </a:stretch>
        </p:blipFill>
        <p:spPr>
          <a:xfrm>
            <a:off x="6210363" y="3656950"/>
            <a:ext cx="297325" cy="297325"/>
          </a:xfrm>
          <a:prstGeom prst="rect">
            <a:avLst/>
          </a:prstGeom>
          <a:noFill/>
          <a:ln>
            <a:noFill/>
          </a:ln>
        </p:spPr>
      </p:pic>
      <p:pic>
        <p:nvPicPr>
          <p:cNvPr id="1541" name="Google Shape;1541;p37"/>
          <p:cNvPicPr preferRelativeResize="0"/>
          <p:nvPr/>
        </p:nvPicPr>
        <p:blipFill>
          <a:blip r:embed="rId3">
            <a:alphaModFix/>
          </a:blip>
          <a:stretch>
            <a:fillRect/>
          </a:stretch>
        </p:blipFill>
        <p:spPr>
          <a:xfrm>
            <a:off x="6210363" y="1714025"/>
            <a:ext cx="297325" cy="297325"/>
          </a:xfrm>
          <a:prstGeom prst="rect">
            <a:avLst/>
          </a:prstGeom>
          <a:noFill/>
          <a:ln>
            <a:noFill/>
          </a:ln>
        </p:spPr>
      </p:pic>
      <p:pic>
        <p:nvPicPr>
          <p:cNvPr id="1542" name="Google Shape;1542;p37"/>
          <p:cNvPicPr preferRelativeResize="0"/>
          <p:nvPr/>
        </p:nvPicPr>
        <p:blipFill>
          <a:blip r:embed="rId3">
            <a:alphaModFix/>
          </a:blip>
          <a:stretch>
            <a:fillRect/>
          </a:stretch>
        </p:blipFill>
        <p:spPr>
          <a:xfrm>
            <a:off x="3061500" y="3656950"/>
            <a:ext cx="297325" cy="297325"/>
          </a:xfrm>
          <a:prstGeom prst="rect">
            <a:avLst/>
          </a:prstGeom>
          <a:noFill/>
          <a:ln>
            <a:noFill/>
          </a:ln>
        </p:spPr>
      </p:pic>
      <p:sp>
        <p:nvSpPr>
          <p:cNvPr id="1543" name="Google Shape;1543;p37"/>
          <p:cNvSpPr/>
          <p:nvPr/>
        </p:nvSpPr>
        <p:spPr>
          <a:xfrm>
            <a:off x="6421650" y="3789450"/>
            <a:ext cx="174900" cy="147600"/>
          </a:xfrm>
          <a:prstGeom prst="mathMinus">
            <a:avLst>
              <a:gd fmla="val 23520" name="adj1"/>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4" name="Google Shape;1544;p37"/>
          <p:cNvPicPr preferRelativeResize="0"/>
          <p:nvPr/>
        </p:nvPicPr>
        <p:blipFill>
          <a:blip r:embed="rId4">
            <a:alphaModFix/>
          </a:blip>
          <a:stretch>
            <a:fillRect/>
          </a:stretch>
        </p:blipFill>
        <p:spPr>
          <a:xfrm>
            <a:off x="3255974" y="3766853"/>
            <a:ext cx="174900" cy="174900"/>
          </a:xfrm>
          <a:prstGeom prst="rect">
            <a:avLst/>
          </a:prstGeom>
          <a:noFill/>
          <a:ln>
            <a:noFill/>
          </a:ln>
        </p:spPr>
      </p:pic>
      <p:grpSp>
        <p:nvGrpSpPr>
          <p:cNvPr id="1545" name="Google Shape;1545;p37"/>
          <p:cNvGrpSpPr/>
          <p:nvPr/>
        </p:nvGrpSpPr>
        <p:grpSpPr>
          <a:xfrm>
            <a:off x="6386595" y="1861242"/>
            <a:ext cx="209966" cy="147606"/>
            <a:chOff x="3954432" y="2942999"/>
            <a:chExt cx="378249" cy="265909"/>
          </a:xfrm>
        </p:grpSpPr>
        <p:sp>
          <p:nvSpPr>
            <p:cNvPr id="1546" name="Google Shape;1546;p37"/>
            <p:cNvSpPr/>
            <p:nvPr/>
          </p:nvSpPr>
          <p:spPr>
            <a:xfrm>
              <a:off x="3954432" y="2981207"/>
              <a:ext cx="378249" cy="227700"/>
            </a:xfrm>
            <a:custGeom>
              <a:rect b="b" l="l" r="r" t="t"/>
              <a:pathLst>
                <a:path extrusionOk="0" h="8671" w="14404">
                  <a:moveTo>
                    <a:pt x="7207" y="0"/>
                  </a:moveTo>
                  <a:cubicBezTo>
                    <a:pt x="6346" y="0"/>
                    <a:pt x="5054" y="546"/>
                    <a:pt x="3388" y="1637"/>
                  </a:cubicBezTo>
                  <a:cubicBezTo>
                    <a:pt x="2307" y="2345"/>
                    <a:pt x="1264" y="3110"/>
                    <a:pt x="259" y="3924"/>
                  </a:cubicBezTo>
                  <a:cubicBezTo>
                    <a:pt x="0" y="4134"/>
                    <a:pt x="0" y="4527"/>
                    <a:pt x="259" y="4747"/>
                  </a:cubicBezTo>
                  <a:cubicBezTo>
                    <a:pt x="1264" y="5560"/>
                    <a:pt x="2307" y="6326"/>
                    <a:pt x="3388" y="7034"/>
                  </a:cubicBezTo>
                  <a:cubicBezTo>
                    <a:pt x="5063" y="8125"/>
                    <a:pt x="6346" y="8671"/>
                    <a:pt x="7207" y="8671"/>
                  </a:cubicBezTo>
                  <a:cubicBezTo>
                    <a:pt x="8059" y="8671"/>
                    <a:pt x="9351" y="8116"/>
                    <a:pt x="11025" y="7034"/>
                  </a:cubicBezTo>
                  <a:cubicBezTo>
                    <a:pt x="12107" y="6326"/>
                    <a:pt x="13150" y="5560"/>
                    <a:pt x="14145" y="4747"/>
                  </a:cubicBezTo>
                  <a:cubicBezTo>
                    <a:pt x="14404" y="4536"/>
                    <a:pt x="14404" y="4134"/>
                    <a:pt x="14145" y="3924"/>
                  </a:cubicBezTo>
                  <a:cubicBezTo>
                    <a:pt x="13150" y="3110"/>
                    <a:pt x="12107" y="2345"/>
                    <a:pt x="11025" y="1637"/>
                  </a:cubicBezTo>
                  <a:cubicBezTo>
                    <a:pt x="9351" y="546"/>
                    <a:pt x="8059" y="0"/>
                    <a:pt x="720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7"/>
            <p:cNvSpPr/>
            <p:nvPr/>
          </p:nvSpPr>
          <p:spPr>
            <a:xfrm>
              <a:off x="3954432" y="2980944"/>
              <a:ext cx="208111" cy="227727"/>
            </a:xfrm>
            <a:custGeom>
              <a:rect b="b" l="l" r="r" t="t"/>
              <a:pathLst>
                <a:path extrusionOk="0" h="8672" w="7925">
                  <a:moveTo>
                    <a:pt x="7207" y="1"/>
                  </a:moveTo>
                  <a:cubicBezTo>
                    <a:pt x="6346" y="1"/>
                    <a:pt x="5063" y="556"/>
                    <a:pt x="3379" y="1637"/>
                  </a:cubicBezTo>
                  <a:cubicBezTo>
                    <a:pt x="2297" y="2345"/>
                    <a:pt x="1264" y="3111"/>
                    <a:pt x="259" y="3934"/>
                  </a:cubicBezTo>
                  <a:cubicBezTo>
                    <a:pt x="0" y="4144"/>
                    <a:pt x="0" y="4537"/>
                    <a:pt x="259" y="4747"/>
                  </a:cubicBezTo>
                  <a:cubicBezTo>
                    <a:pt x="1264" y="5561"/>
                    <a:pt x="2297" y="6326"/>
                    <a:pt x="3379" y="7044"/>
                  </a:cubicBezTo>
                  <a:cubicBezTo>
                    <a:pt x="5054" y="8126"/>
                    <a:pt x="6346" y="8671"/>
                    <a:pt x="7207" y="8671"/>
                  </a:cubicBezTo>
                  <a:cubicBezTo>
                    <a:pt x="7446" y="8671"/>
                    <a:pt x="7685" y="8633"/>
                    <a:pt x="7925" y="8575"/>
                  </a:cubicBezTo>
                  <a:cubicBezTo>
                    <a:pt x="7121" y="8374"/>
                    <a:pt x="6078" y="7858"/>
                    <a:pt x="4814" y="7044"/>
                  </a:cubicBezTo>
                  <a:cubicBezTo>
                    <a:pt x="3733" y="6326"/>
                    <a:pt x="2699" y="5570"/>
                    <a:pt x="1694" y="4747"/>
                  </a:cubicBezTo>
                  <a:cubicBezTo>
                    <a:pt x="1436" y="4537"/>
                    <a:pt x="1436" y="4144"/>
                    <a:pt x="1694" y="3934"/>
                  </a:cubicBezTo>
                  <a:cubicBezTo>
                    <a:pt x="2699" y="3111"/>
                    <a:pt x="3733" y="2345"/>
                    <a:pt x="4814" y="1637"/>
                  </a:cubicBezTo>
                  <a:cubicBezTo>
                    <a:pt x="6078" y="824"/>
                    <a:pt x="7121" y="307"/>
                    <a:pt x="7925" y="106"/>
                  </a:cubicBezTo>
                  <a:cubicBezTo>
                    <a:pt x="7685" y="39"/>
                    <a:pt x="7446" y="10"/>
                    <a:pt x="720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7"/>
            <p:cNvSpPr/>
            <p:nvPr/>
          </p:nvSpPr>
          <p:spPr>
            <a:xfrm>
              <a:off x="4034604" y="3013270"/>
              <a:ext cx="190516" cy="163232"/>
            </a:xfrm>
            <a:custGeom>
              <a:rect b="b" l="l" r="r" t="t"/>
              <a:pathLst>
                <a:path extrusionOk="0" h="6216" w="7255">
                  <a:moveTo>
                    <a:pt x="4127" y="0"/>
                  </a:moveTo>
                  <a:cubicBezTo>
                    <a:pt x="3364" y="0"/>
                    <a:pt x="2587" y="283"/>
                    <a:pt x="1953" y="913"/>
                  </a:cubicBezTo>
                  <a:cubicBezTo>
                    <a:pt x="0" y="2866"/>
                    <a:pt x="1388" y="6215"/>
                    <a:pt x="4154" y="6215"/>
                  </a:cubicBezTo>
                  <a:cubicBezTo>
                    <a:pt x="5857" y="6206"/>
                    <a:pt x="7245" y="4818"/>
                    <a:pt x="7255" y="3105"/>
                  </a:cubicBezTo>
                  <a:cubicBezTo>
                    <a:pt x="7255" y="1239"/>
                    <a:pt x="5724" y="0"/>
                    <a:pt x="41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7"/>
            <p:cNvSpPr/>
            <p:nvPr/>
          </p:nvSpPr>
          <p:spPr>
            <a:xfrm>
              <a:off x="4062256" y="3013349"/>
              <a:ext cx="96768" cy="163101"/>
            </a:xfrm>
            <a:custGeom>
              <a:rect b="b" l="l" r="r" t="t"/>
              <a:pathLst>
                <a:path extrusionOk="0" h="6211" w="3685">
                  <a:moveTo>
                    <a:pt x="3088" y="0"/>
                  </a:moveTo>
                  <a:cubicBezTo>
                    <a:pt x="1418" y="0"/>
                    <a:pt x="0" y="1363"/>
                    <a:pt x="0" y="3102"/>
                  </a:cubicBezTo>
                  <a:cubicBezTo>
                    <a:pt x="0" y="4852"/>
                    <a:pt x="1423" y="6210"/>
                    <a:pt x="3097" y="6210"/>
                  </a:cubicBezTo>
                  <a:cubicBezTo>
                    <a:pt x="3290" y="6210"/>
                    <a:pt x="3487" y="6192"/>
                    <a:pt x="3685" y="6155"/>
                  </a:cubicBezTo>
                  <a:cubicBezTo>
                    <a:pt x="2230" y="5868"/>
                    <a:pt x="1177" y="4585"/>
                    <a:pt x="1177" y="3102"/>
                  </a:cubicBezTo>
                  <a:cubicBezTo>
                    <a:pt x="1177" y="1618"/>
                    <a:pt x="2230" y="346"/>
                    <a:pt x="3685" y="58"/>
                  </a:cubicBezTo>
                  <a:cubicBezTo>
                    <a:pt x="3483" y="19"/>
                    <a:pt x="3284" y="0"/>
                    <a:pt x="3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7"/>
            <p:cNvSpPr/>
            <p:nvPr/>
          </p:nvSpPr>
          <p:spPr>
            <a:xfrm>
              <a:off x="4088647" y="3053763"/>
              <a:ext cx="96007" cy="82273"/>
            </a:xfrm>
            <a:custGeom>
              <a:rect b="b" l="l" r="r" t="t"/>
              <a:pathLst>
                <a:path extrusionOk="0" h="3133" w="3656">
                  <a:moveTo>
                    <a:pt x="2081" y="1"/>
                  </a:moveTo>
                  <a:cubicBezTo>
                    <a:pt x="1697" y="1"/>
                    <a:pt x="1305" y="143"/>
                    <a:pt x="986" y="462"/>
                  </a:cubicBezTo>
                  <a:cubicBezTo>
                    <a:pt x="0" y="1448"/>
                    <a:pt x="699" y="3132"/>
                    <a:pt x="2096" y="3132"/>
                  </a:cubicBezTo>
                  <a:cubicBezTo>
                    <a:pt x="2957" y="3132"/>
                    <a:pt x="3656" y="2434"/>
                    <a:pt x="3656" y="1563"/>
                  </a:cubicBezTo>
                  <a:cubicBezTo>
                    <a:pt x="3656" y="624"/>
                    <a:pt x="2885" y="1"/>
                    <a:pt x="20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7"/>
            <p:cNvSpPr/>
            <p:nvPr/>
          </p:nvSpPr>
          <p:spPr>
            <a:xfrm>
              <a:off x="4102696" y="3053868"/>
              <a:ext cx="57089" cy="82246"/>
            </a:xfrm>
            <a:custGeom>
              <a:rect b="b" l="l" r="r" t="t"/>
              <a:pathLst>
                <a:path extrusionOk="0" h="3132" w="2174">
                  <a:moveTo>
                    <a:pt x="1567" y="1"/>
                  </a:moveTo>
                  <a:cubicBezTo>
                    <a:pt x="740" y="1"/>
                    <a:pt x="1" y="667"/>
                    <a:pt x="1" y="1568"/>
                  </a:cubicBezTo>
                  <a:cubicBezTo>
                    <a:pt x="1" y="2467"/>
                    <a:pt x="734" y="3131"/>
                    <a:pt x="1558" y="3131"/>
                  </a:cubicBezTo>
                  <a:cubicBezTo>
                    <a:pt x="1761" y="3131"/>
                    <a:pt x="1969" y="3091"/>
                    <a:pt x="2173" y="3004"/>
                  </a:cubicBezTo>
                  <a:cubicBezTo>
                    <a:pt x="1590" y="2765"/>
                    <a:pt x="1216" y="2190"/>
                    <a:pt x="1216" y="1559"/>
                  </a:cubicBezTo>
                  <a:cubicBezTo>
                    <a:pt x="1216" y="937"/>
                    <a:pt x="1590" y="372"/>
                    <a:pt x="2173" y="123"/>
                  </a:cubicBezTo>
                  <a:cubicBezTo>
                    <a:pt x="1972" y="39"/>
                    <a:pt x="1767" y="1"/>
                    <a:pt x="1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7"/>
            <p:cNvSpPr/>
            <p:nvPr/>
          </p:nvSpPr>
          <p:spPr>
            <a:xfrm>
              <a:off x="4260807" y="2996411"/>
              <a:ext cx="38051" cy="26207"/>
            </a:xfrm>
            <a:custGeom>
              <a:rect b="b" l="l" r="r" t="t"/>
              <a:pathLst>
                <a:path extrusionOk="0" h="998" w="1449">
                  <a:moveTo>
                    <a:pt x="331" y="0"/>
                  </a:moveTo>
                  <a:cubicBezTo>
                    <a:pt x="136" y="0"/>
                    <a:pt x="0" y="272"/>
                    <a:pt x="201" y="416"/>
                  </a:cubicBezTo>
                  <a:cubicBezTo>
                    <a:pt x="440" y="579"/>
                    <a:pt x="698" y="761"/>
                    <a:pt x="957" y="943"/>
                  </a:cubicBezTo>
                  <a:cubicBezTo>
                    <a:pt x="1006" y="981"/>
                    <a:pt x="1057" y="998"/>
                    <a:pt x="1104" y="998"/>
                  </a:cubicBezTo>
                  <a:cubicBezTo>
                    <a:pt x="1304" y="998"/>
                    <a:pt x="1449" y="707"/>
                    <a:pt x="1225" y="560"/>
                  </a:cubicBezTo>
                  <a:cubicBezTo>
                    <a:pt x="966" y="378"/>
                    <a:pt x="708" y="196"/>
                    <a:pt x="449" y="34"/>
                  </a:cubicBezTo>
                  <a:cubicBezTo>
                    <a:pt x="409" y="10"/>
                    <a:pt x="369" y="0"/>
                    <a:pt x="33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7"/>
            <p:cNvSpPr/>
            <p:nvPr/>
          </p:nvSpPr>
          <p:spPr>
            <a:xfrm>
              <a:off x="4020528" y="2942999"/>
              <a:ext cx="229381" cy="58323"/>
            </a:xfrm>
            <a:custGeom>
              <a:rect b="b" l="l" r="r" t="t"/>
              <a:pathLst>
                <a:path extrusionOk="0" h="2221" w="8735">
                  <a:moveTo>
                    <a:pt x="4690" y="0"/>
                  </a:moveTo>
                  <a:cubicBezTo>
                    <a:pt x="3551" y="0"/>
                    <a:pt x="2077" y="584"/>
                    <a:pt x="192" y="1790"/>
                  </a:cubicBezTo>
                  <a:cubicBezTo>
                    <a:pt x="0" y="1914"/>
                    <a:pt x="87" y="2211"/>
                    <a:pt x="316" y="2221"/>
                  </a:cubicBezTo>
                  <a:cubicBezTo>
                    <a:pt x="355" y="2211"/>
                    <a:pt x="402" y="2202"/>
                    <a:pt x="441" y="2182"/>
                  </a:cubicBezTo>
                  <a:cubicBezTo>
                    <a:pt x="2249" y="1024"/>
                    <a:pt x="3637" y="460"/>
                    <a:pt x="4680" y="460"/>
                  </a:cubicBezTo>
                  <a:cubicBezTo>
                    <a:pt x="5599" y="460"/>
                    <a:pt x="6767" y="890"/>
                    <a:pt x="8269" y="1780"/>
                  </a:cubicBezTo>
                  <a:cubicBezTo>
                    <a:pt x="8312" y="1805"/>
                    <a:pt x="8353" y="1815"/>
                    <a:pt x="8392" y="1815"/>
                  </a:cubicBezTo>
                  <a:cubicBezTo>
                    <a:pt x="8600" y="1815"/>
                    <a:pt x="8734" y="1515"/>
                    <a:pt x="8508" y="1379"/>
                  </a:cubicBezTo>
                  <a:cubicBezTo>
                    <a:pt x="6939" y="450"/>
                    <a:pt x="5685" y="0"/>
                    <a:pt x="469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7"/>
            <p:cNvSpPr/>
            <p:nvPr/>
          </p:nvSpPr>
          <p:spPr>
            <a:xfrm>
              <a:off x="4153719" y="3056337"/>
              <a:ext cx="33193" cy="28440"/>
            </a:xfrm>
            <a:custGeom>
              <a:rect b="b" l="l" r="r" t="t"/>
              <a:pathLst>
                <a:path extrusionOk="0" h="1083" w="1264">
                  <a:moveTo>
                    <a:pt x="542" y="1"/>
                  </a:moveTo>
                  <a:cubicBezTo>
                    <a:pt x="266" y="1"/>
                    <a:pt x="1" y="217"/>
                    <a:pt x="1" y="546"/>
                  </a:cubicBezTo>
                  <a:cubicBezTo>
                    <a:pt x="1" y="843"/>
                    <a:pt x="240" y="1082"/>
                    <a:pt x="537" y="1082"/>
                  </a:cubicBezTo>
                  <a:cubicBezTo>
                    <a:pt x="1025" y="1082"/>
                    <a:pt x="1264" y="498"/>
                    <a:pt x="919" y="163"/>
                  </a:cubicBezTo>
                  <a:cubicBezTo>
                    <a:pt x="810" y="51"/>
                    <a:pt x="675" y="1"/>
                    <a:pt x="542" y="1"/>
                  </a:cubicBezTo>
                  <a:close/>
                </a:path>
              </a:pathLst>
            </a:custGeom>
            <a:solidFill>
              <a:srgbClr val="E2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cxnSp>
        <p:nvCxnSpPr>
          <p:cNvPr id="1559" name="Google Shape;1559;p38"/>
          <p:cNvCxnSpPr/>
          <p:nvPr/>
        </p:nvCxnSpPr>
        <p:spPr>
          <a:xfrm>
            <a:off x="6829875" y="1239125"/>
            <a:ext cx="0" cy="955800"/>
          </a:xfrm>
          <a:prstGeom prst="straightConnector1">
            <a:avLst/>
          </a:prstGeom>
          <a:noFill/>
          <a:ln cap="flat" cmpd="sng" w="19050">
            <a:solidFill>
              <a:schemeClr val="dk1"/>
            </a:solidFill>
            <a:prstDash val="dash"/>
            <a:round/>
            <a:headEnd len="med" w="med" type="none"/>
            <a:tailEnd len="med" w="med" type="none"/>
          </a:ln>
        </p:spPr>
      </p:cxnSp>
      <p:sp>
        <p:nvSpPr>
          <p:cNvPr id="1560" name="Google Shape;1560;p38"/>
          <p:cNvSpPr/>
          <p:nvPr/>
        </p:nvSpPr>
        <p:spPr>
          <a:xfrm>
            <a:off x="2489575" y="1436100"/>
            <a:ext cx="2947500" cy="1240200"/>
          </a:xfrm>
          <a:prstGeom prst="roundRect">
            <a:avLst>
              <a:gd fmla="val 27649"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8"/>
          <p:cNvSpPr/>
          <p:nvPr/>
        </p:nvSpPr>
        <p:spPr>
          <a:xfrm>
            <a:off x="1562362" y="2081327"/>
            <a:ext cx="5935200" cy="11814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8"/>
          <p:cNvSpPr/>
          <p:nvPr/>
        </p:nvSpPr>
        <p:spPr>
          <a:xfrm>
            <a:off x="1562362" y="1936825"/>
            <a:ext cx="5935200" cy="11814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8"/>
          <p:cNvSpPr txBox="1"/>
          <p:nvPr>
            <p:ph type="title"/>
          </p:nvPr>
        </p:nvSpPr>
        <p:spPr>
          <a:xfrm>
            <a:off x="2119925" y="2106625"/>
            <a:ext cx="48201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INTERFAZ</a:t>
            </a:r>
            <a:endParaRPr/>
          </a:p>
        </p:txBody>
      </p:sp>
      <p:sp>
        <p:nvSpPr>
          <p:cNvPr id="1564" name="Google Shape;1564;p38"/>
          <p:cNvSpPr/>
          <p:nvPr/>
        </p:nvSpPr>
        <p:spPr>
          <a:xfrm>
            <a:off x="3939275" y="899934"/>
            <a:ext cx="1181400" cy="1181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8"/>
          <p:cNvSpPr/>
          <p:nvPr/>
        </p:nvSpPr>
        <p:spPr>
          <a:xfrm>
            <a:off x="3939275" y="768600"/>
            <a:ext cx="1181400" cy="1181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8"/>
          <p:cNvSpPr txBox="1"/>
          <p:nvPr>
            <p:ph idx="2" type="title"/>
          </p:nvPr>
        </p:nvSpPr>
        <p:spPr>
          <a:xfrm>
            <a:off x="4014413" y="910488"/>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solidFill>
                  <a:schemeClr val="lt1"/>
                </a:solidFill>
              </a:rPr>
              <a:t>0</a:t>
            </a:r>
            <a:r>
              <a:rPr lang="en"/>
              <a:t>1</a:t>
            </a:r>
            <a:endParaRPr sz="4700">
              <a:solidFill>
                <a:schemeClr val="lt1"/>
              </a:solidFill>
            </a:endParaRPr>
          </a:p>
        </p:txBody>
      </p:sp>
      <p:sp>
        <p:nvSpPr>
          <p:cNvPr id="1567" name="Google Shape;1567;p38"/>
          <p:cNvSpPr/>
          <p:nvPr/>
        </p:nvSpPr>
        <p:spPr>
          <a:xfrm>
            <a:off x="2920021" y="1369625"/>
            <a:ext cx="153300" cy="1533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8"/>
          <p:cNvSpPr txBox="1"/>
          <p:nvPr>
            <p:ph idx="1" type="subTitle"/>
          </p:nvPr>
        </p:nvSpPr>
        <p:spPr>
          <a:xfrm>
            <a:off x="2074225" y="3430850"/>
            <a:ext cx="4996200" cy="6675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"La interfaz de usuario es como un chiste. Si tienes que explicarlo, no es tan buena"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39"/>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 ES UNA INTERFAZ </a:t>
            </a:r>
            <a:r>
              <a:rPr lang="en"/>
              <a:t>GRÁFICA</a:t>
            </a:r>
            <a:r>
              <a:rPr lang="en"/>
              <a:t>?</a:t>
            </a:r>
            <a:endParaRPr/>
          </a:p>
        </p:txBody>
      </p:sp>
      <p:sp>
        <p:nvSpPr>
          <p:cNvPr id="1574" name="Google Shape;1574;p39"/>
          <p:cNvSpPr txBox="1"/>
          <p:nvPr>
            <p:ph idx="1" type="body"/>
          </p:nvPr>
        </p:nvSpPr>
        <p:spPr>
          <a:xfrm>
            <a:off x="1083900" y="1721875"/>
            <a:ext cx="6976200" cy="251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Una interfaz gráfica, también conocida como GUI (del inglés Graphical User Interface), es una forma visual en la que los usuarios pueden interactuar con un software, una aplicación o un sistema informático. En lugar de depender únicamente de comandos de texto, una interfaz gráfica utiliza elementos visuales como iconos, botones, menús y ventanas para facilitar la interacción del usuario.</a:t>
            </a:r>
            <a:endParaRPr sz="1400"/>
          </a:p>
          <a:p>
            <a:pPr indent="0" lvl="0" marL="0" rtl="0" algn="l">
              <a:spcBef>
                <a:spcPts val="600"/>
              </a:spcBef>
              <a:spcAft>
                <a:spcPts val="600"/>
              </a:spcAft>
              <a:buNone/>
            </a:pPr>
            <a:r>
              <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40"/>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¿REQUISITOS MINIMOS?</a:t>
            </a:r>
            <a:endParaRPr/>
          </a:p>
        </p:txBody>
      </p:sp>
      <p:sp>
        <p:nvSpPr>
          <p:cNvPr id="1580" name="Google Shape;1580;p40"/>
          <p:cNvSpPr txBox="1"/>
          <p:nvPr>
            <p:ph idx="1" type="body"/>
          </p:nvPr>
        </p:nvSpPr>
        <p:spPr>
          <a:xfrm>
            <a:off x="1083900" y="1721875"/>
            <a:ext cx="6976200" cy="28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La aplicación contará con un mínimo de interfaces</a:t>
            </a:r>
            <a:endParaRPr sz="1400"/>
          </a:p>
          <a:p>
            <a:pPr indent="-317500" lvl="0" marL="457200" rtl="0" algn="l">
              <a:lnSpc>
                <a:spcPct val="115000"/>
              </a:lnSpc>
              <a:spcBef>
                <a:spcPts val="600"/>
              </a:spcBef>
              <a:spcAft>
                <a:spcPts val="0"/>
              </a:spcAft>
              <a:buSzPts val="1400"/>
              <a:buAutoNum type="arabicPeriod"/>
            </a:pPr>
            <a:r>
              <a:rPr lang="en" sz="1400"/>
              <a:t>Iniciar sesión</a:t>
            </a:r>
            <a:endParaRPr sz="1400"/>
          </a:p>
          <a:p>
            <a:pPr indent="-317500" lvl="0" marL="457200" rtl="0" algn="l">
              <a:lnSpc>
                <a:spcPct val="115000"/>
              </a:lnSpc>
              <a:spcBef>
                <a:spcPts val="0"/>
              </a:spcBef>
              <a:spcAft>
                <a:spcPts val="0"/>
              </a:spcAft>
              <a:buSzPts val="1400"/>
              <a:buAutoNum type="arabicPeriod"/>
            </a:pPr>
            <a:r>
              <a:rPr lang="en" sz="1400"/>
              <a:t>Registrar usuario</a:t>
            </a:r>
            <a:endParaRPr sz="1400"/>
          </a:p>
          <a:p>
            <a:pPr indent="-317500" lvl="0" marL="457200" rtl="0" algn="l">
              <a:lnSpc>
                <a:spcPct val="115000"/>
              </a:lnSpc>
              <a:spcBef>
                <a:spcPts val="0"/>
              </a:spcBef>
              <a:spcAft>
                <a:spcPts val="0"/>
              </a:spcAft>
              <a:buSzPts val="1400"/>
              <a:buAutoNum type="arabicPeriod"/>
            </a:pPr>
            <a:r>
              <a:rPr lang="en" sz="1400"/>
              <a:t>Pantalla principal (Listar elementos del contexto)</a:t>
            </a:r>
            <a:endParaRPr sz="1400"/>
          </a:p>
          <a:p>
            <a:pPr indent="-317500" lvl="0" marL="457200" rtl="0" algn="l">
              <a:lnSpc>
                <a:spcPct val="115000"/>
              </a:lnSpc>
              <a:spcBef>
                <a:spcPts val="0"/>
              </a:spcBef>
              <a:spcAft>
                <a:spcPts val="0"/>
              </a:spcAft>
              <a:buSzPts val="1400"/>
              <a:buAutoNum type="arabicPeriod"/>
            </a:pPr>
            <a:r>
              <a:rPr lang="en" sz="1400"/>
              <a:t>Agregar elementos del contexto</a:t>
            </a:r>
            <a:endParaRPr sz="1400"/>
          </a:p>
          <a:p>
            <a:pPr indent="-317500" lvl="0" marL="457200" rtl="0" algn="l">
              <a:lnSpc>
                <a:spcPct val="115000"/>
              </a:lnSpc>
              <a:spcBef>
                <a:spcPts val="0"/>
              </a:spcBef>
              <a:spcAft>
                <a:spcPts val="0"/>
              </a:spcAft>
              <a:buSzPts val="1400"/>
              <a:buAutoNum type="arabicPeriod"/>
            </a:pPr>
            <a:r>
              <a:rPr lang="en" sz="1400"/>
              <a:t>Actualizar elementos del contexto</a:t>
            </a:r>
            <a:endParaRPr sz="1400"/>
          </a:p>
          <a:p>
            <a:pPr indent="-317500" lvl="0" marL="457200" rtl="0" algn="l">
              <a:lnSpc>
                <a:spcPct val="115000"/>
              </a:lnSpc>
              <a:spcBef>
                <a:spcPts val="0"/>
              </a:spcBef>
              <a:spcAft>
                <a:spcPts val="0"/>
              </a:spcAft>
              <a:buSzPts val="1400"/>
              <a:buAutoNum type="arabicPeriod"/>
            </a:pPr>
            <a:r>
              <a:rPr lang="en" sz="1400"/>
              <a:t>Eliminar elementos del contexto</a:t>
            </a:r>
            <a:endParaRPr sz="1400"/>
          </a:p>
          <a:p>
            <a:pPr indent="-317500" lvl="0" marL="457200" rtl="0" algn="l">
              <a:lnSpc>
                <a:spcPct val="115000"/>
              </a:lnSpc>
              <a:spcBef>
                <a:spcPts val="0"/>
              </a:spcBef>
              <a:spcAft>
                <a:spcPts val="0"/>
              </a:spcAft>
              <a:buSzPts val="1400"/>
              <a:buAutoNum type="arabicPeriod"/>
            </a:pPr>
            <a:r>
              <a:rPr lang="en" sz="1400"/>
              <a:t>Mostrar detalle del elemento del contexto</a:t>
            </a:r>
            <a:endParaRPr sz="1400"/>
          </a:p>
          <a:p>
            <a:pPr indent="0" lvl="0" marL="0" rtl="0" algn="l">
              <a:spcBef>
                <a:spcPts val="600"/>
              </a:spcBef>
              <a:spcAft>
                <a:spcPts val="600"/>
              </a:spcAft>
              <a:buNone/>
            </a:pPr>
            <a:r>
              <a:rPr lang="en" sz="1300"/>
              <a:t>NOTA: Puedes resumir la interfaz de actualizar, detalle y eliminar en una sola si está bien diseñada, incluso es posible resumir las 4 si utilizas sabiamente tus conocimientos.</a:t>
            </a:r>
            <a:endParaRPr sz="1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cxnSp>
        <p:nvCxnSpPr>
          <p:cNvPr id="1585" name="Google Shape;1585;p41"/>
          <p:cNvCxnSpPr/>
          <p:nvPr/>
        </p:nvCxnSpPr>
        <p:spPr>
          <a:xfrm>
            <a:off x="6829875" y="1239125"/>
            <a:ext cx="0" cy="955800"/>
          </a:xfrm>
          <a:prstGeom prst="straightConnector1">
            <a:avLst/>
          </a:prstGeom>
          <a:noFill/>
          <a:ln cap="flat" cmpd="sng" w="19050">
            <a:solidFill>
              <a:schemeClr val="dk1"/>
            </a:solidFill>
            <a:prstDash val="dash"/>
            <a:round/>
            <a:headEnd len="med" w="med" type="none"/>
            <a:tailEnd len="med" w="med" type="none"/>
          </a:ln>
        </p:spPr>
      </p:cxnSp>
      <p:sp>
        <p:nvSpPr>
          <p:cNvPr id="1586" name="Google Shape;1586;p41"/>
          <p:cNvSpPr/>
          <p:nvPr/>
        </p:nvSpPr>
        <p:spPr>
          <a:xfrm>
            <a:off x="2489575" y="1436100"/>
            <a:ext cx="2947500" cy="1240200"/>
          </a:xfrm>
          <a:prstGeom prst="roundRect">
            <a:avLst>
              <a:gd fmla="val 27649"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41"/>
          <p:cNvSpPr/>
          <p:nvPr/>
        </p:nvSpPr>
        <p:spPr>
          <a:xfrm>
            <a:off x="1562362" y="2081327"/>
            <a:ext cx="5935200" cy="11814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1"/>
          <p:cNvSpPr/>
          <p:nvPr/>
        </p:nvSpPr>
        <p:spPr>
          <a:xfrm>
            <a:off x="1562362" y="1936825"/>
            <a:ext cx="5935200" cy="11814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1"/>
          <p:cNvSpPr txBox="1"/>
          <p:nvPr>
            <p:ph type="title"/>
          </p:nvPr>
        </p:nvSpPr>
        <p:spPr>
          <a:xfrm>
            <a:off x="1880125" y="2106625"/>
            <a:ext cx="5331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VALIDACION</a:t>
            </a:r>
            <a:endParaRPr/>
          </a:p>
        </p:txBody>
      </p:sp>
      <p:sp>
        <p:nvSpPr>
          <p:cNvPr id="1590" name="Google Shape;1590;p41"/>
          <p:cNvSpPr/>
          <p:nvPr/>
        </p:nvSpPr>
        <p:spPr>
          <a:xfrm>
            <a:off x="3939275" y="899934"/>
            <a:ext cx="1181400" cy="1181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41"/>
          <p:cNvSpPr/>
          <p:nvPr/>
        </p:nvSpPr>
        <p:spPr>
          <a:xfrm>
            <a:off x="3939275" y="768600"/>
            <a:ext cx="1181400" cy="1181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41"/>
          <p:cNvSpPr txBox="1"/>
          <p:nvPr>
            <p:ph idx="2" type="title"/>
          </p:nvPr>
        </p:nvSpPr>
        <p:spPr>
          <a:xfrm>
            <a:off x="4014413" y="910488"/>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solidFill>
                  <a:schemeClr val="lt1"/>
                </a:solidFill>
              </a:rPr>
              <a:t>0</a:t>
            </a:r>
            <a:r>
              <a:rPr lang="en"/>
              <a:t>2</a:t>
            </a:r>
            <a:endParaRPr sz="4700">
              <a:solidFill>
                <a:schemeClr val="lt1"/>
              </a:solidFill>
            </a:endParaRPr>
          </a:p>
        </p:txBody>
      </p:sp>
      <p:sp>
        <p:nvSpPr>
          <p:cNvPr id="1593" name="Google Shape;1593;p41"/>
          <p:cNvSpPr/>
          <p:nvPr/>
        </p:nvSpPr>
        <p:spPr>
          <a:xfrm>
            <a:off x="2920021" y="1369625"/>
            <a:ext cx="153300" cy="1533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1"/>
          <p:cNvSpPr txBox="1"/>
          <p:nvPr>
            <p:ph idx="1" type="subTitle"/>
          </p:nvPr>
        </p:nvSpPr>
        <p:spPr>
          <a:xfrm>
            <a:off x="1562450" y="3278450"/>
            <a:ext cx="5935200" cy="6675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1200"/>
              <a:t>"Las validaciones en aplicaciones móviles son como las señales de tráfico en una ciudad: guían y protegen al usuario en su recorrido, asegurando que llegue a su destino con seguridad y sin contratiempos."</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42"/>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CONSIDERACIONES</a:t>
            </a:r>
            <a:endParaRPr/>
          </a:p>
        </p:txBody>
      </p:sp>
      <p:sp>
        <p:nvSpPr>
          <p:cNvPr id="1600" name="Google Shape;1600;p42"/>
          <p:cNvSpPr txBox="1"/>
          <p:nvPr>
            <p:ph idx="1" type="body"/>
          </p:nvPr>
        </p:nvSpPr>
        <p:spPr>
          <a:xfrm>
            <a:off x="1083900" y="1721875"/>
            <a:ext cx="6976200" cy="2517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Usabilidad</a:t>
            </a:r>
            <a:r>
              <a:rPr lang="en" sz="1200"/>
              <a:t>: Las validaciones deben ser claras y comprensibles, evitando mensajes confusos o técnico.</a:t>
            </a:r>
            <a:endParaRPr sz="1200"/>
          </a:p>
          <a:p>
            <a:pPr indent="-304800" lvl="0" marL="457200" rtl="0" algn="l">
              <a:spcBef>
                <a:spcPts val="1000"/>
              </a:spcBef>
              <a:spcAft>
                <a:spcPts val="0"/>
              </a:spcAft>
              <a:buSzPts val="1200"/>
              <a:buChar char="●"/>
            </a:pPr>
            <a:r>
              <a:rPr b="1" lang="en" sz="1200"/>
              <a:t>Feedback Instantáneo</a:t>
            </a:r>
            <a:r>
              <a:rPr lang="en" sz="1200"/>
              <a:t>: Proporcionar retroalimentación inmediata cuando un usuario interactúa con un campo, indicando si la entrada es válida o no.</a:t>
            </a:r>
            <a:endParaRPr sz="1200"/>
          </a:p>
          <a:p>
            <a:pPr indent="-304800" lvl="0" marL="457200" rtl="0" algn="l">
              <a:spcBef>
                <a:spcPts val="1000"/>
              </a:spcBef>
              <a:spcAft>
                <a:spcPts val="0"/>
              </a:spcAft>
              <a:buSzPts val="1200"/>
              <a:buChar char="●"/>
            </a:pPr>
            <a:r>
              <a:rPr b="1" lang="en" sz="1200"/>
              <a:t>Validación en Tiempo Real</a:t>
            </a:r>
            <a:r>
              <a:rPr lang="en" sz="1200"/>
              <a:t>: Realizar validaciones en tiempo real a medida que el usuario completa los campos para evitar correcciones posteriores.</a:t>
            </a:r>
            <a:endParaRPr sz="1200"/>
          </a:p>
          <a:p>
            <a:pPr indent="-304800" lvl="0" marL="457200" rtl="0" algn="l">
              <a:spcBef>
                <a:spcPts val="1000"/>
              </a:spcBef>
              <a:spcAft>
                <a:spcPts val="1000"/>
              </a:spcAft>
              <a:buSzPts val="1200"/>
              <a:buChar char="●"/>
            </a:pPr>
            <a:r>
              <a:rPr b="1" lang="en" sz="1200"/>
              <a:t>Minimizar Fricciones</a:t>
            </a:r>
            <a:r>
              <a:rPr lang="en" sz="1200"/>
              <a:t>: No bloquear innecesariamente a los usuarios. Permitir que corrijan errores sin reiniciar todo el proceso.</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43"/>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CONSIDERACIONES</a:t>
            </a:r>
            <a:endParaRPr/>
          </a:p>
        </p:txBody>
      </p:sp>
      <p:sp>
        <p:nvSpPr>
          <p:cNvPr id="1606" name="Google Shape;1606;p43"/>
          <p:cNvSpPr txBox="1"/>
          <p:nvPr>
            <p:ph idx="1" type="body"/>
          </p:nvPr>
        </p:nvSpPr>
        <p:spPr>
          <a:xfrm>
            <a:off x="1083900" y="1721875"/>
            <a:ext cx="6976200" cy="2517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Validación del Lado del Cliente y del Servidor</a:t>
            </a:r>
            <a:r>
              <a:rPr lang="en" sz="1200"/>
              <a:t>: No confiar solo en la validación del lado del cliente, ya que se puede eludir. Siempre realizar validaciones en el lado del servidor.</a:t>
            </a:r>
            <a:endParaRPr sz="1200"/>
          </a:p>
          <a:p>
            <a:pPr indent="-304800" lvl="0" marL="457200" rtl="0" algn="l">
              <a:spcBef>
                <a:spcPts val="1000"/>
              </a:spcBef>
              <a:spcAft>
                <a:spcPts val="0"/>
              </a:spcAft>
              <a:buSzPts val="1200"/>
              <a:buChar char="●"/>
            </a:pPr>
            <a:r>
              <a:rPr b="1" lang="en" sz="1200"/>
              <a:t>Considerar el Teclado</a:t>
            </a:r>
            <a:r>
              <a:rPr lang="en" sz="1200"/>
              <a:t>: Adaptar la validación a diferentes tipos de teclados, como el numérico o el de letras, para evitar problemas de formato.</a:t>
            </a:r>
            <a:endParaRPr sz="1200"/>
          </a:p>
          <a:p>
            <a:pPr indent="-304800" lvl="0" marL="457200" rtl="0" algn="l">
              <a:spcBef>
                <a:spcPts val="1000"/>
              </a:spcBef>
              <a:spcAft>
                <a:spcPts val="0"/>
              </a:spcAft>
              <a:buSzPts val="1200"/>
              <a:buChar char="●"/>
            </a:pPr>
            <a:r>
              <a:rPr b="1" lang="en" sz="1200"/>
              <a:t>Contexto Cultural</a:t>
            </a:r>
            <a:r>
              <a:rPr lang="en" sz="1200"/>
              <a:t>: Asegurarse de que las validaciones sean sensibles a las convenciones culturales y de formato, como fechas y números.</a:t>
            </a:r>
            <a:endParaRPr sz="1200"/>
          </a:p>
          <a:p>
            <a:pPr indent="-304800" lvl="0" marL="457200" rtl="0" algn="l">
              <a:spcBef>
                <a:spcPts val="1000"/>
              </a:spcBef>
              <a:spcAft>
                <a:spcPts val="1000"/>
              </a:spcAft>
              <a:buSzPts val="1200"/>
              <a:buChar char="●"/>
            </a:pPr>
            <a:r>
              <a:rPr b="1" lang="en" sz="1200"/>
              <a:t>Mensajes Descriptivos</a:t>
            </a:r>
            <a:r>
              <a:rPr lang="en" sz="1200"/>
              <a:t>: Los mensajes de error deben ser informativos y orientados a la solución. Ayudar a los usuarios a entender y corregir los errores.</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44"/>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CONSIDERACIONES</a:t>
            </a:r>
            <a:endParaRPr/>
          </a:p>
        </p:txBody>
      </p:sp>
      <p:sp>
        <p:nvSpPr>
          <p:cNvPr id="1612" name="Google Shape;1612;p44"/>
          <p:cNvSpPr txBox="1"/>
          <p:nvPr>
            <p:ph idx="1" type="body"/>
          </p:nvPr>
        </p:nvSpPr>
        <p:spPr>
          <a:xfrm>
            <a:off x="1083900" y="1721875"/>
            <a:ext cx="6976200" cy="2517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Consistencia</a:t>
            </a:r>
            <a:r>
              <a:rPr lang="en" sz="1200"/>
              <a:t>: Mantener un enfoque coherente en todas las pantallas y campos para evitar confusiones.</a:t>
            </a:r>
            <a:endParaRPr sz="1200"/>
          </a:p>
          <a:p>
            <a:pPr indent="-304800" lvl="0" marL="457200" rtl="0" algn="l">
              <a:spcBef>
                <a:spcPts val="1000"/>
              </a:spcBef>
              <a:spcAft>
                <a:spcPts val="0"/>
              </a:spcAft>
              <a:buSzPts val="1200"/>
              <a:buChar char="●"/>
            </a:pPr>
            <a:r>
              <a:rPr b="1" lang="en" sz="1200"/>
              <a:t>Pruebas Exhaustivas</a:t>
            </a:r>
            <a:r>
              <a:rPr lang="en" sz="1200"/>
              <a:t>: Probar diferentes escenarios y situaciones para garantizar que las validaciones funcionen correctamente y no generen problemas inesperados.</a:t>
            </a:r>
            <a:endParaRPr sz="1200"/>
          </a:p>
          <a:p>
            <a:pPr indent="-304800" lvl="0" marL="457200" rtl="0" algn="l">
              <a:spcBef>
                <a:spcPts val="1000"/>
              </a:spcBef>
              <a:spcAft>
                <a:spcPts val="0"/>
              </a:spcAft>
              <a:buSzPts val="1200"/>
              <a:buChar char="●"/>
            </a:pPr>
            <a:r>
              <a:rPr b="1" lang="en" sz="1200"/>
              <a:t>Accesibilidad</a:t>
            </a:r>
            <a:r>
              <a:rPr lang="en" sz="1200"/>
              <a:t>: Asegurarse de que los mensajes de error sean legibles y que se proporcione una forma alternativa para los usuarios con discapacidades</a:t>
            </a:r>
            <a:endParaRPr sz="1200"/>
          </a:p>
          <a:p>
            <a:pPr indent="-304800" lvl="0" marL="457200" rtl="0" algn="l">
              <a:spcBef>
                <a:spcPts val="1000"/>
              </a:spcBef>
              <a:spcAft>
                <a:spcPts val="1000"/>
              </a:spcAft>
              <a:buSzPts val="1200"/>
              <a:buChar char="●"/>
            </a:pPr>
            <a:r>
              <a:rPr b="1" lang="en" sz="1200"/>
              <a:t>Manejo de Errores Inesperados</a:t>
            </a:r>
            <a:r>
              <a:rPr lang="en" sz="1200"/>
              <a:t>: Planificar cómo manejar situaciones inesperadas o errores del sistema que podrían interferir con las validaciones.</a:t>
            </a:r>
            <a:endParaRPr b="1"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6" name="Shape 1616"/>
        <p:cNvGrpSpPr/>
        <p:nvPr/>
      </p:nvGrpSpPr>
      <p:grpSpPr>
        <a:xfrm>
          <a:off x="0" y="0"/>
          <a:ext cx="0" cy="0"/>
          <a:chOff x="0" y="0"/>
          <a:chExt cx="0" cy="0"/>
        </a:xfrm>
      </p:grpSpPr>
      <p:sp>
        <p:nvSpPr>
          <p:cNvPr id="1617" name="Google Shape;1617;p45"/>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CONSIDERACIONES</a:t>
            </a:r>
            <a:endParaRPr/>
          </a:p>
        </p:txBody>
      </p:sp>
      <p:sp>
        <p:nvSpPr>
          <p:cNvPr id="1618" name="Google Shape;1618;p45"/>
          <p:cNvSpPr txBox="1"/>
          <p:nvPr>
            <p:ph idx="1" type="body"/>
          </p:nvPr>
        </p:nvSpPr>
        <p:spPr>
          <a:xfrm>
            <a:off x="1083900" y="1721875"/>
            <a:ext cx="6976200" cy="2517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Priorización de Campos</a:t>
            </a:r>
            <a:r>
              <a:rPr lang="en" sz="1200"/>
              <a:t>: En formularios largos, priorizar las validaciones en campos esenciales y permitir que el usuario complete el formulario en etapas.</a:t>
            </a:r>
            <a:endParaRPr sz="1200"/>
          </a:p>
          <a:p>
            <a:pPr indent="-304800" lvl="0" marL="457200" rtl="0" algn="l">
              <a:spcBef>
                <a:spcPts val="1000"/>
              </a:spcBef>
              <a:spcAft>
                <a:spcPts val="0"/>
              </a:spcAft>
              <a:buSzPts val="1200"/>
              <a:buChar char="●"/>
            </a:pPr>
            <a:r>
              <a:rPr b="1" lang="en" sz="1200"/>
              <a:t>Documentación</a:t>
            </a:r>
            <a:r>
              <a:rPr lang="en" sz="1200"/>
              <a:t>: Proporcionar documentación clara sobre las validaciones requeridas en la aplicación para el equipo de desarrollo y diseño.</a:t>
            </a:r>
            <a:endParaRPr sz="1200"/>
          </a:p>
          <a:p>
            <a:pPr indent="-304800" lvl="0" marL="457200" rtl="0" algn="l">
              <a:spcBef>
                <a:spcPts val="1000"/>
              </a:spcBef>
              <a:spcAft>
                <a:spcPts val="1000"/>
              </a:spcAft>
              <a:buSzPts val="1200"/>
              <a:buChar char="●"/>
            </a:pPr>
            <a:r>
              <a:rPr b="1" lang="en" sz="1200"/>
              <a:t>Actualizaciones Constantes</a:t>
            </a:r>
            <a:r>
              <a:rPr lang="en" sz="1200"/>
              <a:t>: Mantener las validaciones actualizadas a medida que la aplicación evoluciona y se agregan nuevas funcionalidades.</a:t>
            </a:r>
            <a:endParaRPr b="1"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46"/>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REQUISITOS MINIMOS</a:t>
            </a:r>
            <a:r>
              <a:rPr lang="en"/>
              <a:t>?</a:t>
            </a:r>
            <a:endParaRPr/>
          </a:p>
        </p:txBody>
      </p:sp>
      <p:sp>
        <p:nvSpPr>
          <p:cNvPr id="1624" name="Google Shape;1624;p46"/>
          <p:cNvSpPr txBox="1"/>
          <p:nvPr>
            <p:ph idx="1" type="body"/>
          </p:nvPr>
        </p:nvSpPr>
        <p:spPr>
          <a:xfrm>
            <a:off x="1083900" y="1721875"/>
            <a:ext cx="6976200" cy="28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La aplicación contará con una cantidad mínima de validaciones:</a:t>
            </a:r>
            <a:endParaRPr sz="1200"/>
          </a:p>
          <a:p>
            <a:pPr indent="-304800" lvl="0" marL="457200" rtl="0" algn="l">
              <a:spcBef>
                <a:spcPts val="600"/>
              </a:spcBef>
              <a:spcAft>
                <a:spcPts val="0"/>
              </a:spcAft>
              <a:buSzPts val="1200"/>
              <a:buAutoNum type="arabicPeriod"/>
            </a:pPr>
            <a:r>
              <a:rPr lang="en" sz="1200"/>
              <a:t>Validar todos los campos de Iniciar sesión</a:t>
            </a:r>
            <a:endParaRPr sz="1200"/>
          </a:p>
          <a:p>
            <a:pPr indent="-304800" lvl="0" marL="457200" rtl="0" algn="l">
              <a:spcBef>
                <a:spcPts val="1000"/>
              </a:spcBef>
              <a:spcAft>
                <a:spcPts val="0"/>
              </a:spcAft>
              <a:buSzPts val="1200"/>
              <a:buAutoNum type="arabicPeriod"/>
            </a:pPr>
            <a:r>
              <a:rPr lang="en" sz="1200"/>
              <a:t>Validar todos los campos de Registrar usuario</a:t>
            </a:r>
            <a:endParaRPr sz="1200"/>
          </a:p>
          <a:p>
            <a:pPr indent="-304800" lvl="0" marL="457200" rtl="0" algn="l">
              <a:spcBef>
                <a:spcPts val="1000"/>
              </a:spcBef>
              <a:spcAft>
                <a:spcPts val="0"/>
              </a:spcAft>
              <a:buSzPts val="1200"/>
              <a:buAutoNum type="arabicPeriod"/>
            </a:pPr>
            <a:r>
              <a:rPr lang="en" sz="1200"/>
              <a:t>Validar todos los campos de Agregar elementos del contexto</a:t>
            </a:r>
            <a:endParaRPr sz="1200"/>
          </a:p>
          <a:p>
            <a:pPr indent="-304800" lvl="0" marL="457200" rtl="0" algn="l">
              <a:spcBef>
                <a:spcPts val="1000"/>
              </a:spcBef>
              <a:spcAft>
                <a:spcPts val="0"/>
              </a:spcAft>
              <a:buSzPts val="1200"/>
              <a:buAutoNum type="arabicPeriod"/>
            </a:pPr>
            <a:r>
              <a:rPr lang="en" sz="1200"/>
              <a:t>Validar todos los campos de Actualizar elementos del contexto</a:t>
            </a:r>
            <a:endParaRPr sz="1200"/>
          </a:p>
          <a:p>
            <a:pPr indent="-304800" lvl="0" marL="457200" rtl="0" algn="l">
              <a:spcBef>
                <a:spcPts val="1000"/>
              </a:spcBef>
              <a:spcAft>
                <a:spcPts val="0"/>
              </a:spcAft>
              <a:buSzPts val="1200"/>
              <a:buAutoNum type="arabicPeriod"/>
            </a:pPr>
            <a:r>
              <a:rPr lang="en" sz="1200"/>
              <a:t>Generar una confirmación para Eliminar elementos del contexto</a:t>
            </a:r>
            <a:endParaRPr sz="1200"/>
          </a:p>
          <a:p>
            <a:pPr indent="-304800" lvl="0" marL="457200" rtl="0" algn="l">
              <a:spcBef>
                <a:spcPts val="1000"/>
              </a:spcBef>
              <a:spcAft>
                <a:spcPts val="0"/>
              </a:spcAft>
              <a:buSzPts val="1200"/>
              <a:buAutoNum type="arabicPeriod"/>
            </a:pPr>
            <a:r>
              <a:rPr lang="en" sz="1200"/>
              <a:t>Considerar validaciones de formato, por ejemplo validar correo, fecha inferior a la fecha actual, etc</a:t>
            </a:r>
            <a:endParaRPr sz="1200"/>
          </a:p>
          <a:p>
            <a:pPr indent="0" lvl="0" marL="0" rtl="0" algn="l">
              <a:spcBef>
                <a:spcPts val="1000"/>
              </a:spcBef>
              <a:spcAft>
                <a:spcPts val="0"/>
              </a:spcAft>
              <a:buNone/>
            </a:pPr>
            <a:r>
              <a:rPr lang="en" sz="1200"/>
              <a:t>NOTA: Considera generar una validación para los campos que tengan selección múltiple, alternativas o menus desplegables</a:t>
            </a:r>
            <a:endParaRPr sz="1200"/>
          </a:p>
          <a:p>
            <a:pPr indent="0" lvl="0" marL="0" rtl="0" algn="l">
              <a:spcBef>
                <a:spcPts val="1000"/>
              </a:spcBef>
              <a:spcAft>
                <a:spcPts val="600"/>
              </a:spcAft>
              <a:buNone/>
            </a:pPr>
            <a:r>
              <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47"/>
          <p:cNvSpPr/>
          <p:nvPr/>
        </p:nvSpPr>
        <p:spPr>
          <a:xfrm>
            <a:off x="1538372" y="1172725"/>
            <a:ext cx="1740750"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7"/>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EJEMPLO</a:t>
            </a:r>
            <a:endParaRPr/>
          </a:p>
        </p:txBody>
      </p:sp>
      <p:grpSp>
        <p:nvGrpSpPr>
          <p:cNvPr id="1631" name="Google Shape;1631;p47"/>
          <p:cNvGrpSpPr/>
          <p:nvPr/>
        </p:nvGrpSpPr>
        <p:grpSpPr>
          <a:xfrm>
            <a:off x="330588" y="924758"/>
            <a:ext cx="1207783" cy="2204587"/>
            <a:chOff x="1555575" y="1092313"/>
            <a:chExt cx="1003642" cy="1831966"/>
          </a:xfrm>
        </p:grpSpPr>
        <p:grpSp>
          <p:nvGrpSpPr>
            <p:cNvPr id="1632" name="Google Shape;1632;p47"/>
            <p:cNvGrpSpPr/>
            <p:nvPr/>
          </p:nvGrpSpPr>
          <p:grpSpPr>
            <a:xfrm>
              <a:off x="1555582" y="1092313"/>
              <a:ext cx="1003635" cy="1831966"/>
              <a:chOff x="2400300" y="1254875"/>
              <a:chExt cx="1210950" cy="2210650"/>
            </a:xfrm>
          </p:grpSpPr>
          <p:sp>
            <p:nvSpPr>
              <p:cNvPr id="1633" name="Google Shape;1633;p47"/>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7"/>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7"/>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6" name="Google Shape;1636;p47"/>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637" name="Google Shape;1637;p47"/>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38" name="Google Shape;1638;p47"/>
            <p:cNvPicPr preferRelativeResize="0"/>
            <p:nvPr/>
          </p:nvPicPr>
          <p:blipFill rotWithShape="1">
            <a:blip r:embed="rId3">
              <a:alphaModFix/>
            </a:blip>
            <a:srcRect b="0" l="0" r="4744" t="0"/>
            <a:stretch/>
          </p:blipFill>
          <p:spPr>
            <a:xfrm>
              <a:off x="1555575" y="1239975"/>
              <a:ext cx="946250" cy="1383398"/>
            </a:xfrm>
            <a:prstGeom prst="rect">
              <a:avLst/>
            </a:prstGeom>
            <a:noFill/>
            <a:ln>
              <a:noFill/>
            </a:ln>
          </p:spPr>
        </p:pic>
      </p:grpSp>
      <p:grpSp>
        <p:nvGrpSpPr>
          <p:cNvPr id="1639" name="Google Shape;1639;p47"/>
          <p:cNvGrpSpPr/>
          <p:nvPr/>
        </p:nvGrpSpPr>
        <p:grpSpPr>
          <a:xfrm>
            <a:off x="2748512" y="240093"/>
            <a:ext cx="1207775" cy="2204587"/>
            <a:chOff x="2400300" y="1254875"/>
            <a:chExt cx="1210950" cy="2210650"/>
          </a:xfrm>
        </p:grpSpPr>
        <p:sp>
          <p:nvSpPr>
            <p:cNvPr id="1640" name="Google Shape;1640;p47"/>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7"/>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7"/>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43" name="Google Shape;1643;p47"/>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644" name="Google Shape;1644;p47"/>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45" name="Google Shape;1645;p47"/>
          <p:cNvPicPr preferRelativeResize="0"/>
          <p:nvPr/>
        </p:nvPicPr>
        <p:blipFill>
          <a:blip r:embed="rId4">
            <a:alphaModFix/>
          </a:blip>
          <a:stretch>
            <a:fillRect/>
          </a:stretch>
        </p:blipFill>
        <p:spPr>
          <a:xfrm>
            <a:off x="2748500" y="410875"/>
            <a:ext cx="1133099" cy="1699548"/>
          </a:xfrm>
          <a:prstGeom prst="rect">
            <a:avLst/>
          </a:prstGeom>
          <a:noFill/>
          <a:ln>
            <a:noFill/>
          </a:ln>
        </p:spPr>
      </p:pic>
      <p:sp>
        <p:nvSpPr>
          <p:cNvPr id="1646" name="Google Shape;1646;p47"/>
          <p:cNvSpPr/>
          <p:nvPr/>
        </p:nvSpPr>
        <p:spPr>
          <a:xfrm rot="-5400000">
            <a:off x="3121860" y="2198755"/>
            <a:ext cx="1615435" cy="863405"/>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7" name="Google Shape;1647;p47"/>
          <p:cNvGrpSpPr/>
          <p:nvPr/>
        </p:nvGrpSpPr>
        <p:grpSpPr>
          <a:xfrm>
            <a:off x="3807108" y="2633546"/>
            <a:ext cx="1275219" cy="2327696"/>
            <a:chOff x="2400300" y="1254875"/>
            <a:chExt cx="1210950" cy="2210650"/>
          </a:xfrm>
        </p:grpSpPr>
        <p:sp>
          <p:nvSpPr>
            <p:cNvPr id="1648" name="Google Shape;1648;p47"/>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7"/>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7"/>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51" name="Google Shape;1651;p47"/>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652" name="Google Shape;1652;p47"/>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53" name="Google Shape;1653;p47"/>
          <p:cNvPicPr preferRelativeResize="0"/>
          <p:nvPr/>
        </p:nvPicPr>
        <p:blipFill>
          <a:blip r:embed="rId5">
            <a:alphaModFix/>
          </a:blip>
          <a:stretch>
            <a:fillRect/>
          </a:stretch>
        </p:blipFill>
        <p:spPr>
          <a:xfrm>
            <a:off x="3807100" y="2791925"/>
            <a:ext cx="1195474" cy="1796076"/>
          </a:xfrm>
          <a:prstGeom prst="rect">
            <a:avLst/>
          </a:prstGeom>
          <a:noFill/>
          <a:ln>
            <a:noFill/>
          </a:ln>
        </p:spPr>
      </p:pic>
      <p:sp>
        <p:nvSpPr>
          <p:cNvPr id="1654" name="Google Shape;1654;p47"/>
          <p:cNvSpPr/>
          <p:nvPr/>
        </p:nvSpPr>
        <p:spPr>
          <a:xfrm rot="10800000">
            <a:off x="2215522" y="3717875"/>
            <a:ext cx="1740750"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5" name="Google Shape;1655;p47"/>
          <p:cNvGrpSpPr/>
          <p:nvPr/>
        </p:nvGrpSpPr>
        <p:grpSpPr>
          <a:xfrm>
            <a:off x="1821036" y="2633547"/>
            <a:ext cx="1275219" cy="2327696"/>
            <a:chOff x="6268570" y="3217113"/>
            <a:chExt cx="1003635" cy="1831966"/>
          </a:xfrm>
        </p:grpSpPr>
        <p:grpSp>
          <p:nvGrpSpPr>
            <p:cNvPr id="1656" name="Google Shape;1656;p47"/>
            <p:cNvGrpSpPr/>
            <p:nvPr/>
          </p:nvGrpSpPr>
          <p:grpSpPr>
            <a:xfrm>
              <a:off x="6268570" y="3217113"/>
              <a:ext cx="1003635" cy="1831966"/>
              <a:chOff x="2400300" y="1254875"/>
              <a:chExt cx="1210950" cy="2210650"/>
            </a:xfrm>
          </p:grpSpPr>
          <p:sp>
            <p:nvSpPr>
              <p:cNvPr id="1657" name="Google Shape;1657;p47"/>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7"/>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7"/>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60" name="Google Shape;1660;p47"/>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661" name="Google Shape;1661;p47"/>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62" name="Google Shape;1662;p47"/>
            <p:cNvPicPr preferRelativeResize="0"/>
            <p:nvPr/>
          </p:nvPicPr>
          <p:blipFill>
            <a:blip r:embed="rId6">
              <a:alphaModFix/>
            </a:blip>
            <a:stretch>
              <a:fillRect/>
            </a:stretch>
          </p:blipFill>
          <p:spPr>
            <a:xfrm>
              <a:off x="6268575" y="3291250"/>
              <a:ext cx="946250" cy="1494323"/>
            </a:xfrm>
            <a:prstGeom prst="rect">
              <a:avLst/>
            </a:prstGeom>
            <a:noFill/>
            <a:ln>
              <a:noFill/>
            </a:ln>
          </p:spPr>
        </p:pic>
      </p:grpSp>
      <p:sp>
        <p:nvSpPr>
          <p:cNvPr id="1663" name="Google Shape;1663;p47"/>
          <p:cNvSpPr/>
          <p:nvPr/>
        </p:nvSpPr>
        <p:spPr>
          <a:xfrm>
            <a:off x="6785081" y="2730117"/>
            <a:ext cx="1228193"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4" name="Google Shape;1664;p47"/>
          <p:cNvGrpSpPr/>
          <p:nvPr/>
        </p:nvGrpSpPr>
        <p:grpSpPr>
          <a:xfrm>
            <a:off x="7594652" y="2633562"/>
            <a:ext cx="1275219" cy="2327696"/>
            <a:chOff x="7947495" y="3217113"/>
            <a:chExt cx="1003635" cy="1831966"/>
          </a:xfrm>
        </p:grpSpPr>
        <p:grpSp>
          <p:nvGrpSpPr>
            <p:cNvPr id="1665" name="Google Shape;1665;p47"/>
            <p:cNvGrpSpPr/>
            <p:nvPr/>
          </p:nvGrpSpPr>
          <p:grpSpPr>
            <a:xfrm>
              <a:off x="7947495" y="3217113"/>
              <a:ext cx="1003635" cy="1831966"/>
              <a:chOff x="2400300" y="1254875"/>
              <a:chExt cx="1210950" cy="2210650"/>
            </a:xfrm>
          </p:grpSpPr>
          <p:sp>
            <p:nvSpPr>
              <p:cNvPr id="1666" name="Google Shape;1666;p47"/>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7"/>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7"/>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69" name="Google Shape;1669;p47"/>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670" name="Google Shape;1670;p47"/>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71" name="Google Shape;1671;p47"/>
            <p:cNvPicPr preferRelativeResize="0"/>
            <p:nvPr/>
          </p:nvPicPr>
          <p:blipFill>
            <a:blip r:embed="rId7">
              <a:alphaModFix/>
            </a:blip>
            <a:stretch>
              <a:fillRect/>
            </a:stretch>
          </p:blipFill>
          <p:spPr>
            <a:xfrm>
              <a:off x="7951125" y="3329725"/>
              <a:ext cx="946250" cy="1427927"/>
            </a:xfrm>
            <a:prstGeom prst="rect">
              <a:avLst/>
            </a:prstGeom>
            <a:noFill/>
            <a:ln>
              <a:noFill/>
            </a:ln>
          </p:spPr>
        </p:pic>
      </p:grpSp>
      <p:sp>
        <p:nvSpPr>
          <p:cNvPr id="1672" name="Google Shape;1672;p47"/>
          <p:cNvSpPr/>
          <p:nvPr/>
        </p:nvSpPr>
        <p:spPr>
          <a:xfrm>
            <a:off x="3497872" y="1167475"/>
            <a:ext cx="1740750"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3" name="Google Shape;1673;p47"/>
          <p:cNvGrpSpPr/>
          <p:nvPr/>
        </p:nvGrpSpPr>
        <p:grpSpPr>
          <a:xfrm>
            <a:off x="4578620" y="156862"/>
            <a:ext cx="1207775" cy="2204587"/>
            <a:chOff x="3168270" y="3164538"/>
            <a:chExt cx="1003635" cy="1831966"/>
          </a:xfrm>
        </p:grpSpPr>
        <p:grpSp>
          <p:nvGrpSpPr>
            <p:cNvPr id="1674" name="Google Shape;1674;p47"/>
            <p:cNvGrpSpPr/>
            <p:nvPr/>
          </p:nvGrpSpPr>
          <p:grpSpPr>
            <a:xfrm>
              <a:off x="3168270" y="3164538"/>
              <a:ext cx="1003635" cy="1831966"/>
              <a:chOff x="2400300" y="1254875"/>
              <a:chExt cx="1210950" cy="2210650"/>
            </a:xfrm>
          </p:grpSpPr>
          <p:sp>
            <p:nvSpPr>
              <p:cNvPr id="1675" name="Google Shape;1675;p47"/>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7"/>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7"/>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78" name="Google Shape;1678;p47"/>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679" name="Google Shape;1679;p47"/>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80" name="Google Shape;1680;p47"/>
            <p:cNvPicPr preferRelativeResize="0"/>
            <p:nvPr/>
          </p:nvPicPr>
          <p:blipFill>
            <a:blip r:embed="rId8">
              <a:alphaModFix/>
            </a:blip>
            <a:stretch>
              <a:fillRect/>
            </a:stretch>
          </p:blipFill>
          <p:spPr>
            <a:xfrm>
              <a:off x="3168275" y="3291250"/>
              <a:ext cx="946250" cy="1427927"/>
            </a:xfrm>
            <a:prstGeom prst="rect">
              <a:avLst/>
            </a:prstGeom>
            <a:noFill/>
            <a:ln>
              <a:noFill/>
            </a:ln>
          </p:spPr>
        </p:pic>
      </p:grpSp>
      <p:sp>
        <p:nvSpPr>
          <p:cNvPr id="1681" name="Google Shape;1681;p47"/>
          <p:cNvSpPr/>
          <p:nvPr/>
        </p:nvSpPr>
        <p:spPr>
          <a:xfrm>
            <a:off x="5601797" y="1369725"/>
            <a:ext cx="1740750"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7"/>
          <p:cNvSpPr/>
          <p:nvPr/>
        </p:nvSpPr>
        <p:spPr>
          <a:xfrm rot="-5400000">
            <a:off x="4864253" y="1497411"/>
            <a:ext cx="1832437"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3" name="Google Shape;1683;p47"/>
          <p:cNvGrpSpPr/>
          <p:nvPr/>
        </p:nvGrpSpPr>
        <p:grpSpPr>
          <a:xfrm>
            <a:off x="7018901" y="156920"/>
            <a:ext cx="1207775" cy="2204587"/>
            <a:chOff x="2400300" y="1254875"/>
            <a:chExt cx="1210950" cy="2210650"/>
          </a:xfrm>
        </p:grpSpPr>
        <p:sp>
          <p:nvSpPr>
            <p:cNvPr id="1684" name="Google Shape;1684;p47"/>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7"/>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7"/>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87" name="Google Shape;1687;p47"/>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688" name="Google Shape;1688;p47"/>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9" name="Google Shape;1689;p47"/>
          <p:cNvGrpSpPr/>
          <p:nvPr/>
        </p:nvGrpSpPr>
        <p:grpSpPr>
          <a:xfrm>
            <a:off x="5743675" y="2633552"/>
            <a:ext cx="1275219" cy="2327696"/>
            <a:chOff x="2400300" y="1254875"/>
            <a:chExt cx="1210950" cy="2210650"/>
          </a:xfrm>
        </p:grpSpPr>
        <p:sp>
          <p:nvSpPr>
            <p:cNvPr id="1690" name="Google Shape;1690;p47"/>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7"/>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7"/>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3" name="Google Shape;1693;p47"/>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694" name="Google Shape;1694;p47"/>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5" name="Google Shape;1695;p47"/>
          <p:cNvGrpSpPr/>
          <p:nvPr/>
        </p:nvGrpSpPr>
        <p:grpSpPr>
          <a:xfrm>
            <a:off x="269325" y="2791925"/>
            <a:ext cx="1330334" cy="214772"/>
            <a:chOff x="4404544" y="3301595"/>
            <a:chExt cx="784395" cy="129272"/>
          </a:xfrm>
        </p:grpSpPr>
        <p:sp>
          <p:nvSpPr>
            <p:cNvPr id="1696" name="Google Shape;1696;p47"/>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Splash screen</a:t>
              </a:r>
              <a:endParaRPr sz="1200"/>
            </a:p>
          </p:txBody>
        </p:sp>
        <p:sp>
          <p:nvSpPr>
            <p:cNvPr id="1697" name="Google Shape;1697;p47"/>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8" name="Google Shape;1698;p47"/>
          <p:cNvGrpSpPr/>
          <p:nvPr/>
        </p:nvGrpSpPr>
        <p:grpSpPr>
          <a:xfrm>
            <a:off x="2625950" y="2110425"/>
            <a:ext cx="1330334" cy="214772"/>
            <a:chOff x="4404544" y="3301595"/>
            <a:chExt cx="784395" cy="129272"/>
          </a:xfrm>
        </p:grpSpPr>
        <p:sp>
          <p:nvSpPr>
            <p:cNvPr id="1699" name="Google Shape;1699;p47"/>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Iniciar sesión</a:t>
              </a:r>
              <a:endParaRPr sz="1200"/>
            </a:p>
          </p:txBody>
        </p:sp>
        <p:sp>
          <p:nvSpPr>
            <p:cNvPr id="1700" name="Google Shape;1700;p47"/>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1" name="Google Shape;1701;p47"/>
          <p:cNvGrpSpPr/>
          <p:nvPr/>
        </p:nvGrpSpPr>
        <p:grpSpPr>
          <a:xfrm>
            <a:off x="1743588" y="4653800"/>
            <a:ext cx="1330334" cy="214772"/>
            <a:chOff x="4404544" y="3301595"/>
            <a:chExt cx="784395" cy="129272"/>
          </a:xfrm>
        </p:grpSpPr>
        <p:sp>
          <p:nvSpPr>
            <p:cNvPr id="1702" name="Google Shape;1702;p47"/>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Datepicker</a:t>
              </a:r>
              <a:endParaRPr sz="1200"/>
            </a:p>
          </p:txBody>
        </p:sp>
        <p:sp>
          <p:nvSpPr>
            <p:cNvPr id="1703" name="Google Shape;1703;p47"/>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4" name="Google Shape;1704;p47"/>
          <p:cNvGrpSpPr/>
          <p:nvPr/>
        </p:nvGrpSpPr>
        <p:grpSpPr>
          <a:xfrm>
            <a:off x="4456075" y="2046275"/>
            <a:ext cx="1330334" cy="214772"/>
            <a:chOff x="4404544" y="3301595"/>
            <a:chExt cx="784395" cy="129272"/>
          </a:xfrm>
        </p:grpSpPr>
        <p:sp>
          <p:nvSpPr>
            <p:cNvPr id="1705" name="Google Shape;1705;p47"/>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Listar contexto</a:t>
              </a:r>
              <a:endParaRPr sz="1200"/>
            </a:p>
          </p:txBody>
        </p:sp>
        <p:sp>
          <p:nvSpPr>
            <p:cNvPr id="1706" name="Google Shape;1706;p47"/>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7" name="Google Shape;1707;p47"/>
          <p:cNvGrpSpPr/>
          <p:nvPr/>
        </p:nvGrpSpPr>
        <p:grpSpPr>
          <a:xfrm>
            <a:off x="3671700" y="4653720"/>
            <a:ext cx="1489802" cy="214772"/>
            <a:chOff x="4404544" y="3301595"/>
            <a:chExt cx="784395" cy="129272"/>
          </a:xfrm>
        </p:grpSpPr>
        <p:sp>
          <p:nvSpPr>
            <p:cNvPr id="1708" name="Google Shape;1708;p47"/>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Registrar usuario</a:t>
              </a:r>
              <a:endParaRPr sz="1200"/>
            </a:p>
          </p:txBody>
        </p:sp>
        <p:sp>
          <p:nvSpPr>
            <p:cNvPr id="1709" name="Google Shape;1709;p47"/>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0" name="Google Shape;1710;p47"/>
          <p:cNvGrpSpPr/>
          <p:nvPr/>
        </p:nvGrpSpPr>
        <p:grpSpPr>
          <a:xfrm>
            <a:off x="5244175" y="4653575"/>
            <a:ext cx="2200284" cy="214772"/>
            <a:chOff x="4404550" y="3301599"/>
            <a:chExt cx="1059867" cy="129272"/>
          </a:xfrm>
        </p:grpSpPr>
        <p:sp>
          <p:nvSpPr>
            <p:cNvPr id="1711" name="Google Shape;1711;p47"/>
            <p:cNvSpPr/>
            <p:nvPr/>
          </p:nvSpPr>
          <p:spPr>
            <a:xfrm>
              <a:off x="4404550" y="3301599"/>
              <a:ext cx="1059867"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Actualiza/Eliminar contexto</a:t>
              </a:r>
              <a:endParaRPr sz="1200"/>
            </a:p>
          </p:txBody>
        </p:sp>
        <p:sp>
          <p:nvSpPr>
            <p:cNvPr id="1712" name="Google Shape;1712;p47"/>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3" name="Google Shape;1713;p47"/>
          <p:cNvGrpSpPr/>
          <p:nvPr/>
        </p:nvGrpSpPr>
        <p:grpSpPr>
          <a:xfrm>
            <a:off x="6964325" y="2046275"/>
            <a:ext cx="1396605" cy="214772"/>
            <a:chOff x="4404544" y="3301588"/>
            <a:chExt cx="823470" cy="129272"/>
          </a:xfrm>
        </p:grpSpPr>
        <p:sp>
          <p:nvSpPr>
            <p:cNvPr id="1714" name="Google Shape;1714;p47"/>
            <p:cNvSpPr/>
            <p:nvPr/>
          </p:nvSpPr>
          <p:spPr>
            <a:xfrm>
              <a:off x="4404544" y="3301588"/>
              <a:ext cx="823470"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Añadir contexto</a:t>
              </a:r>
              <a:endParaRPr sz="1200"/>
            </a:p>
          </p:txBody>
        </p:sp>
        <p:sp>
          <p:nvSpPr>
            <p:cNvPr id="1715" name="Google Shape;1715;p47"/>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6" name="Google Shape;1716;p47"/>
          <p:cNvGrpSpPr/>
          <p:nvPr/>
        </p:nvGrpSpPr>
        <p:grpSpPr>
          <a:xfrm>
            <a:off x="7513200" y="4623950"/>
            <a:ext cx="1489766" cy="214772"/>
            <a:chOff x="4404544" y="3301595"/>
            <a:chExt cx="878400" cy="129272"/>
          </a:xfrm>
        </p:grpSpPr>
        <p:sp>
          <p:nvSpPr>
            <p:cNvPr id="1717" name="Google Shape;1717;p47"/>
            <p:cNvSpPr/>
            <p:nvPr/>
          </p:nvSpPr>
          <p:spPr>
            <a:xfrm>
              <a:off x="4404544" y="3301595"/>
              <a:ext cx="878400"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Eliminar contexto</a:t>
              </a:r>
              <a:endParaRPr sz="1200"/>
            </a:p>
          </p:txBody>
        </p:sp>
        <p:sp>
          <p:nvSpPr>
            <p:cNvPr id="1718" name="Google Shape;1718;p47"/>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19" name="Google Shape;1719;p47"/>
          <p:cNvPicPr preferRelativeResize="0"/>
          <p:nvPr/>
        </p:nvPicPr>
        <p:blipFill>
          <a:blip r:embed="rId9">
            <a:alphaModFix/>
          </a:blip>
          <a:stretch>
            <a:fillRect/>
          </a:stretch>
        </p:blipFill>
        <p:spPr>
          <a:xfrm>
            <a:off x="7025050" y="330925"/>
            <a:ext cx="1133099" cy="1699548"/>
          </a:xfrm>
          <a:prstGeom prst="rect">
            <a:avLst/>
          </a:prstGeom>
          <a:noFill/>
          <a:ln>
            <a:noFill/>
          </a:ln>
        </p:spPr>
      </p:pic>
      <p:pic>
        <p:nvPicPr>
          <p:cNvPr id="1720" name="Google Shape;1720;p47"/>
          <p:cNvPicPr preferRelativeResize="0"/>
          <p:nvPr/>
        </p:nvPicPr>
        <p:blipFill>
          <a:blip r:embed="rId10">
            <a:alphaModFix/>
          </a:blip>
          <a:stretch>
            <a:fillRect/>
          </a:stretch>
        </p:blipFill>
        <p:spPr>
          <a:xfrm>
            <a:off x="5743675" y="2794775"/>
            <a:ext cx="1195474" cy="17960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4" name="Shape 1724"/>
        <p:cNvGrpSpPr/>
        <p:nvPr/>
      </p:nvGrpSpPr>
      <p:grpSpPr>
        <a:xfrm>
          <a:off x="0" y="0"/>
          <a:ext cx="0" cy="0"/>
          <a:chOff x="0" y="0"/>
          <a:chExt cx="0" cy="0"/>
        </a:xfrm>
      </p:grpSpPr>
      <p:cxnSp>
        <p:nvCxnSpPr>
          <p:cNvPr id="1725" name="Google Shape;1725;p48"/>
          <p:cNvCxnSpPr/>
          <p:nvPr/>
        </p:nvCxnSpPr>
        <p:spPr>
          <a:xfrm>
            <a:off x="6829875" y="1239125"/>
            <a:ext cx="0" cy="955800"/>
          </a:xfrm>
          <a:prstGeom prst="straightConnector1">
            <a:avLst/>
          </a:prstGeom>
          <a:noFill/>
          <a:ln cap="flat" cmpd="sng" w="19050">
            <a:solidFill>
              <a:schemeClr val="dk1"/>
            </a:solidFill>
            <a:prstDash val="dash"/>
            <a:round/>
            <a:headEnd len="med" w="med" type="none"/>
            <a:tailEnd len="med" w="med" type="none"/>
          </a:ln>
        </p:spPr>
      </p:cxnSp>
      <p:sp>
        <p:nvSpPr>
          <p:cNvPr id="1726" name="Google Shape;1726;p48"/>
          <p:cNvSpPr/>
          <p:nvPr/>
        </p:nvSpPr>
        <p:spPr>
          <a:xfrm>
            <a:off x="2489575" y="1436100"/>
            <a:ext cx="2947500" cy="1240200"/>
          </a:xfrm>
          <a:prstGeom prst="roundRect">
            <a:avLst>
              <a:gd fmla="val 27649"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8"/>
          <p:cNvSpPr/>
          <p:nvPr/>
        </p:nvSpPr>
        <p:spPr>
          <a:xfrm>
            <a:off x="1562362" y="2081327"/>
            <a:ext cx="5935200" cy="11814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8"/>
          <p:cNvSpPr/>
          <p:nvPr/>
        </p:nvSpPr>
        <p:spPr>
          <a:xfrm>
            <a:off x="1562362" y="1936825"/>
            <a:ext cx="5935200" cy="11814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8"/>
          <p:cNvSpPr txBox="1"/>
          <p:nvPr>
            <p:ph type="title"/>
          </p:nvPr>
        </p:nvSpPr>
        <p:spPr>
          <a:xfrm>
            <a:off x="1728300" y="2106625"/>
            <a:ext cx="56874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PERSISTENCIA</a:t>
            </a:r>
            <a:endParaRPr/>
          </a:p>
        </p:txBody>
      </p:sp>
      <p:sp>
        <p:nvSpPr>
          <p:cNvPr id="1730" name="Google Shape;1730;p48"/>
          <p:cNvSpPr/>
          <p:nvPr/>
        </p:nvSpPr>
        <p:spPr>
          <a:xfrm>
            <a:off x="3939275" y="899934"/>
            <a:ext cx="1181400" cy="1181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8"/>
          <p:cNvSpPr/>
          <p:nvPr/>
        </p:nvSpPr>
        <p:spPr>
          <a:xfrm>
            <a:off x="3939275" y="768600"/>
            <a:ext cx="1181400" cy="1181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8"/>
          <p:cNvSpPr txBox="1"/>
          <p:nvPr>
            <p:ph idx="2" type="title"/>
          </p:nvPr>
        </p:nvSpPr>
        <p:spPr>
          <a:xfrm>
            <a:off x="4014413" y="910488"/>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solidFill>
                  <a:schemeClr val="lt1"/>
                </a:solidFill>
              </a:rPr>
              <a:t>0</a:t>
            </a:r>
            <a:r>
              <a:rPr lang="en"/>
              <a:t>3</a:t>
            </a:r>
            <a:endParaRPr sz="4700">
              <a:solidFill>
                <a:schemeClr val="lt1"/>
              </a:solidFill>
            </a:endParaRPr>
          </a:p>
        </p:txBody>
      </p:sp>
      <p:sp>
        <p:nvSpPr>
          <p:cNvPr id="1733" name="Google Shape;1733;p48"/>
          <p:cNvSpPr/>
          <p:nvPr/>
        </p:nvSpPr>
        <p:spPr>
          <a:xfrm>
            <a:off x="2920021" y="1369625"/>
            <a:ext cx="153300" cy="1533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8"/>
          <p:cNvSpPr txBox="1"/>
          <p:nvPr>
            <p:ph idx="1" type="subTitle"/>
          </p:nvPr>
        </p:nvSpPr>
        <p:spPr>
          <a:xfrm>
            <a:off x="1394725" y="3278450"/>
            <a:ext cx="6366900" cy="6675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1200"/>
              <a:t>"La persistencia de datos es la columna vertebral de la información digital; es la habilidad de los sistemas para almacenar, mantener y recuperar datos, asegurando que las historias, los avances y la inteligencia perduren en el tiempo."</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8" name="Shape 1738"/>
        <p:cNvGrpSpPr/>
        <p:nvPr/>
      </p:nvGrpSpPr>
      <p:grpSpPr>
        <a:xfrm>
          <a:off x="0" y="0"/>
          <a:ext cx="0" cy="0"/>
          <a:chOff x="0" y="0"/>
          <a:chExt cx="0" cy="0"/>
        </a:xfrm>
      </p:grpSpPr>
      <p:sp>
        <p:nvSpPr>
          <p:cNvPr id="1739" name="Google Shape;1739;p49"/>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¿REQUISITOS MINIMOS?</a:t>
            </a:r>
            <a:endParaRPr/>
          </a:p>
        </p:txBody>
      </p:sp>
      <p:sp>
        <p:nvSpPr>
          <p:cNvPr id="1740" name="Google Shape;1740;p49"/>
          <p:cNvSpPr txBox="1"/>
          <p:nvPr>
            <p:ph idx="1" type="body"/>
          </p:nvPr>
        </p:nvSpPr>
        <p:spPr>
          <a:xfrm>
            <a:off x="1083900" y="1721875"/>
            <a:ext cx="6976200" cy="28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Tras finalizar el curso para la evaluación 3 deben tener como mínimo los siguientes requisitos</a:t>
            </a:r>
            <a:endParaRPr sz="1200"/>
          </a:p>
          <a:p>
            <a:pPr indent="-304800" lvl="0" marL="457200" rtl="0" algn="l">
              <a:spcBef>
                <a:spcPts val="600"/>
              </a:spcBef>
              <a:spcAft>
                <a:spcPts val="0"/>
              </a:spcAft>
              <a:buSzPts val="1200"/>
              <a:buChar char="●"/>
            </a:pPr>
            <a:r>
              <a:rPr lang="en" sz="1200"/>
              <a:t>Insertar un usuario</a:t>
            </a:r>
            <a:endParaRPr sz="1200"/>
          </a:p>
          <a:p>
            <a:pPr indent="-304800" lvl="0" marL="457200" rtl="0" algn="l">
              <a:spcBef>
                <a:spcPts val="1000"/>
              </a:spcBef>
              <a:spcAft>
                <a:spcPts val="0"/>
              </a:spcAft>
              <a:buSzPts val="1200"/>
              <a:buChar char="●"/>
            </a:pPr>
            <a:r>
              <a:rPr lang="en" sz="1200"/>
              <a:t>Iniciar sesión con un usuario previamente registrado</a:t>
            </a:r>
            <a:endParaRPr sz="1200"/>
          </a:p>
          <a:p>
            <a:pPr indent="-304800" lvl="0" marL="457200" rtl="0" algn="l">
              <a:spcBef>
                <a:spcPts val="1000"/>
              </a:spcBef>
              <a:spcAft>
                <a:spcPts val="0"/>
              </a:spcAft>
              <a:buSzPts val="1200"/>
              <a:buChar char="●"/>
            </a:pPr>
            <a:r>
              <a:rPr lang="en" sz="1200"/>
              <a:t>Listar elementos del contexto a un contenedor de elementos</a:t>
            </a:r>
            <a:endParaRPr sz="1200"/>
          </a:p>
          <a:p>
            <a:pPr indent="-304800" lvl="0" marL="457200" rtl="0" algn="l">
              <a:spcBef>
                <a:spcPts val="1000"/>
              </a:spcBef>
              <a:spcAft>
                <a:spcPts val="0"/>
              </a:spcAft>
              <a:buSzPts val="1200"/>
              <a:buChar char="●"/>
            </a:pPr>
            <a:r>
              <a:rPr lang="en" sz="1200"/>
              <a:t>Registrar </a:t>
            </a:r>
            <a:r>
              <a:rPr lang="en" sz="1200"/>
              <a:t>un elemento del contexto</a:t>
            </a:r>
            <a:endParaRPr sz="1200"/>
          </a:p>
          <a:p>
            <a:pPr indent="-304800" lvl="0" marL="457200" rtl="0" algn="l">
              <a:spcBef>
                <a:spcPts val="1000"/>
              </a:spcBef>
              <a:spcAft>
                <a:spcPts val="0"/>
              </a:spcAft>
              <a:buSzPts val="1200"/>
              <a:buChar char="●"/>
            </a:pPr>
            <a:r>
              <a:rPr lang="en" sz="1200"/>
              <a:t>Actualizar un elemento del contexto</a:t>
            </a:r>
            <a:endParaRPr sz="1200"/>
          </a:p>
          <a:p>
            <a:pPr indent="-304800" lvl="0" marL="457200" rtl="0" algn="l">
              <a:spcBef>
                <a:spcPts val="1000"/>
              </a:spcBef>
              <a:spcAft>
                <a:spcPts val="0"/>
              </a:spcAft>
              <a:buSzPts val="1200"/>
              <a:buChar char="●"/>
            </a:pPr>
            <a:r>
              <a:rPr lang="en" sz="1200"/>
              <a:t>Eliminar un elemento del contexto</a:t>
            </a:r>
            <a:endParaRPr sz="1200"/>
          </a:p>
          <a:p>
            <a:pPr indent="0" lvl="0" marL="0" rtl="0" algn="l">
              <a:spcBef>
                <a:spcPts val="1000"/>
              </a:spcBef>
              <a:spcAft>
                <a:spcPts val="0"/>
              </a:spcAft>
              <a:buNone/>
            </a:pPr>
            <a:r>
              <a:rPr lang="en" sz="1200"/>
              <a:t>NOTA: Cada vez que realicen alguna acción debe entregar un mensaje del resultado obtenido además de actualizar/redirigir la interfaz</a:t>
            </a:r>
            <a:endParaRPr sz="1200"/>
          </a:p>
          <a:p>
            <a:pPr indent="0" lvl="0" marL="0" rtl="0" algn="l">
              <a:spcBef>
                <a:spcPts val="600"/>
              </a:spcBef>
              <a:spcAft>
                <a:spcPts val="600"/>
              </a:spcAft>
              <a:buNone/>
            </a:pPr>
            <a:r>
              <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p50"/>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 DE DATOS </a:t>
            </a:r>
            <a:r>
              <a:rPr lang="en"/>
              <a:t>POSIBLES </a:t>
            </a:r>
            <a:r>
              <a:rPr lang="en"/>
              <a:t>A UTILIZAR</a:t>
            </a:r>
            <a:endParaRPr/>
          </a:p>
        </p:txBody>
      </p:sp>
      <p:sp>
        <p:nvSpPr>
          <p:cNvPr id="1746" name="Google Shape;1746;p50"/>
          <p:cNvSpPr txBox="1"/>
          <p:nvPr>
            <p:ph idx="4" type="subTitle"/>
          </p:nvPr>
        </p:nvSpPr>
        <p:spPr>
          <a:xfrm>
            <a:off x="3358500" y="3145050"/>
            <a:ext cx="2423100" cy="10110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a:t>Base de datos remota, no relacional</a:t>
            </a:r>
            <a:endParaRPr/>
          </a:p>
        </p:txBody>
      </p:sp>
      <p:sp>
        <p:nvSpPr>
          <p:cNvPr id="1747" name="Google Shape;1747;p50"/>
          <p:cNvSpPr txBox="1"/>
          <p:nvPr>
            <p:ph idx="6" type="subTitle"/>
          </p:nvPr>
        </p:nvSpPr>
        <p:spPr>
          <a:xfrm>
            <a:off x="6003700" y="3145050"/>
            <a:ext cx="2423100" cy="10110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a:t>Servicio HTTP que realiza las operaciones CRUD</a:t>
            </a:r>
            <a:endParaRPr/>
          </a:p>
        </p:txBody>
      </p:sp>
      <p:grpSp>
        <p:nvGrpSpPr>
          <p:cNvPr id="1748" name="Google Shape;1748;p50"/>
          <p:cNvGrpSpPr/>
          <p:nvPr/>
        </p:nvGrpSpPr>
        <p:grpSpPr>
          <a:xfrm>
            <a:off x="1507816" y="1524121"/>
            <a:ext cx="834163" cy="965007"/>
            <a:chOff x="1507816" y="1524121"/>
            <a:chExt cx="834163" cy="965007"/>
          </a:xfrm>
        </p:grpSpPr>
        <p:sp>
          <p:nvSpPr>
            <p:cNvPr id="1749" name="Google Shape;1749;p50"/>
            <p:cNvSpPr/>
            <p:nvPr/>
          </p:nvSpPr>
          <p:spPr>
            <a:xfrm>
              <a:off x="1507816" y="1653815"/>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50"/>
            <p:cNvSpPr/>
            <p:nvPr/>
          </p:nvSpPr>
          <p:spPr>
            <a:xfrm>
              <a:off x="1507816" y="1524121"/>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1" name="Google Shape;1751;p50"/>
          <p:cNvGrpSpPr/>
          <p:nvPr/>
        </p:nvGrpSpPr>
        <p:grpSpPr>
          <a:xfrm>
            <a:off x="4152953" y="1524121"/>
            <a:ext cx="834163" cy="965007"/>
            <a:chOff x="4152953" y="1524121"/>
            <a:chExt cx="834163" cy="965007"/>
          </a:xfrm>
        </p:grpSpPr>
        <p:sp>
          <p:nvSpPr>
            <p:cNvPr id="1752" name="Google Shape;1752;p50"/>
            <p:cNvSpPr/>
            <p:nvPr/>
          </p:nvSpPr>
          <p:spPr>
            <a:xfrm>
              <a:off x="4152953" y="1653815"/>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50"/>
            <p:cNvSpPr/>
            <p:nvPr/>
          </p:nvSpPr>
          <p:spPr>
            <a:xfrm>
              <a:off x="4152953" y="1524121"/>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4" name="Google Shape;1754;p50"/>
          <p:cNvGrpSpPr/>
          <p:nvPr/>
        </p:nvGrpSpPr>
        <p:grpSpPr>
          <a:xfrm>
            <a:off x="6798078" y="1524121"/>
            <a:ext cx="834163" cy="965007"/>
            <a:chOff x="6798078" y="1524121"/>
            <a:chExt cx="834163" cy="965007"/>
          </a:xfrm>
        </p:grpSpPr>
        <p:sp>
          <p:nvSpPr>
            <p:cNvPr id="1755" name="Google Shape;1755;p50"/>
            <p:cNvSpPr/>
            <p:nvPr/>
          </p:nvSpPr>
          <p:spPr>
            <a:xfrm>
              <a:off x="6798078" y="1653815"/>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50"/>
            <p:cNvSpPr/>
            <p:nvPr/>
          </p:nvSpPr>
          <p:spPr>
            <a:xfrm>
              <a:off x="6798078" y="1524121"/>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57" name="Google Shape;1757;p50"/>
          <p:cNvPicPr preferRelativeResize="0"/>
          <p:nvPr/>
        </p:nvPicPr>
        <p:blipFill>
          <a:blip r:embed="rId3">
            <a:alphaModFix/>
          </a:blip>
          <a:stretch>
            <a:fillRect/>
          </a:stretch>
        </p:blipFill>
        <p:spPr>
          <a:xfrm>
            <a:off x="1181337" y="2536375"/>
            <a:ext cx="1487124" cy="704344"/>
          </a:xfrm>
          <a:prstGeom prst="rect">
            <a:avLst/>
          </a:prstGeom>
          <a:noFill/>
          <a:ln>
            <a:noFill/>
          </a:ln>
        </p:spPr>
      </p:pic>
      <p:pic>
        <p:nvPicPr>
          <p:cNvPr id="1758" name="Google Shape;1758;p50"/>
          <p:cNvPicPr preferRelativeResize="0"/>
          <p:nvPr/>
        </p:nvPicPr>
        <p:blipFill>
          <a:blip r:embed="rId4">
            <a:alphaModFix/>
          </a:blip>
          <a:stretch>
            <a:fillRect/>
          </a:stretch>
        </p:blipFill>
        <p:spPr>
          <a:xfrm>
            <a:off x="3545497" y="2626528"/>
            <a:ext cx="2049117" cy="704350"/>
          </a:xfrm>
          <a:prstGeom prst="rect">
            <a:avLst/>
          </a:prstGeom>
          <a:noFill/>
          <a:ln>
            <a:noFill/>
          </a:ln>
        </p:spPr>
      </p:pic>
      <p:pic>
        <p:nvPicPr>
          <p:cNvPr id="1759" name="Google Shape;1759;p50"/>
          <p:cNvPicPr preferRelativeResize="0"/>
          <p:nvPr/>
        </p:nvPicPr>
        <p:blipFill rotWithShape="1">
          <a:blip r:embed="rId5">
            <a:alphaModFix/>
          </a:blip>
          <a:srcRect b="31456" l="0" r="0" t="35338"/>
          <a:stretch/>
        </p:blipFill>
        <p:spPr>
          <a:xfrm>
            <a:off x="6040250" y="2759253"/>
            <a:ext cx="2349700" cy="438901"/>
          </a:xfrm>
          <a:prstGeom prst="rect">
            <a:avLst/>
          </a:prstGeom>
          <a:noFill/>
          <a:ln>
            <a:noFill/>
          </a:ln>
        </p:spPr>
      </p:pic>
      <p:sp>
        <p:nvSpPr>
          <p:cNvPr id="1760" name="Google Shape;1760;p50"/>
          <p:cNvSpPr txBox="1"/>
          <p:nvPr>
            <p:ph idx="1" type="subTitle"/>
          </p:nvPr>
        </p:nvSpPr>
        <p:spPr>
          <a:xfrm>
            <a:off x="1507825" y="1524125"/>
            <a:ext cx="834000" cy="812400"/>
          </a:xfrm>
          <a:prstGeom prst="rect">
            <a:avLst/>
          </a:prstGeom>
        </p:spPr>
        <p:txBody>
          <a:bodyPr anchorCtr="0" anchor="ctr" bIns="91425" lIns="91425" spcFirstLastPara="1" rIns="91425" wrap="square" tIns="91425">
            <a:noAutofit/>
          </a:bodyPr>
          <a:lstStyle/>
          <a:p>
            <a:pPr indent="0" lvl="0" marL="0" rtl="0" algn="ctr">
              <a:spcBef>
                <a:spcPts val="0"/>
              </a:spcBef>
              <a:spcAft>
                <a:spcPts val="800"/>
              </a:spcAft>
              <a:buNone/>
            </a:pPr>
            <a:r>
              <a:rPr lang="en" sz="3300">
                <a:solidFill>
                  <a:schemeClr val="lt1"/>
                </a:solidFill>
              </a:rPr>
              <a:t>1</a:t>
            </a:r>
            <a:endParaRPr sz="3300">
              <a:solidFill>
                <a:schemeClr val="lt1"/>
              </a:solidFill>
            </a:endParaRPr>
          </a:p>
        </p:txBody>
      </p:sp>
      <p:sp>
        <p:nvSpPr>
          <p:cNvPr id="1761" name="Google Shape;1761;p50"/>
          <p:cNvSpPr txBox="1"/>
          <p:nvPr>
            <p:ph idx="1" type="subTitle"/>
          </p:nvPr>
        </p:nvSpPr>
        <p:spPr>
          <a:xfrm>
            <a:off x="4153025" y="1524125"/>
            <a:ext cx="834000" cy="8124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800"/>
              </a:spcAft>
              <a:buNone/>
            </a:pPr>
            <a:r>
              <a:rPr lang="en" sz="3300">
                <a:solidFill>
                  <a:schemeClr val="lt1"/>
                </a:solidFill>
              </a:rPr>
              <a:t>2</a:t>
            </a:r>
            <a:endParaRPr sz="3300">
              <a:solidFill>
                <a:schemeClr val="lt1"/>
              </a:solidFill>
            </a:endParaRPr>
          </a:p>
        </p:txBody>
      </p:sp>
      <p:sp>
        <p:nvSpPr>
          <p:cNvPr id="1762" name="Google Shape;1762;p50"/>
          <p:cNvSpPr txBox="1"/>
          <p:nvPr>
            <p:ph idx="1" type="subTitle"/>
          </p:nvPr>
        </p:nvSpPr>
        <p:spPr>
          <a:xfrm>
            <a:off x="6798100" y="1524125"/>
            <a:ext cx="834000" cy="8124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800"/>
              </a:spcAft>
              <a:buNone/>
            </a:pPr>
            <a:r>
              <a:rPr lang="en" sz="3300">
                <a:solidFill>
                  <a:schemeClr val="lt1"/>
                </a:solidFill>
              </a:rPr>
              <a:t>3</a:t>
            </a:r>
            <a:endParaRPr sz="3300">
              <a:solidFill>
                <a:schemeClr val="lt1"/>
              </a:solidFill>
            </a:endParaRPr>
          </a:p>
        </p:txBody>
      </p:sp>
      <p:sp>
        <p:nvSpPr>
          <p:cNvPr id="1763" name="Google Shape;1763;p50"/>
          <p:cNvSpPr txBox="1"/>
          <p:nvPr>
            <p:ph idx="4" type="subTitle"/>
          </p:nvPr>
        </p:nvSpPr>
        <p:spPr>
          <a:xfrm>
            <a:off x="799813" y="3145050"/>
            <a:ext cx="2423100" cy="10110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a:t>Base de datos local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p51"/>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 DE DATOS A UTILIZAR</a:t>
            </a:r>
            <a:endParaRPr/>
          </a:p>
        </p:txBody>
      </p:sp>
      <p:sp>
        <p:nvSpPr>
          <p:cNvPr id="1769" name="Google Shape;1769;p51"/>
          <p:cNvSpPr txBox="1"/>
          <p:nvPr>
            <p:ph idx="1" type="body"/>
          </p:nvPr>
        </p:nvSpPr>
        <p:spPr>
          <a:xfrm>
            <a:off x="1083900" y="1721875"/>
            <a:ext cx="6939600" cy="28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p>
          <a:p>
            <a:pPr indent="0" lvl="0" marL="0" rtl="0" algn="l">
              <a:spcBef>
                <a:spcPts val="600"/>
              </a:spcBef>
              <a:spcAft>
                <a:spcPts val="0"/>
              </a:spcAft>
              <a:buNone/>
            </a:pPr>
            <a:r>
              <a:rPr lang="en" sz="1200"/>
              <a:t>Base de </a:t>
            </a:r>
            <a:r>
              <a:rPr lang="en" sz="1200"/>
              <a:t>datos</a:t>
            </a:r>
            <a:r>
              <a:rPr lang="en" sz="1200"/>
              <a:t> relacional que </a:t>
            </a:r>
            <a:r>
              <a:rPr lang="en" sz="1200">
                <a:latin typeface="Roboto"/>
                <a:ea typeface="Roboto"/>
                <a:cs typeface="Roboto"/>
                <a:sym typeface="Roboto"/>
              </a:rPr>
              <a:t>almacena la base de datos en un solo archivo plano.</a:t>
            </a:r>
            <a:endParaRPr sz="1200">
              <a:latin typeface="Roboto"/>
              <a:ea typeface="Roboto"/>
              <a:cs typeface="Roboto"/>
              <a:sym typeface="Roboto"/>
            </a:endParaRPr>
          </a:p>
          <a:p>
            <a:pPr indent="0" lvl="0" marL="0" rtl="0" algn="l">
              <a:spcBef>
                <a:spcPts val="600"/>
              </a:spcBef>
              <a:spcAft>
                <a:spcPts val="0"/>
              </a:spcAft>
              <a:buNone/>
            </a:pPr>
            <a:r>
              <a:rPr b="1" lang="en" sz="1200">
                <a:latin typeface="Roboto"/>
                <a:ea typeface="Roboto"/>
                <a:cs typeface="Roboto"/>
                <a:sym typeface="Roboto"/>
              </a:rPr>
              <a:t>Pros</a:t>
            </a:r>
            <a:endParaRPr b="1" sz="1200">
              <a:latin typeface="Roboto"/>
              <a:ea typeface="Roboto"/>
              <a:cs typeface="Roboto"/>
              <a:sym typeface="Roboto"/>
            </a:endParaRPr>
          </a:p>
          <a:p>
            <a:pPr indent="-304800" lvl="0" marL="457200" rtl="0" algn="l">
              <a:spcBef>
                <a:spcPts val="1000"/>
              </a:spcBef>
              <a:spcAft>
                <a:spcPts val="0"/>
              </a:spcAft>
              <a:buSzPts val="1200"/>
              <a:buFont typeface="Roboto"/>
              <a:buChar char="●"/>
            </a:pPr>
            <a:r>
              <a:rPr lang="en" sz="1200">
                <a:latin typeface="Roboto"/>
                <a:ea typeface="Roboto"/>
                <a:cs typeface="Roboto"/>
                <a:sym typeface="Roboto"/>
              </a:rPr>
              <a:t>Ligero y autónomo</a:t>
            </a:r>
            <a:endParaRPr sz="1200">
              <a:latin typeface="Roboto"/>
              <a:ea typeface="Roboto"/>
              <a:cs typeface="Roboto"/>
              <a:sym typeface="Roboto"/>
            </a:endParaRPr>
          </a:p>
          <a:p>
            <a:pPr indent="-304800" lvl="0" marL="457200" rtl="0" algn="l">
              <a:spcBef>
                <a:spcPts val="1000"/>
              </a:spcBef>
              <a:spcAft>
                <a:spcPts val="0"/>
              </a:spcAft>
              <a:buSzPts val="1200"/>
              <a:buFont typeface="Roboto"/>
              <a:buChar char="●"/>
            </a:pPr>
            <a:r>
              <a:rPr lang="en" sz="1200">
                <a:latin typeface="Roboto"/>
                <a:ea typeface="Roboto"/>
                <a:cs typeface="Roboto"/>
                <a:sym typeface="Roboto"/>
              </a:rPr>
              <a:t>Fácil integración</a:t>
            </a:r>
            <a:endParaRPr sz="1200">
              <a:latin typeface="Roboto"/>
              <a:ea typeface="Roboto"/>
              <a:cs typeface="Roboto"/>
              <a:sym typeface="Roboto"/>
            </a:endParaRPr>
          </a:p>
          <a:p>
            <a:pPr indent="-304800" lvl="0" marL="457200" rtl="0" algn="l">
              <a:spcBef>
                <a:spcPts val="1000"/>
              </a:spcBef>
              <a:spcAft>
                <a:spcPts val="0"/>
              </a:spcAft>
              <a:buSzPts val="1200"/>
              <a:buFont typeface="Roboto"/>
              <a:buChar char="●"/>
            </a:pPr>
            <a:r>
              <a:rPr lang="en" sz="1200">
                <a:latin typeface="Roboto"/>
                <a:ea typeface="Roboto"/>
                <a:cs typeface="Roboto"/>
                <a:sym typeface="Roboto"/>
              </a:rPr>
              <a:t>Sin configuración</a:t>
            </a:r>
            <a:endParaRPr sz="1200">
              <a:latin typeface="Roboto"/>
              <a:ea typeface="Roboto"/>
              <a:cs typeface="Roboto"/>
              <a:sym typeface="Roboto"/>
            </a:endParaRPr>
          </a:p>
          <a:p>
            <a:pPr indent="-304800" lvl="0" marL="457200" rtl="0" algn="l">
              <a:spcBef>
                <a:spcPts val="1000"/>
              </a:spcBef>
              <a:spcAft>
                <a:spcPts val="0"/>
              </a:spcAft>
              <a:buSzPts val="1200"/>
              <a:buFont typeface="Roboto"/>
              <a:buChar char="●"/>
            </a:pPr>
            <a:r>
              <a:rPr lang="en" sz="1200">
                <a:latin typeface="Roboto"/>
                <a:ea typeface="Roboto"/>
                <a:cs typeface="Roboto"/>
                <a:sym typeface="Roboto"/>
              </a:rPr>
              <a:t>Transaccional</a:t>
            </a:r>
            <a:endParaRPr sz="1200">
              <a:latin typeface="Roboto"/>
              <a:ea typeface="Roboto"/>
              <a:cs typeface="Roboto"/>
              <a:sym typeface="Roboto"/>
            </a:endParaRPr>
          </a:p>
          <a:p>
            <a:pPr indent="-304800" lvl="0" marL="457200" rtl="0" algn="l">
              <a:spcBef>
                <a:spcPts val="1000"/>
              </a:spcBef>
              <a:spcAft>
                <a:spcPts val="0"/>
              </a:spcAft>
              <a:buSzPts val="1200"/>
              <a:buFont typeface="Roboto"/>
              <a:buChar char="●"/>
            </a:pPr>
            <a:r>
              <a:rPr lang="en" sz="1200">
                <a:latin typeface="Roboto"/>
                <a:ea typeface="Roboto"/>
                <a:cs typeface="Roboto"/>
                <a:sym typeface="Roboto"/>
              </a:rPr>
              <a:t>Rápido para operaciones locales</a:t>
            </a:r>
            <a:endParaRPr sz="1200">
              <a:latin typeface="Roboto"/>
              <a:ea typeface="Roboto"/>
              <a:cs typeface="Roboto"/>
              <a:sym typeface="Roboto"/>
            </a:endParaRPr>
          </a:p>
          <a:p>
            <a:pPr indent="-304800" lvl="0" marL="457200" rtl="0" algn="l">
              <a:spcBef>
                <a:spcPts val="1000"/>
              </a:spcBef>
              <a:spcAft>
                <a:spcPts val="600"/>
              </a:spcAft>
              <a:buSzPts val="1200"/>
              <a:buFont typeface="Roboto"/>
              <a:buChar char="●"/>
            </a:pPr>
            <a:r>
              <a:rPr lang="en" sz="1200">
                <a:latin typeface="Roboto"/>
                <a:ea typeface="Roboto"/>
                <a:cs typeface="Roboto"/>
                <a:sym typeface="Roboto"/>
              </a:rPr>
              <a:t>Portátil</a:t>
            </a:r>
            <a:endParaRPr sz="1200">
              <a:latin typeface="Roboto"/>
              <a:ea typeface="Roboto"/>
              <a:cs typeface="Roboto"/>
              <a:sym typeface="Roboto"/>
            </a:endParaRPr>
          </a:p>
        </p:txBody>
      </p:sp>
      <p:sp>
        <p:nvSpPr>
          <p:cNvPr id="1770" name="Google Shape;1770;p51"/>
          <p:cNvSpPr txBox="1"/>
          <p:nvPr/>
        </p:nvSpPr>
        <p:spPr>
          <a:xfrm>
            <a:off x="4893900" y="2231800"/>
            <a:ext cx="3000000" cy="199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Contras</a:t>
            </a:r>
            <a:endParaRPr b="1"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Escalabilidad limitada</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Concurrencia limitada</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a:t>
            </a:r>
            <a:r>
              <a:rPr lang="en" sz="1200">
                <a:solidFill>
                  <a:schemeClr val="dk1"/>
                </a:solidFill>
                <a:latin typeface="Roboto"/>
                <a:ea typeface="Roboto"/>
                <a:cs typeface="Roboto"/>
                <a:sym typeface="Roboto"/>
              </a:rPr>
              <a:t>apropiado para aplicaciones en red</a:t>
            </a:r>
            <a:endParaRPr sz="1200">
              <a:solidFill>
                <a:schemeClr val="dk1"/>
              </a:solidFill>
              <a:latin typeface="Roboto"/>
              <a:ea typeface="Roboto"/>
              <a:cs typeface="Roboto"/>
              <a:sym typeface="Roboto"/>
            </a:endParaRPr>
          </a:p>
          <a:p>
            <a:pPr indent="-304800" lvl="0" marL="457200" rtl="0" algn="l">
              <a:spcBef>
                <a:spcPts val="1000"/>
              </a:spcBef>
              <a:spcAft>
                <a:spcPts val="600"/>
              </a:spcAft>
              <a:buClr>
                <a:schemeClr val="dk1"/>
              </a:buClr>
              <a:buSzPts val="1200"/>
              <a:buFont typeface="Roboto"/>
              <a:buChar char="●"/>
            </a:pPr>
            <a:r>
              <a:rPr lang="en" sz="1200">
                <a:solidFill>
                  <a:schemeClr val="dk1"/>
                </a:solidFill>
                <a:latin typeface="Roboto"/>
                <a:ea typeface="Roboto"/>
                <a:cs typeface="Roboto"/>
                <a:sym typeface="Roboto"/>
              </a:rPr>
              <a:t>No es adecuado para bases de datos grandes</a:t>
            </a:r>
            <a:endParaRPr/>
          </a:p>
        </p:txBody>
      </p:sp>
      <p:pic>
        <p:nvPicPr>
          <p:cNvPr id="1771" name="Google Shape;1771;p51"/>
          <p:cNvPicPr preferRelativeResize="0"/>
          <p:nvPr/>
        </p:nvPicPr>
        <p:blipFill>
          <a:blip r:embed="rId3">
            <a:alphaModFix/>
          </a:blip>
          <a:stretch>
            <a:fillRect/>
          </a:stretch>
        </p:blipFill>
        <p:spPr>
          <a:xfrm>
            <a:off x="1083900" y="1513375"/>
            <a:ext cx="960650" cy="455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sp>
        <p:nvSpPr>
          <p:cNvPr id="1776" name="Google Shape;1776;p52"/>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 DE DATOS A UTILIZAR</a:t>
            </a:r>
            <a:endParaRPr/>
          </a:p>
        </p:txBody>
      </p:sp>
      <p:pic>
        <p:nvPicPr>
          <p:cNvPr id="1777" name="Google Shape;1777;p52"/>
          <p:cNvPicPr preferRelativeResize="0"/>
          <p:nvPr/>
        </p:nvPicPr>
        <p:blipFill>
          <a:blip r:embed="rId3">
            <a:alphaModFix/>
          </a:blip>
          <a:stretch>
            <a:fillRect/>
          </a:stretch>
        </p:blipFill>
        <p:spPr>
          <a:xfrm>
            <a:off x="1083900" y="1513375"/>
            <a:ext cx="1323642" cy="455000"/>
          </a:xfrm>
          <a:prstGeom prst="rect">
            <a:avLst/>
          </a:prstGeom>
          <a:noFill/>
          <a:ln>
            <a:noFill/>
          </a:ln>
        </p:spPr>
      </p:pic>
      <p:sp>
        <p:nvSpPr>
          <p:cNvPr id="1778" name="Google Shape;1778;p52"/>
          <p:cNvSpPr txBox="1"/>
          <p:nvPr>
            <p:ph idx="1" type="body"/>
          </p:nvPr>
        </p:nvSpPr>
        <p:spPr>
          <a:xfrm>
            <a:off x="1083900" y="1721875"/>
            <a:ext cx="6939600" cy="28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p>
          <a:p>
            <a:pPr indent="0" lvl="0" marL="0" rtl="0" algn="l">
              <a:spcBef>
                <a:spcPts val="600"/>
              </a:spcBef>
              <a:spcAft>
                <a:spcPts val="600"/>
              </a:spcAft>
              <a:buNone/>
            </a:pPr>
            <a:r>
              <a:rPr lang="en" sz="1200"/>
              <a:t>Base de datos en tiempo real basada en la nube fácil de usar para almacenar y sincronizar datos en aplicaciones web y móviles en tiempo real.</a:t>
            </a:r>
            <a:endParaRPr sz="1200">
              <a:latin typeface="Roboto"/>
              <a:ea typeface="Roboto"/>
              <a:cs typeface="Roboto"/>
              <a:sym typeface="Roboto"/>
            </a:endParaRPr>
          </a:p>
        </p:txBody>
      </p:sp>
      <p:sp>
        <p:nvSpPr>
          <p:cNvPr id="1779" name="Google Shape;1779;p52"/>
          <p:cNvSpPr txBox="1"/>
          <p:nvPr/>
        </p:nvSpPr>
        <p:spPr>
          <a:xfrm>
            <a:off x="4646625" y="2622675"/>
            <a:ext cx="3652200" cy="130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Contras</a:t>
            </a:r>
            <a:endParaRPr b="1"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Costos</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No es relacional</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Limitaciones de consulta</a:t>
            </a:r>
            <a:endParaRPr/>
          </a:p>
        </p:txBody>
      </p:sp>
      <p:sp>
        <p:nvSpPr>
          <p:cNvPr id="1780" name="Google Shape;1780;p52"/>
          <p:cNvSpPr txBox="1"/>
          <p:nvPr/>
        </p:nvSpPr>
        <p:spPr>
          <a:xfrm>
            <a:off x="1083900" y="2622675"/>
            <a:ext cx="3562800" cy="193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Pros</a:t>
            </a:r>
            <a:endParaRPr b="1"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Tiempo real</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Fácil integración</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Escalabilidad</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Autenticación y seguridad</a:t>
            </a:r>
            <a:endParaRPr sz="1200">
              <a:solidFill>
                <a:schemeClr val="dk1"/>
              </a:solidFill>
              <a:latin typeface="Roboto"/>
              <a:ea typeface="Roboto"/>
              <a:cs typeface="Roboto"/>
              <a:sym typeface="Roboto"/>
            </a:endParaRPr>
          </a:p>
          <a:p>
            <a:pPr indent="-304800" lvl="0" marL="457200" rtl="0" algn="l">
              <a:spcBef>
                <a:spcPts val="1000"/>
              </a:spcBef>
              <a:spcAft>
                <a:spcPts val="600"/>
              </a:spcAft>
              <a:buClr>
                <a:schemeClr val="dk1"/>
              </a:buClr>
              <a:buSzPts val="1200"/>
              <a:buFont typeface="Roboto"/>
              <a:buChar char="●"/>
            </a:pPr>
            <a:r>
              <a:rPr lang="en" sz="1200">
                <a:solidFill>
                  <a:schemeClr val="dk1"/>
                </a:solidFill>
                <a:latin typeface="Roboto"/>
                <a:ea typeface="Roboto"/>
                <a:cs typeface="Roboto"/>
                <a:sym typeface="Roboto"/>
              </a:rPr>
              <a:t>Almacenamiento de archivos</a:t>
            </a:r>
            <a:endParaRPr sz="1200">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4" name="Shape 1784"/>
        <p:cNvGrpSpPr/>
        <p:nvPr/>
      </p:nvGrpSpPr>
      <p:grpSpPr>
        <a:xfrm>
          <a:off x="0" y="0"/>
          <a:ext cx="0" cy="0"/>
          <a:chOff x="0" y="0"/>
          <a:chExt cx="0" cy="0"/>
        </a:xfrm>
      </p:grpSpPr>
      <p:sp>
        <p:nvSpPr>
          <p:cNvPr id="1785" name="Google Shape;1785;p53"/>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 DE DATOS A UTILIZAR</a:t>
            </a:r>
            <a:endParaRPr/>
          </a:p>
        </p:txBody>
      </p:sp>
      <p:sp>
        <p:nvSpPr>
          <p:cNvPr id="1786" name="Google Shape;1786;p53"/>
          <p:cNvSpPr txBox="1"/>
          <p:nvPr>
            <p:ph idx="1" type="body"/>
          </p:nvPr>
        </p:nvSpPr>
        <p:spPr>
          <a:xfrm>
            <a:off x="1083900" y="1721875"/>
            <a:ext cx="6939600" cy="28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p>
          <a:p>
            <a:pPr indent="0" lvl="0" marL="0" rtl="0" algn="l">
              <a:spcBef>
                <a:spcPts val="600"/>
              </a:spcBef>
              <a:spcAft>
                <a:spcPts val="600"/>
              </a:spcAft>
              <a:buNone/>
            </a:pPr>
            <a:r>
              <a:rPr lang="en" sz="1200"/>
              <a:t>Estilo arquitectónico que utiliza los métodos estándar del protocolo HTTP para realizar operaciones sobre estos recursos, debemos tener un motor de base de datos integrado para poder almacenar los datos</a:t>
            </a:r>
            <a:r>
              <a:rPr lang="en" sz="1200"/>
              <a:t>.</a:t>
            </a:r>
            <a:endParaRPr sz="1200">
              <a:latin typeface="Roboto"/>
              <a:ea typeface="Roboto"/>
              <a:cs typeface="Roboto"/>
              <a:sym typeface="Roboto"/>
            </a:endParaRPr>
          </a:p>
        </p:txBody>
      </p:sp>
      <p:sp>
        <p:nvSpPr>
          <p:cNvPr id="1787" name="Google Shape;1787;p53"/>
          <p:cNvSpPr txBox="1"/>
          <p:nvPr/>
        </p:nvSpPr>
        <p:spPr>
          <a:xfrm>
            <a:off x="4646625" y="2622675"/>
            <a:ext cx="3652200" cy="130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Contras</a:t>
            </a:r>
            <a:endParaRPr b="1"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Seguridad</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Versionamento</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Documentación necesaria</a:t>
            </a:r>
            <a:endParaRPr/>
          </a:p>
        </p:txBody>
      </p:sp>
      <p:sp>
        <p:nvSpPr>
          <p:cNvPr id="1788" name="Google Shape;1788;p53"/>
          <p:cNvSpPr txBox="1"/>
          <p:nvPr/>
        </p:nvSpPr>
        <p:spPr>
          <a:xfrm>
            <a:off x="1083900" y="2622675"/>
            <a:ext cx="3562800" cy="193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Pros</a:t>
            </a:r>
            <a:endParaRPr b="1"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Flexibilidad y escalabilidad</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Protocolo estándar</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Independencia de lenguaje y plataforma</a:t>
            </a:r>
            <a:endParaRPr sz="1200">
              <a:solidFill>
                <a:schemeClr val="dk1"/>
              </a:solidFill>
              <a:latin typeface="Roboto"/>
              <a:ea typeface="Roboto"/>
              <a:cs typeface="Roboto"/>
              <a:sym typeface="Roboto"/>
            </a:endParaRPr>
          </a:p>
          <a:p>
            <a:pPr indent="-304800" lvl="0" marL="4572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Facilita el desarrollo frontend-backend</a:t>
            </a:r>
            <a:endParaRPr sz="1200">
              <a:solidFill>
                <a:schemeClr val="dk1"/>
              </a:solidFill>
              <a:latin typeface="Roboto"/>
              <a:ea typeface="Roboto"/>
              <a:cs typeface="Roboto"/>
              <a:sym typeface="Roboto"/>
            </a:endParaRPr>
          </a:p>
          <a:p>
            <a:pPr indent="-304800" lvl="0" marL="457200" rtl="0" algn="l">
              <a:spcBef>
                <a:spcPts val="1000"/>
              </a:spcBef>
              <a:spcAft>
                <a:spcPts val="600"/>
              </a:spcAft>
              <a:buClr>
                <a:schemeClr val="dk1"/>
              </a:buClr>
              <a:buSzPts val="1200"/>
              <a:buFont typeface="Roboto"/>
              <a:buChar char="●"/>
            </a:pPr>
            <a:r>
              <a:rPr lang="en" sz="1200">
                <a:solidFill>
                  <a:schemeClr val="dk1"/>
                </a:solidFill>
                <a:latin typeface="Roboto"/>
                <a:ea typeface="Roboto"/>
                <a:cs typeface="Roboto"/>
                <a:sym typeface="Roboto"/>
              </a:rPr>
              <a:t>Utiliza caché</a:t>
            </a:r>
            <a:endParaRPr sz="1200">
              <a:solidFill>
                <a:schemeClr val="dk1"/>
              </a:solidFill>
              <a:latin typeface="Roboto"/>
              <a:ea typeface="Roboto"/>
              <a:cs typeface="Roboto"/>
              <a:sym typeface="Roboto"/>
            </a:endParaRPr>
          </a:p>
        </p:txBody>
      </p:sp>
      <p:pic>
        <p:nvPicPr>
          <p:cNvPr id="1789" name="Google Shape;1789;p53"/>
          <p:cNvPicPr preferRelativeResize="0"/>
          <p:nvPr/>
        </p:nvPicPr>
        <p:blipFill rotWithShape="1">
          <a:blip r:embed="rId3">
            <a:alphaModFix/>
          </a:blip>
          <a:srcRect b="31456" l="0" r="0" t="35338"/>
          <a:stretch/>
        </p:blipFill>
        <p:spPr>
          <a:xfrm>
            <a:off x="1083900" y="1571063"/>
            <a:ext cx="2325876" cy="434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54"/>
          <p:cNvSpPr/>
          <p:nvPr/>
        </p:nvSpPr>
        <p:spPr>
          <a:xfrm>
            <a:off x="1538372" y="1172725"/>
            <a:ext cx="1740750"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5" name="Google Shape;1795;p54"/>
          <p:cNvGrpSpPr/>
          <p:nvPr/>
        </p:nvGrpSpPr>
        <p:grpSpPr>
          <a:xfrm>
            <a:off x="330588" y="924758"/>
            <a:ext cx="1207783" cy="2204587"/>
            <a:chOff x="1555575" y="1092313"/>
            <a:chExt cx="1003642" cy="1831966"/>
          </a:xfrm>
        </p:grpSpPr>
        <p:grpSp>
          <p:nvGrpSpPr>
            <p:cNvPr id="1796" name="Google Shape;1796;p54"/>
            <p:cNvGrpSpPr/>
            <p:nvPr/>
          </p:nvGrpSpPr>
          <p:grpSpPr>
            <a:xfrm>
              <a:off x="1555582" y="1092313"/>
              <a:ext cx="1003635" cy="1831966"/>
              <a:chOff x="2400300" y="1254875"/>
              <a:chExt cx="1210950" cy="2210650"/>
            </a:xfrm>
          </p:grpSpPr>
          <p:sp>
            <p:nvSpPr>
              <p:cNvPr id="1797" name="Google Shape;1797;p54"/>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54"/>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54"/>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00" name="Google Shape;1800;p54"/>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801" name="Google Shape;1801;p54"/>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02" name="Google Shape;1802;p54"/>
            <p:cNvPicPr preferRelativeResize="0"/>
            <p:nvPr/>
          </p:nvPicPr>
          <p:blipFill rotWithShape="1">
            <a:blip r:embed="rId3">
              <a:alphaModFix/>
            </a:blip>
            <a:srcRect b="0" l="0" r="4744" t="0"/>
            <a:stretch/>
          </p:blipFill>
          <p:spPr>
            <a:xfrm>
              <a:off x="1555575" y="1239975"/>
              <a:ext cx="946250" cy="1383398"/>
            </a:xfrm>
            <a:prstGeom prst="rect">
              <a:avLst/>
            </a:prstGeom>
            <a:noFill/>
            <a:ln>
              <a:noFill/>
            </a:ln>
          </p:spPr>
        </p:pic>
      </p:grpSp>
      <p:grpSp>
        <p:nvGrpSpPr>
          <p:cNvPr id="1803" name="Google Shape;1803;p54"/>
          <p:cNvGrpSpPr/>
          <p:nvPr/>
        </p:nvGrpSpPr>
        <p:grpSpPr>
          <a:xfrm>
            <a:off x="2748503" y="240093"/>
            <a:ext cx="1207783" cy="2204587"/>
            <a:chOff x="3397875" y="1092313"/>
            <a:chExt cx="1003642" cy="1831966"/>
          </a:xfrm>
        </p:grpSpPr>
        <p:grpSp>
          <p:nvGrpSpPr>
            <p:cNvPr id="1804" name="Google Shape;1804;p54"/>
            <p:cNvGrpSpPr/>
            <p:nvPr/>
          </p:nvGrpSpPr>
          <p:grpSpPr>
            <a:xfrm>
              <a:off x="3397882" y="1092313"/>
              <a:ext cx="1003635" cy="1831966"/>
              <a:chOff x="2400300" y="1254875"/>
              <a:chExt cx="1210950" cy="2210650"/>
            </a:xfrm>
          </p:grpSpPr>
          <p:sp>
            <p:nvSpPr>
              <p:cNvPr id="1805" name="Google Shape;1805;p54"/>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54"/>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54"/>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08" name="Google Shape;1808;p54"/>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809" name="Google Shape;1809;p54"/>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10" name="Google Shape;1810;p54"/>
            <p:cNvPicPr preferRelativeResize="0"/>
            <p:nvPr/>
          </p:nvPicPr>
          <p:blipFill rotWithShape="1">
            <a:blip r:embed="rId4">
              <a:alphaModFix/>
            </a:blip>
            <a:srcRect b="0" l="0" r="0" t="0"/>
            <a:stretch/>
          </p:blipFill>
          <p:spPr>
            <a:xfrm>
              <a:off x="3397875" y="1239975"/>
              <a:ext cx="946250" cy="1383398"/>
            </a:xfrm>
            <a:prstGeom prst="rect">
              <a:avLst/>
            </a:prstGeom>
            <a:noFill/>
            <a:ln>
              <a:noFill/>
            </a:ln>
          </p:spPr>
        </p:pic>
      </p:grpSp>
      <p:sp>
        <p:nvSpPr>
          <p:cNvPr id="1811" name="Google Shape;1811;p54"/>
          <p:cNvSpPr/>
          <p:nvPr/>
        </p:nvSpPr>
        <p:spPr>
          <a:xfrm rot="-5400000">
            <a:off x="3061991" y="2138885"/>
            <a:ext cx="1740750" cy="857831"/>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2" name="Google Shape;1812;p54"/>
          <p:cNvGrpSpPr/>
          <p:nvPr/>
        </p:nvGrpSpPr>
        <p:grpSpPr>
          <a:xfrm>
            <a:off x="3807108" y="2633546"/>
            <a:ext cx="1275219" cy="2327696"/>
            <a:chOff x="4718420" y="3164538"/>
            <a:chExt cx="1003635" cy="1831966"/>
          </a:xfrm>
        </p:grpSpPr>
        <p:grpSp>
          <p:nvGrpSpPr>
            <p:cNvPr id="1813" name="Google Shape;1813;p54"/>
            <p:cNvGrpSpPr/>
            <p:nvPr/>
          </p:nvGrpSpPr>
          <p:grpSpPr>
            <a:xfrm>
              <a:off x="4718420" y="3164538"/>
              <a:ext cx="1003635" cy="1831966"/>
              <a:chOff x="2400300" y="1254875"/>
              <a:chExt cx="1210950" cy="2210650"/>
            </a:xfrm>
          </p:grpSpPr>
          <p:sp>
            <p:nvSpPr>
              <p:cNvPr id="1814" name="Google Shape;1814;p54"/>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54"/>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54"/>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7" name="Google Shape;1817;p54"/>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818" name="Google Shape;1818;p54"/>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19" name="Google Shape;1819;p54"/>
            <p:cNvPicPr preferRelativeResize="0"/>
            <p:nvPr/>
          </p:nvPicPr>
          <p:blipFill>
            <a:blip r:embed="rId5">
              <a:alphaModFix/>
            </a:blip>
            <a:stretch>
              <a:fillRect/>
            </a:stretch>
          </p:blipFill>
          <p:spPr>
            <a:xfrm>
              <a:off x="4718425" y="3291250"/>
              <a:ext cx="946250" cy="1427927"/>
            </a:xfrm>
            <a:prstGeom prst="rect">
              <a:avLst/>
            </a:prstGeom>
            <a:noFill/>
            <a:ln>
              <a:noFill/>
            </a:ln>
          </p:spPr>
        </p:pic>
      </p:grpSp>
      <p:sp>
        <p:nvSpPr>
          <p:cNvPr id="1820" name="Google Shape;1820;p54"/>
          <p:cNvSpPr/>
          <p:nvPr/>
        </p:nvSpPr>
        <p:spPr>
          <a:xfrm rot="10800000">
            <a:off x="2215522" y="3614550"/>
            <a:ext cx="1740750"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1" name="Google Shape;1821;p54"/>
          <p:cNvGrpSpPr/>
          <p:nvPr/>
        </p:nvGrpSpPr>
        <p:grpSpPr>
          <a:xfrm>
            <a:off x="1821036" y="2633547"/>
            <a:ext cx="1275219" cy="2327696"/>
            <a:chOff x="6268570" y="3217113"/>
            <a:chExt cx="1003635" cy="1831966"/>
          </a:xfrm>
        </p:grpSpPr>
        <p:grpSp>
          <p:nvGrpSpPr>
            <p:cNvPr id="1822" name="Google Shape;1822;p54"/>
            <p:cNvGrpSpPr/>
            <p:nvPr/>
          </p:nvGrpSpPr>
          <p:grpSpPr>
            <a:xfrm>
              <a:off x="6268570" y="3217113"/>
              <a:ext cx="1003635" cy="1831966"/>
              <a:chOff x="2400300" y="1254875"/>
              <a:chExt cx="1210950" cy="2210650"/>
            </a:xfrm>
          </p:grpSpPr>
          <p:sp>
            <p:nvSpPr>
              <p:cNvPr id="1823" name="Google Shape;1823;p54"/>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54"/>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54"/>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26" name="Google Shape;1826;p54"/>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827" name="Google Shape;1827;p54"/>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28" name="Google Shape;1828;p54"/>
            <p:cNvPicPr preferRelativeResize="0"/>
            <p:nvPr/>
          </p:nvPicPr>
          <p:blipFill>
            <a:blip r:embed="rId6">
              <a:alphaModFix/>
            </a:blip>
            <a:stretch>
              <a:fillRect/>
            </a:stretch>
          </p:blipFill>
          <p:spPr>
            <a:xfrm>
              <a:off x="6268575" y="3291250"/>
              <a:ext cx="946250" cy="1494323"/>
            </a:xfrm>
            <a:prstGeom prst="rect">
              <a:avLst/>
            </a:prstGeom>
            <a:noFill/>
            <a:ln>
              <a:noFill/>
            </a:ln>
          </p:spPr>
        </p:pic>
      </p:grpSp>
      <p:sp>
        <p:nvSpPr>
          <p:cNvPr id="1829" name="Google Shape;1829;p54"/>
          <p:cNvSpPr/>
          <p:nvPr/>
        </p:nvSpPr>
        <p:spPr>
          <a:xfrm>
            <a:off x="3503450" y="1079350"/>
            <a:ext cx="4729527"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0" name="Google Shape;1830;p54"/>
          <p:cNvGrpSpPr/>
          <p:nvPr/>
        </p:nvGrpSpPr>
        <p:grpSpPr>
          <a:xfrm>
            <a:off x="269325" y="2791925"/>
            <a:ext cx="1330334" cy="214772"/>
            <a:chOff x="4404544" y="3301595"/>
            <a:chExt cx="784395" cy="129272"/>
          </a:xfrm>
        </p:grpSpPr>
        <p:sp>
          <p:nvSpPr>
            <p:cNvPr id="1831" name="Google Shape;1831;p54"/>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Splash screen</a:t>
              </a:r>
              <a:endParaRPr sz="1200"/>
            </a:p>
          </p:txBody>
        </p:sp>
        <p:sp>
          <p:nvSpPr>
            <p:cNvPr id="1832" name="Google Shape;1832;p54"/>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3" name="Google Shape;1833;p54"/>
          <p:cNvGrpSpPr/>
          <p:nvPr/>
        </p:nvGrpSpPr>
        <p:grpSpPr>
          <a:xfrm>
            <a:off x="2625950" y="2110425"/>
            <a:ext cx="1330334" cy="214772"/>
            <a:chOff x="4404544" y="3301595"/>
            <a:chExt cx="784395" cy="129272"/>
          </a:xfrm>
        </p:grpSpPr>
        <p:sp>
          <p:nvSpPr>
            <p:cNvPr id="1834" name="Google Shape;1834;p54"/>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Iniciar sesión</a:t>
              </a:r>
              <a:endParaRPr sz="1200"/>
            </a:p>
          </p:txBody>
        </p:sp>
        <p:sp>
          <p:nvSpPr>
            <p:cNvPr id="1835" name="Google Shape;1835;p54"/>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6" name="Google Shape;1836;p54"/>
          <p:cNvGrpSpPr/>
          <p:nvPr/>
        </p:nvGrpSpPr>
        <p:grpSpPr>
          <a:xfrm>
            <a:off x="1743588" y="4653800"/>
            <a:ext cx="1330334" cy="214772"/>
            <a:chOff x="4404544" y="3301595"/>
            <a:chExt cx="784395" cy="129272"/>
          </a:xfrm>
        </p:grpSpPr>
        <p:sp>
          <p:nvSpPr>
            <p:cNvPr id="1837" name="Google Shape;1837;p54"/>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Datepicker</a:t>
              </a:r>
              <a:endParaRPr sz="1200"/>
            </a:p>
          </p:txBody>
        </p:sp>
        <p:sp>
          <p:nvSpPr>
            <p:cNvPr id="1838" name="Google Shape;1838;p54"/>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9" name="Google Shape;1839;p54"/>
          <p:cNvGrpSpPr/>
          <p:nvPr/>
        </p:nvGrpSpPr>
        <p:grpSpPr>
          <a:xfrm>
            <a:off x="7371000" y="120612"/>
            <a:ext cx="1330334" cy="2204587"/>
            <a:chOff x="4456075" y="156862"/>
            <a:chExt cx="1330334" cy="2204587"/>
          </a:xfrm>
        </p:grpSpPr>
        <p:grpSp>
          <p:nvGrpSpPr>
            <p:cNvPr id="1840" name="Google Shape;1840;p54"/>
            <p:cNvGrpSpPr/>
            <p:nvPr/>
          </p:nvGrpSpPr>
          <p:grpSpPr>
            <a:xfrm>
              <a:off x="4578620" y="156862"/>
              <a:ext cx="1207775" cy="2204587"/>
              <a:chOff x="3168270" y="3164538"/>
              <a:chExt cx="1003635" cy="1831966"/>
            </a:xfrm>
          </p:grpSpPr>
          <p:grpSp>
            <p:nvGrpSpPr>
              <p:cNvPr id="1841" name="Google Shape;1841;p54"/>
              <p:cNvGrpSpPr/>
              <p:nvPr/>
            </p:nvGrpSpPr>
            <p:grpSpPr>
              <a:xfrm>
                <a:off x="3168270" y="3164538"/>
                <a:ext cx="1003635" cy="1831966"/>
                <a:chOff x="2400300" y="1254875"/>
                <a:chExt cx="1210950" cy="2210650"/>
              </a:xfrm>
            </p:grpSpPr>
            <p:sp>
              <p:nvSpPr>
                <p:cNvPr id="1842" name="Google Shape;1842;p54"/>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54"/>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54"/>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45" name="Google Shape;1845;p54"/>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846" name="Google Shape;1846;p54"/>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47" name="Google Shape;1847;p54"/>
              <p:cNvPicPr preferRelativeResize="0"/>
              <p:nvPr/>
            </p:nvPicPr>
            <p:blipFill>
              <a:blip r:embed="rId7">
                <a:alphaModFix/>
              </a:blip>
              <a:stretch>
                <a:fillRect/>
              </a:stretch>
            </p:blipFill>
            <p:spPr>
              <a:xfrm>
                <a:off x="3168275" y="3291250"/>
                <a:ext cx="946250" cy="1427927"/>
              </a:xfrm>
              <a:prstGeom prst="rect">
                <a:avLst/>
              </a:prstGeom>
              <a:noFill/>
              <a:ln>
                <a:noFill/>
              </a:ln>
            </p:spPr>
          </p:pic>
        </p:grpSp>
        <p:grpSp>
          <p:nvGrpSpPr>
            <p:cNvPr id="1848" name="Google Shape;1848;p54"/>
            <p:cNvGrpSpPr/>
            <p:nvPr/>
          </p:nvGrpSpPr>
          <p:grpSpPr>
            <a:xfrm>
              <a:off x="4456075" y="2046275"/>
              <a:ext cx="1330334" cy="214772"/>
              <a:chOff x="4404544" y="3301595"/>
              <a:chExt cx="784395" cy="129272"/>
            </a:xfrm>
          </p:grpSpPr>
          <p:sp>
            <p:nvSpPr>
              <p:cNvPr id="1849" name="Google Shape;1849;p54"/>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Listar contexto</a:t>
                </a:r>
                <a:endParaRPr sz="1200"/>
              </a:p>
            </p:txBody>
          </p:sp>
          <p:sp>
            <p:nvSpPr>
              <p:cNvPr id="1850" name="Google Shape;1850;p54"/>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51" name="Google Shape;1851;p54"/>
          <p:cNvGrpSpPr/>
          <p:nvPr/>
        </p:nvGrpSpPr>
        <p:grpSpPr>
          <a:xfrm>
            <a:off x="3671700" y="4653720"/>
            <a:ext cx="1489802" cy="214772"/>
            <a:chOff x="4404544" y="3301595"/>
            <a:chExt cx="784395" cy="129272"/>
          </a:xfrm>
        </p:grpSpPr>
        <p:sp>
          <p:nvSpPr>
            <p:cNvPr id="1852" name="Google Shape;1852;p54"/>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Registrar usuario</a:t>
              </a:r>
              <a:endParaRPr sz="1200"/>
            </a:p>
          </p:txBody>
        </p:sp>
        <p:sp>
          <p:nvSpPr>
            <p:cNvPr id="1853" name="Google Shape;1853;p54"/>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54" name="Google Shape;1854;p54"/>
          <p:cNvPicPr preferRelativeResize="0"/>
          <p:nvPr/>
        </p:nvPicPr>
        <p:blipFill>
          <a:blip r:embed="rId8">
            <a:alphaModFix/>
          </a:blip>
          <a:stretch>
            <a:fillRect/>
          </a:stretch>
        </p:blipFill>
        <p:spPr>
          <a:xfrm>
            <a:off x="5459175" y="957225"/>
            <a:ext cx="1101713" cy="1101713"/>
          </a:xfrm>
          <a:prstGeom prst="rect">
            <a:avLst/>
          </a:prstGeom>
          <a:noFill/>
          <a:ln>
            <a:noFill/>
          </a:ln>
        </p:spPr>
      </p:pic>
      <p:grpSp>
        <p:nvGrpSpPr>
          <p:cNvPr id="1855" name="Google Shape;1855;p54"/>
          <p:cNvGrpSpPr/>
          <p:nvPr/>
        </p:nvGrpSpPr>
        <p:grpSpPr>
          <a:xfrm>
            <a:off x="4346525" y="29525"/>
            <a:ext cx="2863200" cy="884891"/>
            <a:chOff x="4346525" y="66425"/>
            <a:chExt cx="2863200" cy="847516"/>
          </a:xfrm>
        </p:grpSpPr>
        <p:sp>
          <p:nvSpPr>
            <p:cNvPr id="1856" name="Google Shape;1856;p54"/>
            <p:cNvSpPr/>
            <p:nvPr/>
          </p:nvSpPr>
          <p:spPr>
            <a:xfrm>
              <a:off x="4346525" y="66425"/>
              <a:ext cx="2863200" cy="836700"/>
            </a:xfrm>
            <a:prstGeom prst="rect">
              <a:avLst/>
            </a:prstGeom>
            <a:solidFill>
              <a:srgbClr val="96AB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54"/>
            <p:cNvSpPr txBox="1"/>
            <p:nvPr/>
          </p:nvSpPr>
          <p:spPr>
            <a:xfrm>
              <a:off x="4360925" y="206241"/>
              <a:ext cx="2834400" cy="707700"/>
            </a:xfrm>
            <a:prstGeom prst="rect">
              <a:avLst/>
            </a:prstGeom>
            <a:solidFill>
              <a:srgbClr val="44465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Mono"/>
                  <a:ea typeface="Roboto Mono"/>
                  <a:cs typeface="Roboto Mono"/>
                  <a:sym typeface="Roboto Mono"/>
                </a:rPr>
                <a:t>SELECT USER FROM USUARIOS WHERE USER = ‘vzapata@ciisa’ AND PASS = ‘12346’</a:t>
              </a:r>
              <a:endParaRPr sz="1200">
                <a:solidFill>
                  <a:schemeClr val="lt1"/>
                </a:solidFill>
                <a:latin typeface="Roboto Mono"/>
                <a:ea typeface="Roboto Mono"/>
                <a:cs typeface="Roboto Mono"/>
                <a:sym typeface="Roboto Mono"/>
              </a:endParaRPr>
            </a:p>
          </p:txBody>
        </p:sp>
      </p:grpSp>
      <p:sp>
        <p:nvSpPr>
          <p:cNvPr id="1858" name="Google Shape;1858;p54"/>
          <p:cNvSpPr/>
          <p:nvPr/>
        </p:nvSpPr>
        <p:spPr>
          <a:xfrm>
            <a:off x="4568750" y="4011250"/>
            <a:ext cx="2640943"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59" name="Google Shape;1859;p54"/>
          <p:cNvPicPr preferRelativeResize="0"/>
          <p:nvPr/>
        </p:nvPicPr>
        <p:blipFill>
          <a:blip r:embed="rId8">
            <a:alphaModFix/>
          </a:blip>
          <a:stretch>
            <a:fillRect/>
          </a:stretch>
        </p:blipFill>
        <p:spPr>
          <a:xfrm>
            <a:off x="6777525" y="3873575"/>
            <a:ext cx="952625" cy="952625"/>
          </a:xfrm>
          <a:prstGeom prst="rect">
            <a:avLst/>
          </a:prstGeom>
          <a:noFill/>
          <a:ln>
            <a:noFill/>
          </a:ln>
        </p:spPr>
      </p:pic>
      <p:grpSp>
        <p:nvGrpSpPr>
          <p:cNvPr id="1860" name="Google Shape;1860;p54"/>
          <p:cNvGrpSpPr/>
          <p:nvPr/>
        </p:nvGrpSpPr>
        <p:grpSpPr>
          <a:xfrm>
            <a:off x="5459300" y="3006700"/>
            <a:ext cx="3455310" cy="742070"/>
            <a:chOff x="4346541" y="20929"/>
            <a:chExt cx="2863200" cy="697500"/>
          </a:xfrm>
        </p:grpSpPr>
        <p:sp>
          <p:nvSpPr>
            <p:cNvPr id="1861" name="Google Shape;1861;p54"/>
            <p:cNvSpPr/>
            <p:nvPr/>
          </p:nvSpPr>
          <p:spPr>
            <a:xfrm>
              <a:off x="4346541" y="20929"/>
              <a:ext cx="2863200" cy="697500"/>
            </a:xfrm>
            <a:prstGeom prst="rect">
              <a:avLst/>
            </a:prstGeom>
            <a:solidFill>
              <a:srgbClr val="96AB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54"/>
            <p:cNvSpPr txBox="1"/>
            <p:nvPr/>
          </p:nvSpPr>
          <p:spPr>
            <a:xfrm>
              <a:off x="4361282" y="164075"/>
              <a:ext cx="2834400" cy="520800"/>
            </a:xfrm>
            <a:prstGeom prst="rect">
              <a:avLst/>
            </a:prstGeom>
            <a:solidFill>
              <a:srgbClr val="44465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Mono"/>
                  <a:ea typeface="Roboto Mono"/>
                  <a:cs typeface="Roboto Mono"/>
                  <a:sym typeface="Roboto Mono"/>
                </a:rPr>
                <a:t>INSERT INTO</a:t>
              </a:r>
              <a:r>
                <a:rPr lang="en" sz="1200">
                  <a:solidFill>
                    <a:schemeClr val="lt1"/>
                  </a:solidFill>
                  <a:latin typeface="Roboto Mono"/>
                  <a:ea typeface="Roboto Mono"/>
                  <a:cs typeface="Roboto Mono"/>
                  <a:sym typeface="Roboto Mono"/>
                </a:rPr>
                <a:t> USUARIOS </a:t>
              </a:r>
              <a:r>
                <a:rPr lang="en" sz="1200">
                  <a:solidFill>
                    <a:schemeClr val="lt1"/>
                  </a:solidFill>
                  <a:latin typeface="Roboto Mono"/>
                  <a:ea typeface="Roboto Mono"/>
                  <a:cs typeface="Roboto Mono"/>
                  <a:sym typeface="Roboto Mono"/>
                </a:rPr>
                <a:t>(USER,PASS) VALUES (‘vzapata@ciisa’,‘12346’)</a:t>
              </a:r>
              <a:endParaRPr sz="1200">
                <a:solidFill>
                  <a:schemeClr val="lt1"/>
                </a:solidFill>
                <a:latin typeface="Roboto Mono"/>
                <a:ea typeface="Roboto Mono"/>
                <a:cs typeface="Roboto Mono"/>
                <a:sym typeface="Roboto Mono"/>
              </a:endParaRPr>
            </a:p>
          </p:txBody>
        </p:sp>
      </p:grpSp>
      <p:sp>
        <p:nvSpPr>
          <p:cNvPr id="1863" name="Google Shape;1863;p54"/>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EJEMPLO</a:t>
            </a:r>
            <a:endParaRPr/>
          </a:p>
        </p:txBody>
      </p:sp>
      <p:pic>
        <p:nvPicPr>
          <p:cNvPr id="1864" name="Google Shape;1864;p54"/>
          <p:cNvPicPr preferRelativeResize="0"/>
          <p:nvPr/>
        </p:nvPicPr>
        <p:blipFill>
          <a:blip r:embed="rId9">
            <a:alphaModFix/>
          </a:blip>
          <a:stretch>
            <a:fillRect/>
          </a:stretch>
        </p:blipFill>
        <p:spPr>
          <a:xfrm>
            <a:off x="8583425" y="3063075"/>
            <a:ext cx="279327" cy="66275"/>
          </a:xfrm>
          <a:prstGeom prst="rect">
            <a:avLst/>
          </a:prstGeom>
          <a:noFill/>
          <a:ln>
            <a:noFill/>
          </a:ln>
        </p:spPr>
      </p:pic>
      <p:pic>
        <p:nvPicPr>
          <p:cNvPr id="1865" name="Google Shape;1865;p54"/>
          <p:cNvPicPr preferRelativeResize="0"/>
          <p:nvPr/>
        </p:nvPicPr>
        <p:blipFill>
          <a:blip r:embed="rId9">
            <a:alphaModFix/>
          </a:blip>
          <a:stretch>
            <a:fillRect/>
          </a:stretch>
        </p:blipFill>
        <p:spPr>
          <a:xfrm>
            <a:off x="6831900" y="66425"/>
            <a:ext cx="279327" cy="66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55"/>
          <p:cNvSpPr/>
          <p:nvPr/>
        </p:nvSpPr>
        <p:spPr>
          <a:xfrm>
            <a:off x="2380525" y="1306272"/>
            <a:ext cx="1489725" cy="214753"/>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1" name="Google Shape;1871;p55"/>
          <p:cNvGrpSpPr/>
          <p:nvPr/>
        </p:nvGrpSpPr>
        <p:grpSpPr>
          <a:xfrm>
            <a:off x="157703" y="240093"/>
            <a:ext cx="1207783" cy="2204587"/>
            <a:chOff x="3397875" y="1092313"/>
            <a:chExt cx="1003642" cy="1831966"/>
          </a:xfrm>
        </p:grpSpPr>
        <p:grpSp>
          <p:nvGrpSpPr>
            <p:cNvPr id="1872" name="Google Shape;1872;p55"/>
            <p:cNvGrpSpPr/>
            <p:nvPr/>
          </p:nvGrpSpPr>
          <p:grpSpPr>
            <a:xfrm>
              <a:off x="3397882" y="1092313"/>
              <a:ext cx="1003635" cy="1831966"/>
              <a:chOff x="2400300" y="1254875"/>
              <a:chExt cx="1210950" cy="2210650"/>
            </a:xfrm>
          </p:grpSpPr>
          <p:sp>
            <p:nvSpPr>
              <p:cNvPr id="1873" name="Google Shape;1873;p55"/>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55"/>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55"/>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6" name="Google Shape;1876;p55"/>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877" name="Google Shape;1877;p55"/>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78" name="Google Shape;1878;p55"/>
            <p:cNvPicPr preferRelativeResize="0"/>
            <p:nvPr/>
          </p:nvPicPr>
          <p:blipFill rotWithShape="1">
            <a:blip r:embed="rId3">
              <a:alphaModFix/>
            </a:blip>
            <a:srcRect b="0" l="0" r="0" t="0"/>
            <a:stretch/>
          </p:blipFill>
          <p:spPr>
            <a:xfrm>
              <a:off x="3397875" y="1239975"/>
              <a:ext cx="946250" cy="1383398"/>
            </a:xfrm>
            <a:prstGeom prst="rect">
              <a:avLst/>
            </a:prstGeom>
            <a:noFill/>
            <a:ln>
              <a:noFill/>
            </a:ln>
          </p:spPr>
        </p:pic>
      </p:grpSp>
      <p:grpSp>
        <p:nvGrpSpPr>
          <p:cNvPr id="1879" name="Google Shape;1879;p55"/>
          <p:cNvGrpSpPr/>
          <p:nvPr/>
        </p:nvGrpSpPr>
        <p:grpSpPr>
          <a:xfrm>
            <a:off x="3610075" y="2633552"/>
            <a:ext cx="1275219" cy="2327696"/>
            <a:chOff x="325520" y="3164538"/>
            <a:chExt cx="1003635" cy="1831966"/>
          </a:xfrm>
        </p:grpSpPr>
        <p:grpSp>
          <p:nvGrpSpPr>
            <p:cNvPr id="1880" name="Google Shape;1880;p55"/>
            <p:cNvGrpSpPr/>
            <p:nvPr/>
          </p:nvGrpSpPr>
          <p:grpSpPr>
            <a:xfrm>
              <a:off x="325520" y="3164538"/>
              <a:ext cx="1003635" cy="1831966"/>
              <a:chOff x="2400300" y="1254875"/>
              <a:chExt cx="1210950" cy="2210650"/>
            </a:xfrm>
          </p:grpSpPr>
          <p:sp>
            <p:nvSpPr>
              <p:cNvPr id="1881" name="Google Shape;1881;p55"/>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55"/>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55"/>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4" name="Google Shape;1884;p55"/>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885" name="Google Shape;1885;p55"/>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86" name="Google Shape;1886;p55"/>
            <p:cNvPicPr preferRelativeResize="0"/>
            <p:nvPr/>
          </p:nvPicPr>
          <p:blipFill>
            <a:blip r:embed="rId4">
              <a:alphaModFix/>
            </a:blip>
            <a:stretch>
              <a:fillRect/>
            </a:stretch>
          </p:blipFill>
          <p:spPr>
            <a:xfrm>
              <a:off x="325525" y="3291250"/>
              <a:ext cx="946250" cy="1427927"/>
            </a:xfrm>
            <a:prstGeom prst="rect">
              <a:avLst/>
            </a:prstGeom>
            <a:noFill/>
            <a:ln>
              <a:noFill/>
            </a:ln>
          </p:spPr>
        </p:pic>
      </p:grpSp>
      <p:sp>
        <p:nvSpPr>
          <p:cNvPr id="1887" name="Google Shape;1887;p55"/>
          <p:cNvSpPr/>
          <p:nvPr/>
        </p:nvSpPr>
        <p:spPr>
          <a:xfrm>
            <a:off x="4651481" y="2730117"/>
            <a:ext cx="1228193"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8" name="Google Shape;1888;p55"/>
          <p:cNvGrpSpPr/>
          <p:nvPr/>
        </p:nvGrpSpPr>
        <p:grpSpPr>
          <a:xfrm>
            <a:off x="5461052" y="2633562"/>
            <a:ext cx="1275219" cy="2327696"/>
            <a:chOff x="7947495" y="3217113"/>
            <a:chExt cx="1003635" cy="1831966"/>
          </a:xfrm>
        </p:grpSpPr>
        <p:grpSp>
          <p:nvGrpSpPr>
            <p:cNvPr id="1889" name="Google Shape;1889;p55"/>
            <p:cNvGrpSpPr/>
            <p:nvPr/>
          </p:nvGrpSpPr>
          <p:grpSpPr>
            <a:xfrm>
              <a:off x="7947495" y="3217113"/>
              <a:ext cx="1003635" cy="1831966"/>
              <a:chOff x="2400300" y="1254875"/>
              <a:chExt cx="1210950" cy="2210650"/>
            </a:xfrm>
          </p:grpSpPr>
          <p:sp>
            <p:nvSpPr>
              <p:cNvPr id="1890" name="Google Shape;1890;p55"/>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55"/>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55"/>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93" name="Google Shape;1893;p55"/>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894" name="Google Shape;1894;p55"/>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95" name="Google Shape;1895;p55"/>
            <p:cNvPicPr preferRelativeResize="0"/>
            <p:nvPr/>
          </p:nvPicPr>
          <p:blipFill>
            <a:blip r:embed="rId5">
              <a:alphaModFix/>
            </a:blip>
            <a:stretch>
              <a:fillRect/>
            </a:stretch>
          </p:blipFill>
          <p:spPr>
            <a:xfrm>
              <a:off x="7951125" y="3329725"/>
              <a:ext cx="946250" cy="1427927"/>
            </a:xfrm>
            <a:prstGeom prst="rect">
              <a:avLst/>
            </a:prstGeom>
            <a:noFill/>
            <a:ln>
              <a:noFill/>
            </a:ln>
          </p:spPr>
        </p:pic>
      </p:grpSp>
      <p:grpSp>
        <p:nvGrpSpPr>
          <p:cNvPr id="1896" name="Google Shape;1896;p55"/>
          <p:cNvGrpSpPr/>
          <p:nvPr/>
        </p:nvGrpSpPr>
        <p:grpSpPr>
          <a:xfrm>
            <a:off x="3283220" y="156862"/>
            <a:ext cx="1207775" cy="2204587"/>
            <a:chOff x="3168270" y="3164538"/>
            <a:chExt cx="1003635" cy="1831966"/>
          </a:xfrm>
        </p:grpSpPr>
        <p:grpSp>
          <p:nvGrpSpPr>
            <p:cNvPr id="1897" name="Google Shape;1897;p55"/>
            <p:cNvGrpSpPr/>
            <p:nvPr/>
          </p:nvGrpSpPr>
          <p:grpSpPr>
            <a:xfrm>
              <a:off x="3168270" y="3164538"/>
              <a:ext cx="1003635" cy="1831966"/>
              <a:chOff x="2400300" y="1254875"/>
              <a:chExt cx="1210950" cy="2210650"/>
            </a:xfrm>
          </p:grpSpPr>
          <p:sp>
            <p:nvSpPr>
              <p:cNvPr id="1898" name="Google Shape;1898;p55"/>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55"/>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55"/>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01" name="Google Shape;1901;p55"/>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902" name="Google Shape;1902;p55"/>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03" name="Google Shape;1903;p55"/>
            <p:cNvPicPr preferRelativeResize="0"/>
            <p:nvPr/>
          </p:nvPicPr>
          <p:blipFill>
            <a:blip r:embed="rId6">
              <a:alphaModFix/>
            </a:blip>
            <a:stretch>
              <a:fillRect/>
            </a:stretch>
          </p:blipFill>
          <p:spPr>
            <a:xfrm>
              <a:off x="3168275" y="3291250"/>
              <a:ext cx="946250" cy="1427927"/>
            </a:xfrm>
            <a:prstGeom prst="rect">
              <a:avLst/>
            </a:prstGeom>
            <a:noFill/>
            <a:ln>
              <a:noFill/>
            </a:ln>
          </p:spPr>
        </p:pic>
      </p:grpSp>
      <p:sp>
        <p:nvSpPr>
          <p:cNvPr id="1904" name="Google Shape;1904;p55"/>
          <p:cNvSpPr/>
          <p:nvPr/>
        </p:nvSpPr>
        <p:spPr>
          <a:xfrm>
            <a:off x="4306397" y="1369725"/>
            <a:ext cx="1740750"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55"/>
          <p:cNvSpPr/>
          <p:nvPr/>
        </p:nvSpPr>
        <p:spPr>
          <a:xfrm rot="-5400000">
            <a:off x="3568853" y="1497411"/>
            <a:ext cx="1832437" cy="441694"/>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06" name="Google Shape;1906;p55"/>
          <p:cNvGrpSpPr/>
          <p:nvPr/>
        </p:nvGrpSpPr>
        <p:grpSpPr>
          <a:xfrm>
            <a:off x="4885301" y="156920"/>
            <a:ext cx="1207775" cy="2204587"/>
            <a:chOff x="1746895" y="3164538"/>
            <a:chExt cx="1003635" cy="1831966"/>
          </a:xfrm>
        </p:grpSpPr>
        <p:grpSp>
          <p:nvGrpSpPr>
            <p:cNvPr id="1907" name="Google Shape;1907;p55"/>
            <p:cNvGrpSpPr/>
            <p:nvPr/>
          </p:nvGrpSpPr>
          <p:grpSpPr>
            <a:xfrm>
              <a:off x="1746895" y="3164538"/>
              <a:ext cx="1003635" cy="1831966"/>
              <a:chOff x="2400300" y="1254875"/>
              <a:chExt cx="1210950" cy="2210650"/>
            </a:xfrm>
          </p:grpSpPr>
          <p:sp>
            <p:nvSpPr>
              <p:cNvPr id="1908" name="Google Shape;1908;p55"/>
              <p:cNvSpPr/>
              <p:nvPr/>
            </p:nvSpPr>
            <p:spPr>
              <a:xfrm>
                <a:off x="2465850" y="1320525"/>
                <a:ext cx="1145400" cy="2145000"/>
              </a:xfrm>
              <a:prstGeom prst="roundRect">
                <a:avLst>
                  <a:gd fmla="val 1204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55"/>
              <p:cNvSpPr/>
              <p:nvPr/>
            </p:nvSpPr>
            <p:spPr>
              <a:xfrm>
                <a:off x="2400300" y="1254875"/>
                <a:ext cx="1145400" cy="2145000"/>
              </a:xfrm>
              <a:prstGeom prst="roundRect">
                <a:avLst>
                  <a:gd fmla="val 1204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55"/>
              <p:cNvSpPr/>
              <p:nvPr/>
            </p:nvSpPr>
            <p:spPr>
              <a:xfrm>
                <a:off x="2402700" y="1422675"/>
                <a:ext cx="1143000" cy="16926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1" name="Google Shape;1911;p55"/>
              <p:cNvCxnSpPr/>
              <p:nvPr/>
            </p:nvCxnSpPr>
            <p:spPr>
              <a:xfrm>
                <a:off x="2828250" y="1349725"/>
                <a:ext cx="291900" cy="0"/>
              </a:xfrm>
              <a:prstGeom prst="straightConnector1">
                <a:avLst/>
              </a:prstGeom>
              <a:noFill/>
              <a:ln cap="flat" cmpd="sng" w="19050">
                <a:solidFill>
                  <a:schemeClr val="dk1"/>
                </a:solidFill>
                <a:prstDash val="solid"/>
                <a:round/>
                <a:headEnd len="med" w="med" type="none"/>
                <a:tailEnd len="med" w="med" type="none"/>
              </a:ln>
            </p:spPr>
          </p:cxnSp>
          <p:sp>
            <p:nvSpPr>
              <p:cNvPr id="1912" name="Google Shape;1912;p55"/>
              <p:cNvSpPr/>
              <p:nvPr/>
            </p:nvSpPr>
            <p:spPr>
              <a:xfrm>
                <a:off x="2828250" y="3199809"/>
                <a:ext cx="291900" cy="94800"/>
              </a:xfrm>
              <a:prstGeom prst="roundRect">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13" name="Google Shape;1913;p55"/>
            <p:cNvPicPr preferRelativeResize="0"/>
            <p:nvPr/>
          </p:nvPicPr>
          <p:blipFill>
            <a:blip r:embed="rId7">
              <a:alphaModFix/>
            </a:blip>
            <a:stretch>
              <a:fillRect/>
            </a:stretch>
          </p:blipFill>
          <p:spPr>
            <a:xfrm>
              <a:off x="1746900" y="3291250"/>
              <a:ext cx="946250" cy="1427927"/>
            </a:xfrm>
            <a:prstGeom prst="rect">
              <a:avLst/>
            </a:prstGeom>
            <a:noFill/>
            <a:ln>
              <a:noFill/>
            </a:ln>
          </p:spPr>
        </p:pic>
      </p:grpSp>
      <p:grpSp>
        <p:nvGrpSpPr>
          <p:cNvPr id="1914" name="Google Shape;1914;p55"/>
          <p:cNvGrpSpPr/>
          <p:nvPr/>
        </p:nvGrpSpPr>
        <p:grpSpPr>
          <a:xfrm>
            <a:off x="35150" y="2110425"/>
            <a:ext cx="1330334" cy="214772"/>
            <a:chOff x="4404544" y="3301595"/>
            <a:chExt cx="784395" cy="129272"/>
          </a:xfrm>
        </p:grpSpPr>
        <p:sp>
          <p:nvSpPr>
            <p:cNvPr id="1915" name="Google Shape;1915;p55"/>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Iniciar sesión</a:t>
              </a:r>
              <a:endParaRPr sz="1200"/>
            </a:p>
          </p:txBody>
        </p:sp>
        <p:sp>
          <p:nvSpPr>
            <p:cNvPr id="1916" name="Google Shape;1916;p55"/>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7" name="Google Shape;1917;p55"/>
          <p:cNvGrpSpPr/>
          <p:nvPr/>
        </p:nvGrpSpPr>
        <p:grpSpPr>
          <a:xfrm>
            <a:off x="3160675" y="2046275"/>
            <a:ext cx="1330334" cy="214772"/>
            <a:chOff x="4404544" y="3301595"/>
            <a:chExt cx="784395" cy="129272"/>
          </a:xfrm>
        </p:grpSpPr>
        <p:sp>
          <p:nvSpPr>
            <p:cNvPr id="1918" name="Google Shape;1918;p55"/>
            <p:cNvSpPr/>
            <p:nvPr/>
          </p:nvSpPr>
          <p:spPr>
            <a:xfrm>
              <a:off x="4404544" y="3301595"/>
              <a:ext cx="784395"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Listar contexto</a:t>
              </a:r>
              <a:endParaRPr sz="1200"/>
            </a:p>
          </p:txBody>
        </p:sp>
        <p:sp>
          <p:nvSpPr>
            <p:cNvPr id="1919" name="Google Shape;1919;p55"/>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0" name="Google Shape;1920;p55"/>
          <p:cNvGrpSpPr/>
          <p:nvPr/>
        </p:nvGrpSpPr>
        <p:grpSpPr>
          <a:xfrm>
            <a:off x="3110575" y="4653575"/>
            <a:ext cx="2200284" cy="214772"/>
            <a:chOff x="4404550" y="3301599"/>
            <a:chExt cx="1059867" cy="129272"/>
          </a:xfrm>
        </p:grpSpPr>
        <p:sp>
          <p:nvSpPr>
            <p:cNvPr id="1921" name="Google Shape;1921;p55"/>
            <p:cNvSpPr/>
            <p:nvPr/>
          </p:nvSpPr>
          <p:spPr>
            <a:xfrm>
              <a:off x="4404550" y="3301599"/>
              <a:ext cx="1059867"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Actualiza/Eliminar contexto</a:t>
              </a:r>
              <a:endParaRPr sz="1200"/>
            </a:p>
          </p:txBody>
        </p:sp>
        <p:sp>
          <p:nvSpPr>
            <p:cNvPr id="1922" name="Google Shape;1922;p55"/>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3" name="Google Shape;1923;p55"/>
          <p:cNvGrpSpPr/>
          <p:nvPr/>
        </p:nvGrpSpPr>
        <p:grpSpPr>
          <a:xfrm>
            <a:off x="4830725" y="2046275"/>
            <a:ext cx="1396605" cy="214772"/>
            <a:chOff x="4404544" y="3301588"/>
            <a:chExt cx="823470" cy="129272"/>
          </a:xfrm>
        </p:grpSpPr>
        <p:sp>
          <p:nvSpPr>
            <p:cNvPr id="1924" name="Google Shape;1924;p55"/>
            <p:cNvSpPr/>
            <p:nvPr/>
          </p:nvSpPr>
          <p:spPr>
            <a:xfrm>
              <a:off x="4404544" y="3301588"/>
              <a:ext cx="823470"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Añadir contexto</a:t>
              </a:r>
              <a:endParaRPr sz="1200"/>
            </a:p>
          </p:txBody>
        </p:sp>
        <p:sp>
          <p:nvSpPr>
            <p:cNvPr id="1925" name="Google Shape;1925;p55"/>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6" name="Google Shape;1926;p55"/>
          <p:cNvGrpSpPr/>
          <p:nvPr/>
        </p:nvGrpSpPr>
        <p:grpSpPr>
          <a:xfrm>
            <a:off x="5379600" y="4623950"/>
            <a:ext cx="1489766" cy="214772"/>
            <a:chOff x="4404544" y="3301595"/>
            <a:chExt cx="878400" cy="129272"/>
          </a:xfrm>
        </p:grpSpPr>
        <p:sp>
          <p:nvSpPr>
            <p:cNvPr id="1927" name="Google Shape;1927;p55"/>
            <p:cNvSpPr/>
            <p:nvPr/>
          </p:nvSpPr>
          <p:spPr>
            <a:xfrm>
              <a:off x="4404544" y="3301595"/>
              <a:ext cx="878400"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t>Eliminar contexto</a:t>
              </a:r>
              <a:endParaRPr sz="1200"/>
            </a:p>
          </p:txBody>
        </p:sp>
        <p:sp>
          <p:nvSpPr>
            <p:cNvPr id="1928" name="Google Shape;1928;p55"/>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9" name="Google Shape;1929;p55"/>
          <p:cNvSpPr/>
          <p:nvPr/>
        </p:nvSpPr>
        <p:spPr>
          <a:xfrm flipH="1" rot="10800000">
            <a:off x="6506173" y="3757142"/>
            <a:ext cx="2014499" cy="214753"/>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0" name="Google Shape;1930;p55"/>
          <p:cNvGrpSpPr/>
          <p:nvPr/>
        </p:nvGrpSpPr>
        <p:grpSpPr>
          <a:xfrm>
            <a:off x="6945324" y="3003447"/>
            <a:ext cx="2014414" cy="680965"/>
            <a:chOff x="4647440" y="204581"/>
            <a:chExt cx="1984840" cy="777979"/>
          </a:xfrm>
        </p:grpSpPr>
        <p:sp>
          <p:nvSpPr>
            <p:cNvPr id="1931" name="Google Shape;1931;p55"/>
            <p:cNvSpPr/>
            <p:nvPr/>
          </p:nvSpPr>
          <p:spPr>
            <a:xfrm>
              <a:off x="4647440" y="204581"/>
              <a:ext cx="1984800" cy="777900"/>
            </a:xfrm>
            <a:prstGeom prst="rect">
              <a:avLst/>
            </a:prstGeom>
            <a:solidFill>
              <a:srgbClr val="96AB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55"/>
            <p:cNvSpPr txBox="1"/>
            <p:nvPr/>
          </p:nvSpPr>
          <p:spPr>
            <a:xfrm>
              <a:off x="4647480" y="349560"/>
              <a:ext cx="1984800" cy="633000"/>
            </a:xfrm>
            <a:prstGeom prst="rect">
              <a:avLst/>
            </a:prstGeom>
            <a:solidFill>
              <a:srgbClr val="44465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Mono"/>
                  <a:ea typeface="Roboto Mono"/>
                  <a:cs typeface="Roboto Mono"/>
                  <a:sym typeface="Roboto Mono"/>
                </a:rPr>
                <a:t>DELETE FROM cocteles WHERE id = 1;</a:t>
              </a:r>
              <a:endParaRPr sz="1200">
                <a:solidFill>
                  <a:schemeClr val="lt1"/>
                </a:solidFill>
                <a:latin typeface="Roboto Mono"/>
                <a:ea typeface="Roboto Mono"/>
                <a:cs typeface="Roboto Mono"/>
                <a:sym typeface="Roboto Mono"/>
              </a:endParaRPr>
            </a:p>
          </p:txBody>
        </p:sp>
      </p:grpSp>
      <p:pic>
        <p:nvPicPr>
          <p:cNvPr id="1933" name="Google Shape;1933;p55"/>
          <p:cNvPicPr preferRelativeResize="0"/>
          <p:nvPr/>
        </p:nvPicPr>
        <p:blipFill>
          <a:blip r:embed="rId8">
            <a:alphaModFix/>
          </a:blip>
          <a:stretch>
            <a:fillRect/>
          </a:stretch>
        </p:blipFill>
        <p:spPr>
          <a:xfrm>
            <a:off x="8561275" y="3040349"/>
            <a:ext cx="332073" cy="78800"/>
          </a:xfrm>
          <a:prstGeom prst="rect">
            <a:avLst/>
          </a:prstGeom>
          <a:noFill/>
          <a:ln>
            <a:noFill/>
          </a:ln>
        </p:spPr>
      </p:pic>
      <p:grpSp>
        <p:nvGrpSpPr>
          <p:cNvPr id="1934" name="Google Shape;1934;p55"/>
          <p:cNvGrpSpPr/>
          <p:nvPr/>
        </p:nvGrpSpPr>
        <p:grpSpPr>
          <a:xfrm>
            <a:off x="766099" y="3460975"/>
            <a:ext cx="2014424" cy="929422"/>
            <a:chOff x="4647440" y="204581"/>
            <a:chExt cx="1984850" cy="1015873"/>
          </a:xfrm>
        </p:grpSpPr>
        <p:sp>
          <p:nvSpPr>
            <p:cNvPr id="1935" name="Google Shape;1935;p55"/>
            <p:cNvSpPr/>
            <p:nvPr/>
          </p:nvSpPr>
          <p:spPr>
            <a:xfrm>
              <a:off x="4647440" y="204581"/>
              <a:ext cx="1984800" cy="777900"/>
            </a:xfrm>
            <a:prstGeom prst="rect">
              <a:avLst/>
            </a:prstGeom>
            <a:solidFill>
              <a:srgbClr val="96AB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55"/>
            <p:cNvSpPr txBox="1"/>
            <p:nvPr/>
          </p:nvSpPr>
          <p:spPr>
            <a:xfrm>
              <a:off x="4647490" y="412854"/>
              <a:ext cx="1984800" cy="807600"/>
            </a:xfrm>
            <a:prstGeom prst="rect">
              <a:avLst/>
            </a:prstGeom>
            <a:solidFill>
              <a:srgbClr val="44465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Mono"/>
                  <a:ea typeface="Roboto Mono"/>
                  <a:cs typeface="Roboto Mono"/>
                  <a:sym typeface="Roboto Mono"/>
                </a:rPr>
                <a:t>UPDATE cocteles SET name = ‘XXX’ WHERE id = 1;</a:t>
              </a:r>
              <a:endParaRPr sz="1200">
                <a:solidFill>
                  <a:schemeClr val="lt1"/>
                </a:solidFill>
                <a:latin typeface="Roboto Mono"/>
                <a:ea typeface="Roboto Mono"/>
                <a:cs typeface="Roboto Mono"/>
                <a:sym typeface="Roboto Mono"/>
              </a:endParaRPr>
            </a:p>
          </p:txBody>
        </p:sp>
      </p:grpSp>
      <p:pic>
        <p:nvPicPr>
          <p:cNvPr id="1937" name="Google Shape;1937;p55"/>
          <p:cNvPicPr preferRelativeResize="0"/>
          <p:nvPr/>
        </p:nvPicPr>
        <p:blipFill>
          <a:blip r:embed="rId8">
            <a:alphaModFix/>
          </a:blip>
          <a:stretch>
            <a:fillRect/>
          </a:stretch>
        </p:blipFill>
        <p:spPr>
          <a:xfrm>
            <a:off x="2393375" y="3518049"/>
            <a:ext cx="332073" cy="78800"/>
          </a:xfrm>
          <a:prstGeom prst="rect">
            <a:avLst/>
          </a:prstGeom>
          <a:noFill/>
          <a:ln>
            <a:noFill/>
          </a:ln>
        </p:spPr>
      </p:pic>
      <p:grpSp>
        <p:nvGrpSpPr>
          <p:cNvPr id="1938" name="Google Shape;1938;p55"/>
          <p:cNvGrpSpPr/>
          <p:nvPr/>
        </p:nvGrpSpPr>
        <p:grpSpPr>
          <a:xfrm>
            <a:off x="6420475" y="398374"/>
            <a:ext cx="2663854" cy="1235030"/>
            <a:chOff x="4647440" y="204581"/>
            <a:chExt cx="1984840" cy="1410979"/>
          </a:xfrm>
        </p:grpSpPr>
        <p:sp>
          <p:nvSpPr>
            <p:cNvPr id="1939" name="Google Shape;1939;p55"/>
            <p:cNvSpPr/>
            <p:nvPr/>
          </p:nvSpPr>
          <p:spPr>
            <a:xfrm>
              <a:off x="4647440" y="204581"/>
              <a:ext cx="1984800" cy="777900"/>
            </a:xfrm>
            <a:prstGeom prst="rect">
              <a:avLst/>
            </a:prstGeom>
            <a:solidFill>
              <a:srgbClr val="96AB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55"/>
            <p:cNvSpPr txBox="1"/>
            <p:nvPr/>
          </p:nvSpPr>
          <p:spPr>
            <a:xfrm>
              <a:off x="4647480" y="349560"/>
              <a:ext cx="1984800" cy="1266000"/>
            </a:xfrm>
            <a:prstGeom prst="rect">
              <a:avLst/>
            </a:prstGeom>
            <a:solidFill>
              <a:srgbClr val="44465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Mono"/>
                  <a:ea typeface="Roboto Mono"/>
                  <a:cs typeface="Roboto Mono"/>
                  <a:sym typeface="Roboto Mono"/>
                </a:rPr>
                <a:t>INSERT INTO cocteles </a:t>
              </a:r>
              <a:endParaRPr sz="1200">
                <a:solidFill>
                  <a:schemeClr val="l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chemeClr val="lt1"/>
                  </a:solidFill>
                  <a:latin typeface="Roboto Mono"/>
                  <a:ea typeface="Roboto Mono"/>
                  <a:cs typeface="Roboto Mono"/>
                  <a:sym typeface="Roboto Mono"/>
                </a:rPr>
                <a:t>(name, base, recipe) VALUES ('XXXX', 'YYY',’ZZZZ’);</a:t>
              </a:r>
              <a:endParaRPr sz="1200">
                <a:solidFill>
                  <a:schemeClr val="l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chemeClr val="lt1"/>
                </a:solidFill>
                <a:latin typeface="Roboto Mono"/>
                <a:ea typeface="Roboto Mono"/>
                <a:cs typeface="Roboto Mono"/>
                <a:sym typeface="Roboto Mono"/>
              </a:endParaRPr>
            </a:p>
            <a:p>
              <a:pPr indent="0" lvl="0" marL="0" rtl="0" algn="l">
                <a:spcBef>
                  <a:spcPts val="0"/>
                </a:spcBef>
                <a:spcAft>
                  <a:spcPts val="0"/>
                </a:spcAft>
                <a:buNone/>
              </a:pPr>
              <a:r>
                <a:t/>
              </a:r>
              <a:endParaRPr sz="1200">
                <a:solidFill>
                  <a:schemeClr val="lt1"/>
                </a:solidFill>
                <a:latin typeface="Roboto Mono"/>
                <a:ea typeface="Roboto Mono"/>
                <a:cs typeface="Roboto Mono"/>
                <a:sym typeface="Roboto Mono"/>
              </a:endParaRPr>
            </a:p>
          </p:txBody>
        </p:sp>
      </p:grpSp>
      <p:pic>
        <p:nvPicPr>
          <p:cNvPr id="1941" name="Google Shape;1941;p55"/>
          <p:cNvPicPr preferRelativeResize="0"/>
          <p:nvPr/>
        </p:nvPicPr>
        <p:blipFill>
          <a:blip r:embed="rId8">
            <a:alphaModFix/>
          </a:blip>
          <a:stretch>
            <a:fillRect/>
          </a:stretch>
        </p:blipFill>
        <p:spPr>
          <a:xfrm>
            <a:off x="8627675" y="427896"/>
            <a:ext cx="332073" cy="78802"/>
          </a:xfrm>
          <a:prstGeom prst="rect">
            <a:avLst/>
          </a:prstGeom>
          <a:noFill/>
          <a:ln>
            <a:noFill/>
          </a:ln>
        </p:spPr>
      </p:pic>
      <p:sp>
        <p:nvSpPr>
          <p:cNvPr id="1942" name="Google Shape;1942;p55"/>
          <p:cNvSpPr/>
          <p:nvPr/>
        </p:nvSpPr>
        <p:spPr>
          <a:xfrm>
            <a:off x="6227325" y="1630847"/>
            <a:ext cx="1609655" cy="515861"/>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55"/>
          <p:cNvSpPr/>
          <p:nvPr/>
        </p:nvSpPr>
        <p:spPr>
          <a:xfrm rot="10800000">
            <a:off x="1896522" y="3169845"/>
            <a:ext cx="1859628" cy="305879"/>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44" name="Google Shape;1944;p55"/>
          <p:cNvPicPr preferRelativeResize="0"/>
          <p:nvPr/>
        </p:nvPicPr>
        <p:blipFill>
          <a:blip r:embed="rId9">
            <a:alphaModFix/>
          </a:blip>
          <a:stretch>
            <a:fillRect/>
          </a:stretch>
        </p:blipFill>
        <p:spPr>
          <a:xfrm>
            <a:off x="1646750" y="2899663"/>
            <a:ext cx="561304" cy="561325"/>
          </a:xfrm>
          <a:prstGeom prst="rect">
            <a:avLst/>
          </a:prstGeom>
          <a:noFill/>
          <a:ln>
            <a:noFill/>
          </a:ln>
        </p:spPr>
      </p:pic>
      <p:pic>
        <p:nvPicPr>
          <p:cNvPr id="1945" name="Google Shape;1945;p55"/>
          <p:cNvPicPr preferRelativeResize="0"/>
          <p:nvPr/>
        </p:nvPicPr>
        <p:blipFill>
          <a:blip r:embed="rId9">
            <a:alphaModFix/>
          </a:blip>
          <a:stretch>
            <a:fillRect/>
          </a:stretch>
        </p:blipFill>
        <p:spPr>
          <a:xfrm>
            <a:off x="7545975" y="1633388"/>
            <a:ext cx="561304" cy="561325"/>
          </a:xfrm>
          <a:prstGeom prst="rect">
            <a:avLst/>
          </a:prstGeom>
          <a:noFill/>
          <a:ln>
            <a:noFill/>
          </a:ln>
        </p:spPr>
      </p:pic>
      <p:sp>
        <p:nvSpPr>
          <p:cNvPr id="1946" name="Google Shape;1946;p55"/>
          <p:cNvSpPr/>
          <p:nvPr/>
        </p:nvSpPr>
        <p:spPr>
          <a:xfrm>
            <a:off x="862425" y="1306272"/>
            <a:ext cx="1489725" cy="214753"/>
          </a:xfrm>
          <a:custGeom>
            <a:rect b="b" l="l" r="r" t="t"/>
            <a:pathLst>
              <a:path extrusionOk="0" fill="none" h="18896" w="52543">
                <a:moveTo>
                  <a:pt x="52543" y="0"/>
                </a:moveTo>
                <a:lnTo>
                  <a:pt x="52543" y="9895"/>
                </a:lnTo>
                <a:cubicBezTo>
                  <a:pt x="52543" y="14859"/>
                  <a:pt x="48507" y="18896"/>
                  <a:pt x="43530" y="18896"/>
                </a:cubicBezTo>
                <a:lnTo>
                  <a:pt x="0" y="18896"/>
                </a:lnTo>
              </a:path>
            </a:pathLst>
          </a:custGeom>
          <a:noFill/>
          <a:ln cap="flat" cmpd="sng" w="19050">
            <a:solidFill>
              <a:schemeClr val="dk1"/>
            </a:solidFill>
            <a:prstDash val="dash"/>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47" name="Google Shape;1947;p55"/>
          <p:cNvPicPr preferRelativeResize="0"/>
          <p:nvPr/>
        </p:nvPicPr>
        <p:blipFill>
          <a:blip r:embed="rId9">
            <a:alphaModFix/>
          </a:blip>
          <a:stretch>
            <a:fillRect/>
          </a:stretch>
        </p:blipFill>
        <p:spPr>
          <a:xfrm>
            <a:off x="8288725" y="3794988"/>
            <a:ext cx="561304" cy="561325"/>
          </a:xfrm>
          <a:prstGeom prst="rect">
            <a:avLst/>
          </a:prstGeom>
          <a:noFill/>
          <a:ln>
            <a:noFill/>
          </a:ln>
        </p:spPr>
      </p:pic>
      <p:pic>
        <p:nvPicPr>
          <p:cNvPr id="1948" name="Google Shape;1948;p55"/>
          <p:cNvPicPr preferRelativeResize="0"/>
          <p:nvPr/>
        </p:nvPicPr>
        <p:blipFill>
          <a:blip r:embed="rId9">
            <a:alphaModFix/>
          </a:blip>
          <a:stretch>
            <a:fillRect/>
          </a:stretch>
        </p:blipFill>
        <p:spPr>
          <a:xfrm>
            <a:off x="2109125" y="1185738"/>
            <a:ext cx="561304" cy="561325"/>
          </a:xfrm>
          <a:prstGeom prst="rect">
            <a:avLst/>
          </a:prstGeom>
          <a:noFill/>
          <a:ln>
            <a:noFill/>
          </a:ln>
        </p:spPr>
      </p:pic>
      <p:grpSp>
        <p:nvGrpSpPr>
          <p:cNvPr id="1949" name="Google Shape;1949;p55"/>
          <p:cNvGrpSpPr/>
          <p:nvPr/>
        </p:nvGrpSpPr>
        <p:grpSpPr>
          <a:xfrm>
            <a:off x="1454112" y="285461"/>
            <a:ext cx="1740899" cy="885659"/>
            <a:chOff x="4647440" y="434185"/>
            <a:chExt cx="1984835" cy="1334427"/>
          </a:xfrm>
        </p:grpSpPr>
        <p:sp>
          <p:nvSpPr>
            <p:cNvPr id="1950" name="Google Shape;1950;p55"/>
            <p:cNvSpPr/>
            <p:nvPr/>
          </p:nvSpPr>
          <p:spPr>
            <a:xfrm>
              <a:off x="4647440" y="434185"/>
              <a:ext cx="1984800" cy="323400"/>
            </a:xfrm>
            <a:prstGeom prst="rect">
              <a:avLst/>
            </a:prstGeom>
            <a:solidFill>
              <a:srgbClr val="96AB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55"/>
            <p:cNvSpPr txBox="1"/>
            <p:nvPr/>
          </p:nvSpPr>
          <p:spPr>
            <a:xfrm>
              <a:off x="4647476" y="655312"/>
              <a:ext cx="1984800" cy="1113300"/>
            </a:xfrm>
            <a:prstGeom prst="rect">
              <a:avLst/>
            </a:prstGeom>
            <a:solidFill>
              <a:srgbClr val="44465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Mono"/>
                  <a:ea typeface="Roboto Mono"/>
                  <a:cs typeface="Roboto Mono"/>
                  <a:sym typeface="Roboto Mono"/>
                </a:rPr>
                <a:t>SELECT * FROM cocteles </a:t>
              </a:r>
              <a:endParaRPr sz="1200">
                <a:solidFill>
                  <a:schemeClr val="lt1"/>
                </a:solidFill>
                <a:latin typeface="Roboto Mono"/>
                <a:ea typeface="Roboto Mono"/>
                <a:cs typeface="Roboto Mono"/>
                <a:sym typeface="Roboto Mono"/>
              </a:endParaRPr>
            </a:p>
            <a:p>
              <a:pPr indent="0" lvl="0" marL="0" rtl="0" algn="l">
                <a:spcBef>
                  <a:spcPts val="0"/>
                </a:spcBef>
                <a:spcAft>
                  <a:spcPts val="0"/>
                </a:spcAft>
                <a:buNone/>
              </a:pPr>
              <a:r>
                <a:rPr lang="en" sz="1200">
                  <a:solidFill>
                    <a:schemeClr val="lt1"/>
                  </a:solidFill>
                  <a:latin typeface="Roboto Mono"/>
                  <a:ea typeface="Roboto Mono"/>
                  <a:cs typeface="Roboto Mono"/>
                  <a:sym typeface="Roboto Mono"/>
                </a:rPr>
                <a:t>WHERE idUser = </a:t>
              </a:r>
              <a:r>
                <a:rPr lang="en" sz="1200">
                  <a:solidFill>
                    <a:schemeClr val="lt1"/>
                  </a:solidFill>
                  <a:latin typeface="Roboto Mono"/>
                  <a:ea typeface="Roboto Mono"/>
                  <a:cs typeface="Roboto Mono"/>
                  <a:sym typeface="Roboto Mono"/>
                </a:rPr>
                <a:t>1</a:t>
              </a:r>
              <a:endParaRPr sz="1200">
                <a:solidFill>
                  <a:schemeClr val="lt1"/>
                </a:solidFill>
                <a:latin typeface="Roboto Mono"/>
                <a:ea typeface="Roboto Mono"/>
                <a:cs typeface="Roboto Mono"/>
                <a:sym typeface="Roboto Mono"/>
              </a:endParaRPr>
            </a:p>
          </p:txBody>
        </p:sp>
      </p:grpSp>
      <p:pic>
        <p:nvPicPr>
          <p:cNvPr id="1952" name="Google Shape;1952;p55"/>
          <p:cNvPicPr preferRelativeResize="0"/>
          <p:nvPr/>
        </p:nvPicPr>
        <p:blipFill>
          <a:blip r:embed="rId8">
            <a:alphaModFix/>
          </a:blip>
          <a:stretch>
            <a:fillRect/>
          </a:stretch>
        </p:blipFill>
        <p:spPr>
          <a:xfrm>
            <a:off x="2828600" y="342250"/>
            <a:ext cx="332073" cy="78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6" name="Shape 1956"/>
        <p:cNvGrpSpPr/>
        <p:nvPr/>
      </p:nvGrpSpPr>
      <p:grpSpPr>
        <a:xfrm>
          <a:off x="0" y="0"/>
          <a:ext cx="0" cy="0"/>
          <a:chOff x="0" y="0"/>
          <a:chExt cx="0" cy="0"/>
        </a:xfrm>
      </p:grpSpPr>
      <p:cxnSp>
        <p:nvCxnSpPr>
          <p:cNvPr id="1957" name="Google Shape;1957;p56"/>
          <p:cNvCxnSpPr/>
          <p:nvPr/>
        </p:nvCxnSpPr>
        <p:spPr>
          <a:xfrm>
            <a:off x="6829875" y="1239125"/>
            <a:ext cx="0" cy="955800"/>
          </a:xfrm>
          <a:prstGeom prst="straightConnector1">
            <a:avLst/>
          </a:prstGeom>
          <a:noFill/>
          <a:ln cap="flat" cmpd="sng" w="19050">
            <a:solidFill>
              <a:schemeClr val="dk1"/>
            </a:solidFill>
            <a:prstDash val="dash"/>
            <a:round/>
            <a:headEnd len="med" w="med" type="none"/>
            <a:tailEnd len="med" w="med" type="none"/>
          </a:ln>
        </p:spPr>
      </p:cxnSp>
      <p:sp>
        <p:nvSpPr>
          <p:cNvPr id="1958" name="Google Shape;1958;p56"/>
          <p:cNvSpPr/>
          <p:nvPr/>
        </p:nvSpPr>
        <p:spPr>
          <a:xfrm>
            <a:off x="2489575" y="1436100"/>
            <a:ext cx="2947500" cy="1240200"/>
          </a:xfrm>
          <a:prstGeom prst="roundRect">
            <a:avLst>
              <a:gd fmla="val 27649" name="adj"/>
            </a:avLst>
          </a:prstGeom>
          <a:no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56"/>
          <p:cNvSpPr/>
          <p:nvPr/>
        </p:nvSpPr>
        <p:spPr>
          <a:xfrm>
            <a:off x="1562362" y="2081327"/>
            <a:ext cx="5935200" cy="11814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56"/>
          <p:cNvSpPr/>
          <p:nvPr/>
        </p:nvSpPr>
        <p:spPr>
          <a:xfrm>
            <a:off x="1562362" y="1936825"/>
            <a:ext cx="5935200" cy="11814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56"/>
          <p:cNvSpPr txBox="1"/>
          <p:nvPr>
            <p:ph type="title"/>
          </p:nvPr>
        </p:nvSpPr>
        <p:spPr>
          <a:xfrm>
            <a:off x="1728300" y="2106625"/>
            <a:ext cx="56874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INTEGRACION</a:t>
            </a:r>
            <a:endParaRPr/>
          </a:p>
        </p:txBody>
      </p:sp>
      <p:sp>
        <p:nvSpPr>
          <p:cNvPr id="1962" name="Google Shape;1962;p56"/>
          <p:cNvSpPr/>
          <p:nvPr/>
        </p:nvSpPr>
        <p:spPr>
          <a:xfrm>
            <a:off x="3939275" y="899934"/>
            <a:ext cx="1181400" cy="1181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56"/>
          <p:cNvSpPr/>
          <p:nvPr/>
        </p:nvSpPr>
        <p:spPr>
          <a:xfrm>
            <a:off x="3939275" y="768600"/>
            <a:ext cx="1181400" cy="1181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56"/>
          <p:cNvSpPr txBox="1"/>
          <p:nvPr>
            <p:ph idx="2" type="title"/>
          </p:nvPr>
        </p:nvSpPr>
        <p:spPr>
          <a:xfrm>
            <a:off x="4014413" y="910488"/>
            <a:ext cx="1031100" cy="8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solidFill>
                  <a:schemeClr val="lt1"/>
                </a:solidFill>
              </a:rPr>
              <a:t>0</a:t>
            </a:r>
            <a:r>
              <a:rPr lang="en"/>
              <a:t>4</a:t>
            </a:r>
            <a:endParaRPr sz="4700">
              <a:solidFill>
                <a:schemeClr val="lt1"/>
              </a:solidFill>
            </a:endParaRPr>
          </a:p>
        </p:txBody>
      </p:sp>
      <p:sp>
        <p:nvSpPr>
          <p:cNvPr id="1965" name="Google Shape;1965;p56"/>
          <p:cNvSpPr/>
          <p:nvPr/>
        </p:nvSpPr>
        <p:spPr>
          <a:xfrm>
            <a:off x="2920021" y="1369625"/>
            <a:ext cx="153300" cy="1533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56"/>
          <p:cNvSpPr txBox="1"/>
          <p:nvPr>
            <p:ph idx="1" type="subTitle"/>
          </p:nvPr>
        </p:nvSpPr>
        <p:spPr>
          <a:xfrm>
            <a:off x="1415525" y="3430850"/>
            <a:ext cx="6278700" cy="6675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1200"/>
              <a:t>"La integración efectiva de periféricos en aplicaciones móviles no solo mejora la usabilidad, sino que también puede abrir nuevas oportunidades de negocio y casos de uso."</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0" name="Shape 1970"/>
        <p:cNvGrpSpPr/>
        <p:nvPr/>
      </p:nvGrpSpPr>
      <p:grpSpPr>
        <a:xfrm>
          <a:off x="0" y="0"/>
          <a:ext cx="0" cy="0"/>
          <a:chOff x="0" y="0"/>
          <a:chExt cx="0" cy="0"/>
        </a:xfrm>
      </p:grpSpPr>
      <p:sp>
        <p:nvSpPr>
          <p:cNvPr id="1971" name="Google Shape;1971;p57"/>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¿REQUISITOS MINIMOS?</a:t>
            </a:r>
            <a:endParaRPr/>
          </a:p>
        </p:txBody>
      </p:sp>
      <p:sp>
        <p:nvSpPr>
          <p:cNvPr id="1972" name="Google Shape;1972;p57"/>
          <p:cNvSpPr txBox="1"/>
          <p:nvPr>
            <p:ph idx="1" type="body"/>
          </p:nvPr>
        </p:nvSpPr>
        <p:spPr>
          <a:xfrm>
            <a:off x="1083900" y="1721875"/>
            <a:ext cx="6976200" cy="28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Tras finalizar el curso para la evaluación 3 deben tener como mínimo los siguientes requisitos</a:t>
            </a:r>
            <a:endParaRPr sz="1200"/>
          </a:p>
          <a:p>
            <a:pPr indent="-304800" lvl="0" marL="457200" rtl="0" algn="l">
              <a:spcBef>
                <a:spcPts val="600"/>
              </a:spcBef>
              <a:spcAft>
                <a:spcPts val="0"/>
              </a:spcAft>
              <a:buSzPts val="1200"/>
              <a:buChar char="●"/>
            </a:pPr>
            <a:r>
              <a:rPr lang="en" sz="1200"/>
              <a:t>Insertar un usuario</a:t>
            </a:r>
            <a:endParaRPr sz="1200"/>
          </a:p>
          <a:p>
            <a:pPr indent="-304800" lvl="0" marL="457200" rtl="0" algn="l">
              <a:spcBef>
                <a:spcPts val="1000"/>
              </a:spcBef>
              <a:spcAft>
                <a:spcPts val="0"/>
              </a:spcAft>
              <a:buSzPts val="1200"/>
              <a:buChar char="●"/>
            </a:pPr>
            <a:r>
              <a:rPr lang="en" sz="1200"/>
              <a:t>Iniciar sesión con un usuario previamente registrado</a:t>
            </a:r>
            <a:endParaRPr sz="1200"/>
          </a:p>
          <a:p>
            <a:pPr indent="-304800" lvl="0" marL="457200" rtl="0" algn="l">
              <a:spcBef>
                <a:spcPts val="1000"/>
              </a:spcBef>
              <a:spcAft>
                <a:spcPts val="0"/>
              </a:spcAft>
              <a:buSzPts val="1200"/>
              <a:buChar char="●"/>
            </a:pPr>
            <a:r>
              <a:rPr lang="en" sz="1200"/>
              <a:t>Listar elementos del contexto a un contenedor de elementos</a:t>
            </a:r>
            <a:endParaRPr sz="1200"/>
          </a:p>
          <a:p>
            <a:pPr indent="-304800" lvl="0" marL="457200" rtl="0" algn="l">
              <a:spcBef>
                <a:spcPts val="1000"/>
              </a:spcBef>
              <a:spcAft>
                <a:spcPts val="0"/>
              </a:spcAft>
              <a:buSzPts val="1200"/>
              <a:buChar char="●"/>
            </a:pPr>
            <a:r>
              <a:rPr lang="en" sz="1200"/>
              <a:t>Actualizar un elemento del contexto</a:t>
            </a:r>
            <a:endParaRPr sz="1200"/>
          </a:p>
          <a:p>
            <a:pPr indent="-304800" lvl="0" marL="457200" rtl="0" algn="l">
              <a:spcBef>
                <a:spcPts val="1000"/>
              </a:spcBef>
              <a:spcAft>
                <a:spcPts val="0"/>
              </a:spcAft>
              <a:buSzPts val="1200"/>
              <a:buChar char="●"/>
            </a:pPr>
            <a:r>
              <a:rPr lang="en" sz="1200"/>
              <a:t>Eliminar un elemento del contexto</a:t>
            </a:r>
            <a:endParaRPr sz="1200"/>
          </a:p>
          <a:p>
            <a:pPr indent="0" lvl="0" marL="0" rtl="0" algn="l">
              <a:spcBef>
                <a:spcPts val="1000"/>
              </a:spcBef>
              <a:spcAft>
                <a:spcPts val="0"/>
              </a:spcAft>
              <a:buNone/>
            </a:pPr>
            <a:r>
              <a:t/>
            </a:r>
            <a:endParaRPr sz="1200"/>
          </a:p>
          <a:p>
            <a:pPr indent="0" lvl="0" marL="0" rtl="0" algn="l">
              <a:spcBef>
                <a:spcPts val="600"/>
              </a:spcBef>
              <a:spcAft>
                <a:spcPts val="0"/>
              </a:spcAft>
              <a:buNone/>
            </a:pPr>
            <a:r>
              <a:rPr lang="en" sz="1200"/>
              <a:t>NOTA: Cada vez que realicen alguna acción debe entregar un mensaje del resultado obtenido además de actualizar/redirigir la interfaz</a:t>
            </a:r>
            <a:endParaRPr sz="1200"/>
          </a:p>
          <a:p>
            <a:pPr indent="0" lvl="0" marL="0" rtl="0" algn="l">
              <a:spcBef>
                <a:spcPts val="600"/>
              </a:spcBef>
              <a:spcAft>
                <a:spcPts val="600"/>
              </a:spcAft>
              <a:buNone/>
            </a:pPr>
            <a:r>
              <a:t/>
            </a:r>
            <a:endParaRPr sz="1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6" name="Shape 1976"/>
        <p:cNvGrpSpPr/>
        <p:nvPr/>
      </p:nvGrpSpPr>
      <p:grpSpPr>
        <a:xfrm>
          <a:off x="0" y="0"/>
          <a:ext cx="0" cy="0"/>
          <a:chOff x="0" y="0"/>
          <a:chExt cx="0" cy="0"/>
        </a:xfrm>
      </p:grpSpPr>
      <p:sp>
        <p:nvSpPr>
          <p:cNvPr id="1977" name="Google Shape;1977;p58"/>
          <p:cNvSpPr txBox="1"/>
          <p:nvPr>
            <p:ph type="title"/>
          </p:nvPr>
        </p:nvSpPr>
        <p:spPr>
          <a:xfrm>
            <a:off x="713400" y="381209"/>
            <a:ext cx="771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PERIFERICOS A CONSIDERAR</a:t>
            </a:r>
            <a:endParaRPr/>
          </a:p>
        </p:txBody>
      </p:sp>
      <p:sp>
        <p:nvSpPr>
          <p:cNvPr id="1978" name="Google Shape;1978;p58"/>
          <p:cNvSpPr txBox="1"/>
          <p:nvPr>
            <p:ph idx="1" type="subTitle"/>
          </p:nvPr>
        </p:nvSpPr>
        <p:spPr>
          <a:xfrm>
            <a:off x="713300" y="2759250"/>
            <a:ext cx="2423100" cy="4389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a:t>CAMARA</a:t>
            </a:r>
            <a:endParaRPr/>
          </a:p>
        </p:txBody>
      </p:sp>
      <p:sp>
        <p:nvSpPr>
          <p:cNvPr id="1979" name="Google Shape;1979;p58"/>
          <p:cNvSpPr txBox="1"/>
          <p:nvPr>
            <p:ph idx="2" type="subTitle"/>
          </p:nvPr>
        </p:nvSpPr>
        <p:spPr>
          <a:xfrm>
            <a:off x="713300" y="3145050"/>
            <a:ext cx="2423100" cy="10110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sz="1400"/>
              <a:t>Implementar API de camara</a:t>
            </a:r>
            <a:endParaRPr sz="1400"/>
          </a:p>
        </p:txBody>
      </p:sp>
      <p:sp>
        <p:nvSpPr>
          <p:cNvPr id="1980" name="Google Shape;1980;p58"/>
          <p:cNvSpPr txBox="1"/>
          <p:nvPr>
            <p:ph idx="3" type="subTitle"/>
          </p:nvPr>
        </p:nvSpPr>
        <p:spPr>
          <a:xfrm>
            <a:off x="3358500" y="2759250"/>
            <a:ext cx="2423100" cy="4389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a:t>GPS</a:t>
            </a:r>
            <a:endParaRPr/>
          </a:p>
        </p:txBody>
      </p:sp>
      <p:sp>
        <p:nvSpPr>
          <p:cNvPr id="1981" name="Google Shape;1981;p58"/>
          <p:cNvSpPr txBox="1"/>
          <p:nvPr>
            <p:ph idx="4" type="subTitle"/>
          </p:nvPr>
        </p:nvSpPr>
        <p:spPr>
          <a:xfrm>
            <a:off x="3358500" y="3145050"/>
            <a:ext cx="2423100" cy="10110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sz="1400"/>
              <a:t>Implementar SDK de Maps de android</a:t>
            </a:r>
            <a:endParaRPr sz="1400"/>
          </a:p>
        </p:txBody>
      </p:sp>
      <p:sp>
        <p:nvSpPr>
          <p:cNvPr id="1982" name="Google Shape;1982;p58"/>
          <p:cNvSpPr txBox="1"/>
          <p:nvPr>
            <p:ph idx="5" type="subTitle"/>
          </p:nvPr>
        </p:nvSpPr>
        <p:spPr>
          <a:xfrm>
            <a:off x="6003700" y="2759250"/>
            <a:ext cx="2423100" cy="4389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a:t>GESTOS TACTILES</a:t>
            </a:r>
            <a:endParaRPr/>
          </a:p>
        </p:txBody>
      </p:sp>
      <p:sp>
        <p:nvSpPr>
          <p:cNvPr id="1983" name="Google Shape;1983;p58"/>
          <p:cNvSpPr txBox="1"/>
          <p:nvPr>
            <p:ph idx="6" type="subTitle"/>
          </p:nvPr>
        </p:nvSpPr>
        <p:spPr>
          <a:xfrm>
            <a:off x="6003700" y="3145050"/>
            <a:ext cx="2423100" cy="10110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sz="1400"/>
              <a:t>Recopilar datos sobre eventos táctiles</a:t>
            </a:r>
            <a:endParaRPr sz="1400"/>
          </a:p>
        </p:txBody>
      </p:sp>
      <p:grpSp>
        <p:nvGrpSpPr>
          <p:cNvPr id="1984" name="Google Shape;1984;p58"/>
          <p:cNvGrpSpPr/>
          <p:nvPr/>
        </p:nvGrpSpPr>
        <p:grpSpPr>
          <a:xfrm>
            <a:off x="1507816" y="1524121"/>
            <a:ext cx="834163" cy="965007"/>
            <a:chOff x="1507816" y="1524121"/>
            <a:chExt cx="834163" cy="965007"/>
          </a:xfrm>
        </p:grpSpPr>
        <p:sp>
          <p:nvSpPr>
            <p:cNvPr id="1985" name="Google Shape;1985;p58"/>
            <p:cNvSpPr/>
            <p:nvPr/>
          </p:nvSpPr>
          <p:spPr>
            <a:xfrm>
              <a:off x="1507816" y="1653815"/>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58"/>
            <p:cNvSpPr/>
            <p:nvPr/>
          </p:nvSpPr>
          <p:spPr>
            <a:xfrm>
              <a:off x="1507816" y="1524121"/>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58"/>
            <p:cNvSpPr/>
            <p:nvPr/>
          </p:nvSpPr>
          <p:spPr>
            <a:xfrm>
              <a:off x="1790375" y="1806874"/>
              <a:ext cx="268947" cy="269830"/>
            </a:xfrm>
            <a:custGeom>
              <a:rect b="b" l="l" r="r" t="t"/>
              <a:pathLst>
                <a:path extrusionOk="0" h="3430" w="3419">
                  <a:moveTo>
                    <a:pt x="1704" y="1"/>
                  </a:moveTo>
                  <a:cubicBezTo>
                    <a:pt x="763" y="1"/>
                    <a:pt x="1" y="775"/>
                    <a:pt x="1" y="1715"/>
                  </a:cubicBezTo>
                  <a:cubicBezTo>
                    <a:pt x="1" y="2656"/>
                    <a:pt x="763" y="3430"/>
                    <a:pt x="1704" y="3430"/>
                  </a:cubicBezTo>
                  <a:cubicBezTo>
                    <a:pt x="2656" y="3430"/>
                    <a:pt x="3418" y="2656"/>
                    <a:pt x="3418" y="1715"/>
                  </a:cubicBezTo>
                  <a:cubicBezTo>
                    <a:pt x="3418" y="775"/>
                    <a:pt x="2656" y="1"/>
                    <a:pt x="1704"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8" name="Google Shape;1988;p58"/>
          <p:cNvGrpSpPr/>
          <p:nvPr/>
        </p:nvGrpSpPr>
        <p:grpSpPr>
          <a:xfrm>
            <a:off x="4152953" y="1524121"/>
            <a:ext cx="834163" cy="965007"/>
            <a:chOff x="4152953" y="1524121"/>
            <a:chExt cx="834163" cy="965007"/>
          </a:xfrm>
        </p:grpSpPr>
        <p:sp>
          <p:nvSpPr>
            <p:cNvPr id="1989" name="Google Shape;1989;p58"/>
            <p:cNvSpPr/>
            <p:nvPr/>
          </p:nvSpPr>
          <p:spPr>
            <a:xfrm>
              <a:off x="4152953" y="1653815"/>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58"/>
            <p:cNvSpPr/>
            <p:nvPr/>
          </p:nvSpPr>
          <p:spPr>
            <a:xfrm>
              <a:off x="4152953" y="1524121"/>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58"/>
            <p:cNvSpPr/>
            <p:nvPr/>
          </p:nvSpPr>
          <p:spPr>
            <a:xfrm>
              <a:off x="4435577" y="1807299"/>
              <a:ext cx="268951" cy="268951"/>
            </a:xfrm>
            <a:custGeom>
              <a:rect b="b" l="l" r="r" t="t"/>
              <a:pathLst>
                <a:path extrusionOk="0" h="2978" w="2978">
                  <a:moveTo>
                    <a:pt x="1" y="1"/>
                  </a:moveTo>
                  <a:lnTo>
                    <a:pt x="1" y="2977"/>
                  </a:lnTo>
                  <a:lnTo>
                    <a:pt x="2977" y="2977"/>
                  </a:lnTo>
                  <a:lnTo>
                    <a:pt x="2977" y="1"/>
                  </a:ln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2" name="Google Shape;1992;p58"/>
          <p:cNvGrpSpPr/>
          <p:nvPr/>
        </p:nvGrpSpPr>
        <p:grpSpPr>
          <a:xfrm>
            <a:off x="6798078" y="1524121"/>
            <a:ext cx="834163" cy="965007"/>
            <a:chOff x="6798078" y="1524121"/>
            <a:chExt cx="834163" cy="965007"/>
          </a:xfrm>
        </p:grpSpPr>
        <p:sp>
          <p:nvSpPr>
            <p:cNvPr id="1993" name="Google Shape;1993;p58"/>
            <p:cNvSpPr/>
            <p:nvPr/>
          </p:nvSpPr>
          <p:spPr>
            <a:xfrm>
              <a:off x="6798078" y="1653815"/>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58"/>
            <p:cNvSpPr/>
            <p:nvPr/>
          </p:nvSpPr>
          <p:spPr>
            <a:xfrm>
              <a:off x="6798078" y="1524121"/>
              <a:ext cx="834163" cy="835314"/>
            </a:xfrm>
            <a:custGeom>
              <a:rect b="b" l="l" r="r" t="t"/>
              <a:pathLst>
                <a:path extrusionOk="0" h="8550" w="8538">
                  <a:moveTo>
                    <a:pt x="1370" y="1"/>
                  </a:moveTo>
                  <a:cubicBezTo>
                    <a:pt x="608" y="1"/>
                    <a:pt x="1" y="620"/>
                    <a:pt x="1" y="1370"/>
                  </a:cubicBezTo>
                  <a:lnTo>
                    <a:pt x="1" y="7180"/>
                  </a:lnTo>
                  <a:cubicBezTo>
                    <a:pt x="1" y="7942"/>
                    <a:pt x="608" y="8550"/>
                    <a:pt x="1370" y="8550"/>
                  </a:cubicBezTo>
                  <a:lnTo>
                    <a:pt x="7168" y="8550"/>
                  </a:lnTo>
                  <a:cubicBezTo>
                    <a:pt x="7930" y="8550"/>
                    <a:pt x="8537" y="7942"/>
                    <a:pt x="8537" y="7180"/>
                  </a:cubicBezTo>
                  <a:lnTo>
                    <a:pt x="8537" y="1370"/>
                  </a:lnTo>
                  <a:cubicBezTo>
                    <a:pt x="8537" y="620"/>
                    <a:pt x="7930" y="1"/>
                    <a:pt x="716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58"/>
            <p:cNvSpPr/>
            <p:nvPr/>
          </p:nvSpPr>
          <p:spPr>
            <a:xfrm>
              <a:off x="7060350" y="1810337"/>
              <a:ext cx="309623" cy="229753"/>
            </a:xfrm>
            <a:custGeom>
              <a:rect b="b" l="l" r="r" t="t"/>
              <a:pathLst>
                <a:path extrusionOk="0" h="2978" w="4013">
                  <a:moveTo>
                    <a:pt x="2001" y="1"/>
                  </a:moveTo>
                  <a:lnTo>
                    <a:pt x="0" y="2978"/>
                  </a:lnTo>
                  <a:lnTo>
                    <a:pt x="4013" y="2978"/>
                  </a:lnTo>
                  <a:lnTo>
                    <a:pt x="2001" y="1"/>
                  </a:ln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96" name="Google Shape;1996;p58">
            <a:hlinkClick r:id="rId3"/>
          </p:cNvPr>
          <p:cNvPicPr preferRelativeResize="0"/>
          <p:nvPr/>
        </p:nvPicPr>
        <p:blipFill>
          <a:blip r:embed="rId4">
            <a:alphaModFix/>
          </a:blip>
          <a:stretch>
            <a:fillRect/>
          </a:stretch>
        </p:blipFill>
        <p:spPr>
          <a:xfrm>
            <a:off x="1660900" y="3776550"/>
            <a:ext cx="528000" cy="528000"/>
          </a:xfrm>
          <a:prstGeom prst="rect">
            <a:avLst/>
          </a:prstGeom>
          <a:noFill/>
          <a:ln>
            <a:noFill/>
          </a:ln>
        </p:spPr>
      </p:pic>
      <p:pic>
        <p:nvPicPr>
          <p:cNvPr id="1997" name="Google Shape;1997;p58">
            <a:hlinkClick r:id="rId5"/>
          </p:cNvPr>
          <p:cNvPicPr preferRelativeResize="0"/>
          <p:nvPr/>
        </p:nvPicPr>
        <p:blipFill>
          <a:blip r:embed="rId4">
            <a:alphaModFix/>
          </a:blip>
          <a:stretch>
            <a:fillRect/>
          </a:stretch>
        </p:blipFill>
        <p:spPr>
          <a:xfrm>
            <a:off x="4306050" y="3776550"/>
            <a:ext cx="528000" cy="528000"/>
          </a:xfrm>
          <a:prstGeom prst="rect">
            <a:avLst/>
          </a:prstGeom>
          <a:noFill/>
          <a:ln>
            <a:noFill/>
          </a:ln>
        </p:spPr>
      </p:pic>
      <p:pic>
        <p:nvPicPr>
          <p:cNvPr id="1998" name="Google Shape;1998;p58">
            <a:hlinkClick r:id="rId6"/>
          </p:cNvPr>
          <p:cNvPicPr preferRelativeResize="0"/>
          <p:nvPr/>
        </p:nvPicPr>
        <p:blipFill>
          <a:blip r:embed="rId4">
            <a:alphaModFix/>
          </a:blip>
          <a:stretch>
            <a:fillRect/>
          </a:stretch>
        </p:blipFill>
        <p:spPr>
          <a:xfrm>
            <a:off x="6951200" y="3776550"/>
            <a:ext cx="528000" cy="52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sp>
        <p:nvSpPr>
          <p:cNvPr id="2003" name="Google Shape;2003;p59"/>
          <p:cNvSpPr txBox="1"/>
          <p:nvPr>
            <p:ph idx="1" type="subTitle"/>
          </p:nvPr>
        </p:nvSpPr>
        <p:spPr>
          <a:xfrm>
            <a:off x="1820400" y="1329933"/>
            <a:ext cx="5503200" cy="172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 "Las aplicaciones móviles tienen el poder de mejorar la vida de las personas en todas partes. Ya sea resolviendo problemas cotidianos o brindando entretenimiento, puedes impactar positivamente a la sociedad con tu creatividad."</a:t>
            </a:r>
            <a:endParaRPr sz="1600"/>
          </a:p>
        </p:txBody>
      </p:sp>
      <p:grpSp>
        <p:nvGrpSpPr>
          <p:cNvPr id="2004" name="Google Shape;2004;p59"/>
          <p:cNvGrpSpPr/>
          <p:nvPr/>
        </p:nvGrpSpPr>
        <p:grpSpPr>
          <a:xfrm>
            <a:off x="3198643" y="3225225"/>
            <a:ext cx="2746716" cy="622550"/>
            <a:chOff x="6176076" y="2770675"/>
            <a:chExt cx="1918500" cy="622550"/>
          </a:xfrm>
        </p:grpSpPr>
        <p:sp>
          <p:nvSpPr>
            <p:cNvPr id="2005" name="Google Shape;2005;p59"/>
            <p:cNvSpPr/>
            <p:nvPr/>
          </p:nvSpPr>
          <p:spPr>
            <a:xfrm>
              <a:off x="6176076" y="2895225"/>
              <a:ext cx="1918500" cy="498000"/>
            </a:xfrm>
            <a:prstGeom prst="roundRect">
              <a:avLst>
                <a:gd fmla="val 16667" name="adj"/>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59"/>
            <p:cNvSpPr/>
            <p:nvPr/>
          </p:nvSpPr>
          <p:spPr>
            <a:xfrm>
              <a:off x="6176076" y="2770675"/>
              <a:ext cx="1918500" cy="498000"/>
            </a:xfrm>
            <a:prstGeom prst="roundRect">
              <a:avLst>
                <a:gd fmla="val 16667" name="adj"/>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7" name="Google Shape;2007;p59"/>
          <p:cNvSpPr txBox="1"/>
          <p:nvPr>
            <p:ph idx="2" type="subTitle"/>
          </p:nvPr>
        </p:nvSpPr>
        <p:spPr>
          <a:xfrm>
            <a:off x="3247200" y="3315558"/>
            <a:ext cx="264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—TIM COOK</a:t>
            </a:r>
            <a:endParaRPr/>
          </a:p>
        </p:txBody>
      </p:sp>
      <p:sp>
        <p:nvSpPr>
          <p:cNvPr id="2008" name="Google Shape;2008;p59"/>
          <p:cNvSpPr/>
          <p:nvPr/>
        </p:nvSpPr>
        <p:spPr>
          <a:xfrm>
            <a:off x="1148600" y="718616"/>
            <a:ext cx="773400" cy="773400"/>
          </a:xfrm>
          <a:prstGeom prst="roundRect">
            <a:avLst>
              <a:gd fmla="val 16667" name="adj"/>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59"/>
          <p:cNvSpPr/>
          <p:nvPr/>
        </p:nvSpPr>
        <p:spPr>
          <a:xfrm>
            <a:off x="1053750" y="616275"/>
            <a:ext cx="773400" cy="773400"/>
          </a:xfrm>
          <a:prstGeom prst="roundRect">
            <a:avLst>
              <a:gd fmla="val 16667"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59"/>
          <p:cNvSpPr/>
          <p:nvPr/>
        </p:nvSpPr>
        <p:spPr>
          <a:xfrm>
            <a:off x="1148600" y="817274"/>
            <a:ext cx="516475" cy="371413"/>
          </a:xfrm>
          <a:custGeom>
            <a:rect b="b" l="l" r="r" t="t"/>
            <a:pathLst>
              <a:path extrusionOk="0" h="11040" w="15353">
                <a:moveTo>
                  <a:pt x="4069" y="1"/>
                </a:moveTo>
                <a:lnTo>
                  <a:pt x="976" y="4693"/>
                </a:lnTo>
                <a:cubicBezTo>
                  <a:pt x="380" y="5561"/>
                  <a:pt x="0" y="6483"/>
                  <a:pt x="0" y="7568"/>
                </a:cubicBezTo>
                <a:cubicBezTo>
                  <a:pt x="0" y="9738"/>
                  <a:pt x="1600" y="11013"/>
                  <a:pt x="3336" y="11013"/>
                </a:cubicBezTo>
                <a:cubicBezTo>
                  <a:pt x="5262" y="11013"/>
                  <a:pt x="6673" y="9575"/>
                  <a:pt x="6673" y="7568"/>
                </a:cubicBezTo>
                <a:cubicBezTo>
                  <a:pt x="6673" y="6456"/>
                  <a:pt x="6211" y="5398"/>
                  <a:pt x="5235" y="4747"/>
                </a:cubicBezTo>
                <a:lnTo>
                  <a:pt x="7296" y="28"/>
                </a:lnTo>
                <a:lnTo>
                  <a:pt x="7296" y="1"/>
                </a:lnTo>
                <a:close/>
                <a:moveTo>
                  <a:pt x="12179" y="1"/>
                </a:moveTo>
                <a:lnTo>
                  <a:pt x="9087" y="4693"/>
                </a:lnTo>
                <a:cubicBezTo>
                  <a:pt x="8490" y="5561"/>
                  <a:pt x="8110" y="6483"/>
                  <a:pt x="8110" y="7568"/>
                </a:cubicBezTo>
                <a:cubicBezTo>
                  <a:pt x="8110" y="9738"/>
                  <a:pt x="9710" y="11040"/>
                  <a:pt x="11419" y="11040"/>
                </a:cubicBezTo>
                <a:cubicBezTo>
                  <a:pt x="13372" y="11040"/>
                  <a:pt x="14783" y="9575"/>
                  <a:pt x="14783" y="7568"/>
                </a:cubicBezTo>
                <a:cubicBezTo>
                  <a:pt x="14783" y="6456"/>
                  <a:pt x="14321" y="5398"/>
                  <a:pt x="13291" y="4720"/>
                </a:cubicBezTo>
                <a:lnTo>
                  <a:pt x="15352" y="1"/>
                </a:lnTo>
                <a:close/>
              </a:path>
            </a:pathLst>
          </a:cu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4" name="Shape 2014"/>
        <p:cNvGrpSpPr/>
        <p:nvPr/>
      </p:nvGrpSpPr>
      <p:grpSpPr>
        <a:xfrm>
          <a:off x="0" y="0"/>
          <a:ext cx="0" cy="0"/>
          <a:chOff x="0" y="0"/>
          <a:chExt cx="0" cy="0"/>
        </a:xfrm>
      </p:grpSpPr>
      <p:sp>
        <p:nvSpPr>
          <p:cNvPr id="2015" name="Google Shape;2015;p60"/>
          <p:cNvSpPr txBox="1"/>
          <p:nvPr>
            <p:ph type="title"/>
          </p:nvPr>
        </p:nvSpPr>
        <p:spPr>
          <a:xfrm>
            <a:off x="836550" y="1497725"/>
            <a:ext cx="3956100" cy="9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GRACIAS</a:t>
            </a:r>
            <a:endParaRPr/>
          </a:p>
        </p:txBody>
      </p:sp>
      <p:sp>
        <p:nvSpPr>
          <p:cNvPr id="2016" name="Google Shape;2016;p60"/>
          <p:cNvSpPr txBox="1"/>
          <p:nvPr>
            <p:ph idx="1" type="subTitle"/>
          </p:nvPr>
        </p:nvSpPr>
        <p:spPr>
          <a:xfrm>
            <a:off x="5443550" y="3673350"/>
            <a:ext cx="3588900" cy="8322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sz="1600"/>
              <a:t>¿TIENES ALGUNA DUDA QUE NO PUDISTE CONSULTAR?</a:t>
            </a:r>
            <a:endParaRPr sz="1600"/>
          </a:p>
        </p:txBody>
      </p:sp>
      <p:sp>
        <p:nvSpPr>
          <p:cNvPr id="2017" name="Google Shape;2017;p60"/>
          <p:cNvSpPr txBox="1"/>
          <p:nvPr>
            <p:ph idx="2" type="subTitle"/>
          </p:nvPr>
        </p:nvSpPr>
        <p:spPr>
          <a:xfrm>
            <a:off x="5443550" y="4502550"/>
            <a:ext cx="2852700" cy="83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vzapata@ciisa.cl</a:t>
            </a:r>
            <a:endParaRPr/>
          </a:p>
          <a:p>
            <a:pPr indent="0" lvl="0" marL="0" rtl="0" algn="l">
              <a:spcBef>
                <a:spcPts val="0"/>
              </a:spcBef>
              <a:spcAft>
                <a:spcPts val="0"/>
              </a:spcAft>
              <a:buNone/>
            </a:pPr>
            <a:r>
              <a:t/>
            </a:r>
            <a:endParaRPr/>
          </a:p>
        </p:txBody>
      </p:sp>
      <p:sp>
        <p:nvSpPr>
          <p:cNvPr id="2018" name="Google Shape;2018;p60"/>
          <p:cNvSpPr/>
          <p:nvPr/>
        </p:nvSpPr>
        <p:spPr>
          <a:xfrm>
            <a:off x="9072544" y="2508865"/>
            <a:ext cx="19" cy="19"/>
          </a:xfrm>
          <a:custGeom>
            <a:rect b="b" l="l" r="r" t="t"/>
            <a:pathLst>
              <a:path extrusionOk="0" fill="none" h="1" w="1">
                <a:moveTo>
                  <a:pt x="1" y="1"/>
                </a:moveTo>
                <a:close/>
              </a:path>
            </a:pathLst>
          </a:custGeom>
          <a:solidFill>
            <a:schemeClr val="accent3"/>
          </a:solidFill>
          <a:ln cap="rnd"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2019" name="Google Shape;2019;p60"/>
          <p:cNvSpPr txBox="1"/>
          <p:nvPr>
            <p:ph idx="3" type="subTitle"/>
          </p:nvPr>
        </p:nvSpPr>
        <p:spPr>
          <a:xfrm>
            <a:off x="1485850" y="2580475"/>
            <a:ext cx="4710300" cy="96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¿DUDAS?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hone Engineering Lesson by Slidesgo">
  <a:themeElements>
    <a:clrScheme name="Simple Light">
      <a:dk1>
        <a:srgbClr val="000000"/>
      </a:dk1>
      <a:lt1>
        <a:srgbClr val="FFFFFF"/>
      </a:lt1>
      <a:dk2>
        <a:srgbClr val="D9DDDF"/>
      </a:dk2>
      <a:lt2>
        <a:srgbClr val="EFF4F6"/>
      </a:lt2>
      <a:accent1>
        <a:srgbClr val="0C88FF"/>
      </a:accent1>
      <a:accent2>
        <a:srgbClr val="1336F8"/>
      </a:accent2>
      <a:accent3>
        <a:srgbClr val="0DCF7C"/>
      </a:accent3>
      <a:accent4>
        <a:srgbClr val="FF592A"/>
      </a:accent4>
      <a:accent5>
        <a:srgbClr val="C12900"/>
      </a:accent5>
      <a:accent6>
        <a:srgbClr val="FFC62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