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076137705" r:id="rId5"/>
    <p:sldId id="2076137706" r:id="rId6"/>
    <p:sldId id="2076137712" r:id="rId7"/>
    <p:sldId id="2076137722" r:id="rId8"/>
    <p:sldId id="2076137723" r:id="rId9"/>
    <p:sldId id="2076137726" r:id="rId10"/>
    <p:sldId id="2076137729" r:id="rId11"/>
    <p:sldId id="2076137730" r:id="rId12"/>
    <p:sldId id="2076137731" r:id="rId13"/>
    <p:sldId id="2076137725" r:id="rId14"/>
    <p:sldId id="2076137732" r:id="rId15"/>
    <p:sldId id="2076137733" r:id="rId16"/>
    <p:sldId id="2076137734" r:id="rId17"/>
    <p:sldId id="207613772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C5AA2A-7322-24C3-9B68-AD7395C41981}" name="Alejandra Bravo Garcia" initials="AG" userId="S::abravo@ciisa.cl::4cf5125d-f567-4a98-9bb5-4ea9ae908f01" providerId="AD"/>
  <p188:author id="{56A303EC-24C9-A366-E7A3-68AFB5B8C733}" name="Lorena Massone Bresler" initials="LM" userId="S::lmassone@ciisa.cl::02953e08-4597-4d31-a081-9f68326755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63E"/>
    <a:srgbClr val="496073"/>
    <a:srgbClr val="798998"/>
    <a:srgbClr val="3C3C3B"/>
    <a:srgbClr val="C7AC7A"/>
    <a:srgbClr val="102B42"/>
    <a:srgbClr val="304B61"/>
    <a:srgbClr val="13A438"/>
    <a:srgbClr val="671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795B7A-F72F-4730-A946-4D80829D5714}" v="4" dt="2025-06-25T16:52:50.6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72"/>
    <p:restoredTop sz="94719"/>
  </p:normalViewPr>
  <p:slideViewPr>
    <p:cSldViewPr snapToGrid="0">
      <p:cViewPr varScale="1">
        <p:scale>
          <a:sx n="78" d="100"/>
          <a:sy n="78" d="100"/>
        </p:scale>
        <p:origin x="1066" y="67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del Carmen Zuñiga Vicencio" userId="b48abb43-3ff2-40b8-9511-c9e27fc14ae3" providerId="ADAL" clId="{BD795B7A-F72F-4730-A946-4D80829D5714}"/>
    <pc:docChg chg="custSel addSld delSld modSld sldOrd">
      <pc:chgData name="Tatiana del Carmen Zuñiga Vicencio" userId="b48abb43-3ff2-40b8-9511-c9e27fc14ae3" providerId="ADAL" clId="{BD795B7A-F72F-4730-A946-4D80829D5714}" dt="2025-06-25T16:54:07.125" v="96" actId="20577"/>
      <pc:docMkLst>
        <pc:docMk/>
      </pc:docMkLst>
      <pc:sldChg chg="del">
        <pc:chgData name="Tatiana del Carmen Zuñiga Vicencio" userId="b48abb43-3ff2-40b8-9511-c9e27fc14ae3" providerId="ADAL" clId="{BD795B7A-F72F-4730-A946-4D80829D5714}" dt="2025-06-25T16:52:23.897" v="79" actId="2696"/>
        <pc:sldMkLst>
          <pc:docMk/>
          <pc:sldMk cId="1943926825" sldId="2076137704"/>
        </pc:sldMkLst>
      </pc:sldChg>
      <pc:sldChg chg="modSp mod">
        <pc:chgData name="Tatiana del Carmen Zuñiga Vicencio" userId="b48abb43-3ff2-40b8-9511-c9e27fc14ae3" providerId="ADAL" clId="{BD795B7A-F72F-4730-A946-4D80829D5714}" dt="2025-06-25T16:47:40.266" v="1" actId="20577"/>
        <pc:sldMkLst>
          <pc:docMk/>
          <pc:sldMk cId="2328334949" sldId="2076137706"/>
        </pc:sldMkLst>
        <pc:spChg chg="mod">
          <ac:chgData name="Tatiana del Carmen Zuñiga Vicencio" userId="b48abb43-3ff2-40b8-9511-c9e27fc14ae3" providerId="ADAL" clId="{BD795B7A-F72F-4730-A946-4D80829D5714}" dt="2025-06-25T16:47:40.266" v="1" actId="20577"/>
          <ac:spMkLst>
            <pc:docMk/>
            <pc:sldMk cId="2328334949" sldId="2076137706"/>
            <ac:spMk id="3" creationId="{E13EDA60-EA13-DE58-247C-0BA1927DF33E}"/>
          </ac:spMkLst>
        </pc:spChg>
      </pc:sldChg>
      <pc:sldChg chg="del">
        <pc:chgData name="Tatiana del Carmen Zuñiga Vicencio" userId="b48abb43-3ff2-40b8-9511-c9e27fc14ae3" providerId="ADAL" clId="{BD795B7A-F72F-4730-A946-4D80829D5714}" dt="2025-06-25T16:48:08.607" v="2" actId="2696"/>
        <pc:sldMkLst>
          <pc:docMk/>
          <pc:sldMk cId="829328944" sldId="2076137708"/>
        </pc:sldMkLst>
      </pc:sldChg>
      <pc:sldChg chg="del">
        <pc:chgData name="Tatiana del Carmen Zuñiga Vicencio" userId="b48abb43-3ff2-40b8-9511-c9e27fc14ae3" providerId="ADAL" clId="{BD795B7A-F72F-4730-A946-4D80829D5714}" dt="2025-06-25T16:49:45.290" v="30" actId="2696"/>
        <pc:sldMkLst>
          <pc:docMk/>
          <pc:sldMk cId="3308352145" sldId="2076137715"/>
        </pc:sldMkLst>
      </pc:sldChg>
      <pc:sldChg chg="del">
        <pc:chgData name="Tatiana del Carmen Zuñiga Vicencio" userId="b48abb43-3ff2-40b8-9511-c9e27fc14ae3" providerId="ADAL" clId="{BD795B7A-F72F-4730-A946-4D80829D5714}" dt="2025-06-25T16:53:51.003" v="87" actId="2696"/>
        <pc:sldMkLst>
          <pc:docMk/>
          <pc:sldMk cId="2456185182" sldId="2076137716"/>
        </pc:sldMkLst>
      </pc:sldChg>
      <pc:sldChg chg="del">
        <pc:chgData name="Tatiana del Carmen Zuñiga Vicencio" userId="b48abb43-3ff2-40b8-9511-c9e27fc14ae3" providerId="ADAL" clId="{BD795B7A-F72F-4730-A946-4D80829D5714}" dt="2025-06-25T16:51:19.986" v="45" actId="2696"/>
        <pc:sldMkLst>
          <pc:docMk/>
          <pc:sldMk cId="2869556707" sldId="2076137719"/>
        </pc:sldMkLst>
      </pc:sldChg>
      <pc:sldChg chg="del">
        <pc:chgData name="Tatiana del Carmen Zuñiga Vicencio" userId="b48abb43-3ff2-40b8-9511-c9e27fc14ae3" providerId="ADAL" clId="{BD795B7A-F72F-4730-A946-4D80829D5714}" dt="2025-06-25T16:53:18.717" v="85" actId="2696"/>
        <pc:sldMkLst>
          <pc:docMk/>
          <pc:sldMk cId="2590429962" sldId="2076137721"/>
        </pc:sldMkLst>
      </pc:sldChg>
      <pc:sldChg chg="del">
        <pc:chgData name="Tatiana del Carmen Zuñiga Vicencio" userId="b48abb43-3ff2-40b8-9511-c9e27fc14ae3" providerId="ADAL" clId="{BD795B7A-F72F-4730-A946-4D80829D5714}" dt="2025-06-25T16:50:19.298" v="35" actId="2696"/>
        <pc:sldMkLst>
          <pc:docMk/>
          <pc:sldMk cId="1755514215" sldId="2076137724"/>
        </pc:sldMkLst>
      </pc:sldChg>
      <pc:sldChg chg="modSp mod">
        <pc:chgData name="Tatiana del Carmen Zuñiga Vicencio" userId="b48abb43-3ff2-40b8-9511-c9e27fc14ae3" providerId="ADAL" clId="{BD795B7A-F72F-4730-A946-4D80829D5714}" dt="2025-06-25T16:54:07.125" v="96" actId="20577"/>
        <pc:sldMkLst>
          <pc:docMk/>
          <pc:sldMk cId="2859692184" sldId="2076137727"/>
        </pc:sldMkLst>
        <pc:spChg chg="mod">
          <ac:chgData name="Tatiana del Carmen Zuñiga Vicencio" userId="b48abb43-3ff2-40b8-9511-c9e27fc14ae3" providerId="ADAL" clId="{BD795B7A-F72F-4730-A946-4D80829D5714}" dt="2025-06-25T16:54:07.125" v="96" actId="20577"/>
          <ac:spMkLst>
            <pc:docMk/>
            <pc:sldMk cId="2859692184" sldId="2076137727"/>
            <ac:spMk id="9" creationId="{9CED6689-E164-16F1-165C-E17B242D55E2}"/>
          </ac:spMkLst>
        </pc:spChg>
      </pc:sldChg>
      <pc:sldChg chg="del">
        <pc:chgData name="Tatiana del Carmen Zuñiga Vicencio" userId="b48abb43-3ff2-40b8-9511-c9e27fc14ae3" providerId="ADAL" clId="{BD795B7A-F72F-4730-A946-4D80829D5714}" dt="2025-06-25T16:53:46.931" v="86" actId="2696"/>
        <pc:sldMkLst>
          <pc:docMk/>
          <pc:sldMk cId="1264236062" sldId="2076137728"/>
        </pc:sldMkLst>
      </pc:sldChg>
      <pc:sldChg chg="addSp delSp modSp add mod ord">
        <pc:chgData name="Tatiana del Carmen Zuñiga Vicencio" userId="b48abb43-3ff2-40b8-9511-c9e27fc14ae3" providerId="ADAL" clId="{BD795B7A-F72F-4730-A946-4D80829D5714}" dt="2025-06-25T16:49:24.743" v="29" actId="1076"/>
        <pc:sldMkLst>
          <pc:docMk/>
          <pc:sldMk cId="495220030" sldId="2076137729"/>
        </pc:sldMkLst>
        <pc:spChg chg="mod">
          <ac:chgData name="Tatiana del Carmen Zuñiga Vicencio" userId="b48abb43-3ff2-40b8-9511-c9e27fc14ae3" providerId="ADAL" clId="{BD795B7A-F72F-4730-A946-4D80829D5714}" dt="2025-06-25T16:48:58.823" v="21" actId="20577"/>
          <ac:spMkLst>
            <pc:docMk/>
            <pc:sldMk cId="495220030" sldId="2076137729"/>
            <ac:spMk id="2" creationId="{EFA6492C-DEEE-A789-DF6E-E140A15D5FDA}"/>
          </ac:spMkLst>
        </pc:spChg>
        <pc:spChg chg="add mod">
          <ac:chgData name="Tatiana del Carmen Zuñiga Vicencio" userId="b48abb43-3ff2-40b8-9511-c9e27fc14ae3" providerId="ADAL" clId="{BD795B7A-F72F-4730-A946-4D80829D5714}" dt="2025-06-25T16:49:24.743" v="29" actId="1076"/>
          <ac:spMkLst>
            <pc:docMk/>
            <pc:sldMk cId="495220030" sldId="2076137729"/>
            <ac:spMk id="4" creationId="{0F2E2544-E631-D6E6-C184-5615F430CA64}"/>
          </ac:spMkLst>
        </pc:spChg>
        <pc:picChg chg="del">
          <ac:chgData name="Tatiana del Carmen Zuñiga Vicencio" userId="b48abb43-3ff2-40b8-9511-c9e27fc14ae3" providerId="ADAL" clId="{BD795B7A-F72F-4730-A946-4D80829D5714}" dt="2025-06-25T16:49:02.046" v="22" actId="478"/>
          <ac:picMkLst>
            <pc:docMk/>
            <pc:sldMk cId="495220030" sldId="2076137729"/>
            <ac:picMk id="5" creationId="{A8208F80-B052-7006-EE43-B6989DC356F8}"/>
          </ac:picMkLst>
        </pc:picChg>
      </pc:sldChg>
      <pc:sldChg chg="addSp delSp modSp add mod">
        <pc:chgData name="Tatiana del Carmen Zuñiga Vicencio" userId="b48abb43-3ff2-40b8-9511-c9e27fc14ae3" providerId="ADAL" clId="{BD795B7A-F72F-4730-A946-4D80829D5714}" dt="2025-06-25T16:50:14.201" v="34" actId="1076"/>
        <pc:sldMkLst>
          <pc:docMk/>
          <pc:sldMk cId="4278460843" sldId="2076137730"/>
        </pc:sldMkLst>
        <pc:spChg chg="add mod">
          <ac:chgData name="Tatiana del Carmen Zuñiga Vicencio" userId="b48abb43-3ff2-40b8-9511-c9e27fc14ae3" providerId="ADAL" clId="{BD795B7A-F72F-4730-A946-4D80829D5714}" dt="2025-06-25T16:50:14.201" v="34" actId="1076"/>
          <ac:spMkLst>
            <pc:docMk/>
            <pc:sldMk cId="4278460843" sldId="2076137730"/>
            <ac:spMk id="3" creationId="{4B89DAD7-A5D2-FC3D-8809-5F5091CFCB09}"/>
          </ac:spMkLst>
        </pc:spChg>
        <pc:spChg chg="del">
          <ac:chgData name="Tatiana del Carmen Zuñiga Vicencio" userId="b48abb43-3ff2-40b8-9511-c9e27fc14ae3" providerId="ADAL" clId="{BD795B7A-F72F-4730-A946-4D80829D5714}" dt="2025-06-25T16:49:58.460" v="32" actId="478"/>
          <ac:spMkLst>
            <pc:docMk/>
            <pc:sldMk cId="4278460843" sldId="2076137730"/>
            <ac:spMk id="4" creationId="{0EA00825-8A16-F3EB-EA32-79423686CF50}"/>
          </ac:spMkLst>
        </pc:spChg>
      </pc:sldChg>
      <pc:sldChg chg="addSp delSp modSp add mod">
        <pc:chgData name="Tatiana del Carmen Zuñiga Vicencio" userId="b48abb43-3ff2-40b8-9511-c9e27fc14ae3" providerId="ADAL" clId="{BD795B7A-F72F-4730-A946-4D80829D5714}" dt="2025-06-25T16:51:06.995" v="44" actId="255"/>
        <pc:sldMkLst>
          <pc:docMk/>
          <pc:sldMk cId="1406615729" sldId="2076137731"/>
        </pc:sldMkLst>
        <pc:spChg chg="mod">
          <ac:chgData name="Tatiana del Carmen Zuñiga Vicencio" userId="b48abb43-3ff2-40b8-9511-c9e27fc14ae3" providerId="ADAL" clId="{BD795B7A-F72F-4730-A946-4D80829D5714}" dt="2025-06-25T16:50:38.193" v="40" actId="20577"/>
          <ac:spMkLst>
            <pc:docMk/>
            <pc:sldMk cId="1406615729" sldId="2076137731"/>
            <ac:spMk id="2" creationId="{6514ED94-CD14-4F0E-DABF-1748155C8F17}"/>
          </ac:spMkLst>
        </pc:spChg>
        <pc:spChg chg="del">
          <ac:chgData name="Tatiana del Carmen Zuñiga Vicencio" userId="b48abb43-3ff2-40b8-9511-c9e27fc14ae3" providerId="ADAL" clId="{BD795B7A-F72F-4730-A946-4D80829D5714}" dt="2025-06-25T16:50:42.003" v="41" actId="478"/>
          <ac:spMkLst>
            <pc:docMk/>
            <pc:sldMk cId="1406615729" sldId="2076137731"/>
            <ac:spMk id="3" creationId="{F786D4A2-8987-3F47-5141-D52836B8CD83}"/>
          </ac:spMkLst>
        </pc:spChg>
        <pc:spChg chg="add mod">
          <ac:chgData name="Tatiana del Carmen Zuñiga Vicencio" userId="b48abb43-3ff2-40b8-9511-c9e27fc14ae3" providerId="ADAL" clId="{BD795B7A-F72F-4730-A946-4D80829D5714}" dt="2025-06-25T16:51:06.995" v="44" actId="255"/>
          <ac:spMkLst>
            <pc:docMk/>
            <pc:sldMk cId="1406615729" sldId="2076137731"/>
            <ac:spMk id="4" creationId="{9CAF2F93-5EFC-9D9E-975A-34180C01CE19}"/>
          </ac:spMkLst>
        </pc:spChg>
      </pc:sldChg>
      <pc:sldChg chg="addSp delSp modSp add mod ord">
        <pc:chgData name="Tatiana del Carmen Zuñiga Vicencio" userId="b48abb43-3ff2-40b8-9511-c9e27fc14ae3" providerId="ADAL" clId="{BD795B7A-F72F-4730-A946-4D80829D5714}" dt="2025-06-25T16:52:16.808" v="78"/>
        <pc:sldMkLst>
          <pc:docMk/>
          <pc:sldMk cId="3699951508" sldId="2076137732"/>
        </pc:sldMkLst>
        <pc:spChg chg="mod">
          <ac:chgData name="Tatiana del Carmen Zuñiga Vicencio" userId="b48abb43-3ff2-40b8-9511-c9e27fc14ae3" providerId="ADAL" clId="{BD795B7A-F72F-4730-A946-4D80829D5714}" dt="2025-06-25T16:52:03.024" v="76" actId="20577"/>
          <ac:spMkLst>
            <pc:docMk/>
            <pc:sldMk cId="3699951508" sldId="2076137732"/>
            <ac:spMk id="2" creationId="{90F273EF-E79D-4874-7B84-D1A6630BDB83}"/>
          </ac:spMkLst>
        </pc:spChg>
        <pc:spChg chg="add mod">
          <ac:chgData name="Tatiana del Carmen Zuñiga Vicencio" userId="b48abb43-3ff2-40b8-9511-c9e27fc14ae3" providerId="ADAL" clId="{BD795B7A-F72F-4730-A946-4D80829D5714}" dt="2025-06-25T16:52:16.808" v="78"/>
          <ac:spMkLst>
            <pc:docMk/>
            <pc:sldMk cId="3699951508" sldId="2076137732"/>
            <ac:spMk id="3" creationId="{230AB43F-6D22-1D8C-D7F9-0AC36AB6B754}"/>
          </ac:spMkLst>
        </pc:spChg>
        <pc:spChg chg="del">
          <ac:chgData name="Tatiana del Carmen Zuñiga Vicencio" userId="b48abb43-3ff2-40b8-9511-c9e27fc14ae3" providerId="ADAL" clId="{BD795B7A-F72F-4730-A946-4D80829D5714}" dt="2025-06-25T16:52:06.065" v="77" actId="478"/>
          <ac:spMkLst>
            <pc:docMk/>
            <pc:sldMk cId="3699951508" sldId="2076137732"/>
            <ac:spMk id="4" creationId="{3ABBA7C8-4AFA-78F9-F70D-66EFA33D8D30}"/>
          </ac:spMkLst>
        </pc:spChg>
      </pc:sldChg>
      <pc:sldChg chg="addSp delSp modSp add mod">
        <pc:chgData name="Tatiana del Carmen Zuñiga Vicencio" userId="b48abb43-3ff2-40b8-9511-c9e27fc14ae3" providerId="ADAL" clId="{BD795B7A-F72F-4730-A946-4D80829D5714}" dt="2025-06-25T16:53:05.603" v="84" actId="255"/>
        <pc:sldMkLst>
          <pc:docMk/>
          <pc:sldMk cId="2557025118" sldId="2076137733"/>
        </pc:sldMkLst>
        <pc:spChg chg="del">
          <ac:chgData name="Tatiana del Carmen Zuñiga Vicencio" userId="b48abb43-3ff2-40b8-9511-c9e27fc14ae3" providerId="ADAL" clId="{BD795B7A-F72F-4730-A946-4D80829D5714}" dt="2025-06-25T16:52:41.362" v="81" actId="478"/>
          <ac:spMkLst>
            <pc:docMk/>
            <pc:sldMk cId="2557025118" sldId="2076137733"/>
            <ac:spMk id="3" creationId="{DBC4C757-9DB6-96E1-9302-E52EFF9F3D1B}"/>
          </ac:spMkLst>
        </pc:spChg>
        <pc:spChg chg="add mod">
          <ac:chgData name="Tatiana del Carmen Zuñiga Vicencio" userId="b48abb43-3ff2-40b8-9511-c9e27fc14ae3" providerId="ADAL" clId="{BD795B7A-F72F-4730-A946-4D80829D5714}" dt="2025-06-25T16:53:05.603" v="84" actId="255"/>
          <ac:spMkLst>
            <pc:docMk/>
            <pc:sldMk cId="2557025118" sldId="2076137733"/>
            <ac:spMk id="4" creationId="{6139F921-3798-0AF7-CB45-D7C0CE5C5074}"/>
          </ac:spMkLst>
        </pc:spChg>
      </pc:sldChg>
    </pc:docChg>
  </pc:docChgLst>
  <pc:docChgLst>
    <pc:chgData name="César Díaz" userId="ed34fad7-0c20-4e51-b35e-19bd778b9593" providerId="ADAL" clId="{51ACDB2D-09DD-490E-A1C2-29B24CBAEA85}"/>
    <pc:docChg chg="custSel modSld modMainMaster">
      <pc:chgData name="César Díaz" userId="ed34fad7-0c20-4e51-b35e-19bd778b9593" providerId="ADAL" clId="{51ACDB2D-09DD-490E-A1C2-29B24CBAEA85}" dt="2023-08-08T17:01:27.407" v="8" actId="14100"/>
      <pc:docMkLst>
        <pc:docMk/>
      </pc:docMkLst>
      <pc:sldChg chg="addSp delSp modSp mod">
        <pc:chgData name="César Díaz" userId="ed34fad7-0c20-4e51-b35e-19bd778b9593" providerId="ADAL" clId="{51ACDB2D-09DD-490E-A1C2-29B24CBAEA85}" dt="2023-08-08T16:51:13.533" v="3" actId="21"/>
        <pc:sldMkLst>
          <pc:docMk/>
          <pc:sldMk cId="3167001994" sldId="2076137705"/>
        </pc:sldMkLst>
      </pc:sldChg>
      <pc:sldMasterChg chg="modSldLayout">
        <pc:chgData name="César Díaz" userId="ed34fad7-0c20-4e51-b35e-19bd778b9593" providerId="ADAL" clId="{51ACDB2D-09DD-490E-A1C2-29B24CBAEA85}" dt="2023-08-08T17:01:27.407" v="8" actId="14100"/>
        <pc:sldMasterMkLst>
          <pc:docMk/>
          <pc:sldMasterMk cId="2491898207" sldId="2147483660"/>
        </pc:sldMasterMkLst>
        <pc:sldLayoutChg chg="addSp delSp modSp mod">
          <pc:chgData name="César Díaz" userId="ed34fad7-0c20-4e51-b35e-19bd778b9593" providerId="ADAL" clId="{51ACDB2D-09DD-490E-A1C2-29B24CBAEA85}" dt="2023-08-08T17:01:27.407" v="8" actId="14100"/>
          <pc:sldLayoutMkLst>
            <pc:docMk/>
            <pc:sldMasterMk cId="2491898207" sldId="2147483660"/>
            <pc:sldLayoutMk cId="639590872" sldId="2147483662"/>
          </pc:sldLayoutMkLst>
        </pc:sldLayoutChg>
      </pc:sldMasterChg>
    </pc:docChg>
  </pc:docChgLst>
  <pc:docChgLst>
    <pc:chgData name="Alejandra Bravo Garcia" userId="S::abravo@ciisa.cl::4cf5125d-f567-4a98-9bb5-4ea9ae908f01" providerId="AD" clId="Web-{5663FD55-0FF0-C7B0-5920-2AD260876C3B}"/>
    <pc:docChg chg="addSld modSld">
      <pc:chgData name="Alejandra Bravo Garcia" userId="S::abravo@ciisa.cl::4cf5125d-f567-4a98-9bb5-4ea9ae908f01" providerId="AD" clId="Web-{5663FD55-0FF0-C7B0-5920-2AD260876C3B}" dt="2024-02-05T19:06:45.962" v="530"/>
      <pc:docMkLst>
        <pc:docMk/>
      </pc:docMkLst>
      <pc:sldChg chg="modSp">
        <pc:chgData name="Alejandra Bravo Garcia" userId="S::abravo@ciisa.cl::4cf5125d-f567-4a98-9bb5-4ea9ae908f01" providerId="AD" clId="Web-{5663FD55-0FF0-C7B0-5920-2AD260876C3B}" dt="2024-02-05T18:56:38.301" v="323" actId="20577"/>
        <pc:sldMkLst>
          <pc:docMk/>
          <pc:sldMk cId="1943926825" sldId="2076137704"/>
        </pc:sldMkLst>
      </pc:sldChg>
      <pc:sldChg chg="modSp">
        <pc:chgData name="Alejandra Bravo Garcia" userId="S::abravo@ciisa.cl::4cf5125d-f567-4a98-9bb5-4ea9ae908f01" providerId="AD" clId="Web-{5663FD55-0FF0-C7B0-5920-2AD260876C3B}" dt="2024-02-05T18:41:16.129" v="5" actId="20577"/>
        <pc:sldMkLst>
          <pc:docMk/>
          <pc:sldMk cId="3167001994" sldId="2076137705"/>
        </pc:sldMkLst>
      </pc:sldChg>
      <pc:sldChg chg="modSp addCm">
        <pc:chgData name="Alejandra Bravo Garcia" userId="S::abravo@ciisa.cl::4cf5125d-f567-4a98-9bb5-4ea9ae908f01" providerId="AD" clId="Web-{5663FD55-0FF0-C7B0-5920-2AD260876C3B}" dt="2024-02-05T19:06:45.962" v="530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5663FD55-0FF0-C7B0-5920-2AD260876C3B}" dt="2024-02-05T19:06:45.962" v="530"/>
              <pc2:cmMkLst xmlns:pc2="http://schemas.microsoft.com/office/powerpoint/2019/9/main/command">
                <pc:docMk/>
                <pc:sldMk cId="2328334949" sldId="2076137706"/>
                <pc2:cmMk id="{84263B4C-CCB3-41C4-AE97-EC1638A00CC0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5663FD55-0FF0-C7B0-5920-2AD260876C3B}" dt="2024-02-05T19:00:17.464" v="528"/>
        <pc:sldMkLst>
          <pc:docMk/>
          <pc:sldMk cId="3308352145" sldId="20761377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5663FD55-0FF0-C7B0-5920-2AD260876C3B}" dt="2024-02-05T19:00:17.464" v="528"/>
              <pc2:cmMkLst xmlns:pc2="http://schemas.microsoft.com/office/powerpoint/2019/9/main/command">
                <pc:docMk/>
                <pc:sldMk cId="3308352145" sldId="2076137715"/>
                <pc2:cmMk id="{4BAB6D04-41AC-4F9A-B947-8BFC2771B8C9}"/>
              </pc2:cmMkLst>
            </pc226:cmChg>
          </p:ext>
        </pc:extLst>
      </pc:sldChg>
      <pc:sldChg chg="modSp add replId">
        <pc:chgData name="Alejandra Bravo Garcia" userId="S::abravo@ciisa.cl::4cf5125d-f567-4a98-9bb5-4ea9ae908f01" providerId="AD" clId="Web-{5663FD55-0FF0-C7B0-5920-2AD260876C3B}" dt="2024-02-05T18:59:09.806" v="527" actId="20577"/>
        <pc:sldMkLst>
          <pc:docMk/>
          <pc:sldMk cId="2590429962" sldId="2076137721"/>
        </pc:sldMkLst>
      </pc:sldChg>
    </pc:docChg>
  </pc:docChgLst>
  <pc:docChgLst>
    <pc:chgData name="María Neira (EXT)" userId="S::maria.neira.ext@ciisa.cl::40120b81-8f16-429e-99bf-099f22c85a12" providerId="AD" clId="Web-{7CCEFDCC-4009-D3D3-DF74-31A5EC894FC7}"/>
    <pc:docChg chg="modSld">
      <pc:chgData name="María Neira (EXT)" userId="S::maria.neira.ext@ciisa.cl::40120b81-8f16-429e-99bf-099f22c85a12" providerId="AD" clId="Web-{7CCEFDCC-4009-D3D3-DF74-31A5EC894FC7}" dt="2024-01-25T18:42:55.057" v="12" actId="20577"/>
      <pc:docMkLst>
        <pc:docMk/>
      </pc:docMkLst>
      <pc:sldChg chg="modSp">
        <pc:chgData name="María Neira (EXT)" userId="S::maria.neira.ext@ciisa.cl::40120b81-8f16-429e-99bf-099f22c85a12" providerId="AD" clId="Web-{7CCEFDCC-4009-D3D3-DF74-31A5EC894FC7}" dt="2024-01-25T18:42:55.057" v="12" actId="20577"/>
        <pc:sldMkLst>
          <pc:docMk/>
          <pc:sldMk cId="3308352145" sldId="2076137715"/>
        </pc:sldMkLst>
      </pc:sldChg>
    </pc:docChg>
  </pc:docChgLst>
  <pc:docChgLst>
    <pc:chgData name="FRANCISCO JAVIER FUENTEALBA BERMEDO" userId="21bcd9b6-549c-4de7-ae8b-bc240ba1e321" providerId="ADAL" clId="{68C314C1-FD07-4252-8D69-DFEDE078A151}"/>
    <pc:docChg chg="undo custSel modSld">
      <pc:chgData name="FRANCISCO JAVIER FUENTEALBA BERMEDO" userId="21bcd9b6-549c-4de7-ae8b-bc240ba1e321" providerId="ADAL" clId="{68C314C1-FD07-4252-8D69-DFEDE078A151}" dt="2024-02-07T00:30:24.502" v="1353" actId="14100"/>
      <pc:docMkLst>
        <pc:docMk/>
      </pc:docMkLst>
      <pc:sldChg chg="addSp modSp mod">
        <pc:chgData name="FRANCISCO JAVIER FUENTEALBA BERMEDO" userId="21bcd9b6-549c-4de7-ae8b-bc240ba1e321" providerId="ADAL" clId="{68C314C1-FD07-4252-8D69-DFEDE078A151}" dt="2024-02-07T00:05:58.421" v="883" actId="14100"/>
        <pc:sldMkLst>
          <pc:docMk/>
          <pc:sldMk cId="1943926825" sldId="2076137704"/>
        </pc:sldMkLst>
      </pc:sldChg>
      <pc:sldChg chg="modSp mod">
        <pc:chgData name="FRANCISCO JAVIER FUENTEALBA BERMEDO" userId="21bcd9b6-549c-4de7-ae8b-bc240ba1e321" providerId="ADAL" clId="{68C314C1-FD07-4252-8D69-DFEDE078A151}" dt="2024-02-06T21:42:50.121" v="2" actId="27636"/>
        <pc:sldMkLst>
          <pc:docMk/>
          <pc:sldMk cId="3167001994" sldId="2076137705"/>
        </pc:sldMkLst>
      </pc:sldChg>
      <pc:sldChg chg="modSp mod modCm">
        <pc:chgData name="FRANCISCO JAVIER FUENTEALBA BERMEDO" userId="21bcd9b6-549c-4de7-ae8b-bc240ba1e321" providerId="ADAL" clId="{68C314C1-FD07-4252-8D69-DFEDE078A151}" dt="2024-02-06T21:54:18.821" v="8" actId="20577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RANCISCO JAVIER FUENTEALBA BERMEDO" userId="21bcd9b6-549c-4de7-ae8b-bc240ba1e321" providerId="ADAL" clId="{68C314C1-FD07-4252-8D69-DFEDE078A151}" dt="2024-02-06T21:54:18.821" v="8" actId="20577"/>
              <pc2:cmMkLst xmlns:pc2="http://schemas.microsoft.com/office/powerpoint/2019/9/main/command">
                <pc:docMk/>
                <pc:sldMk cId="2328334949" sldId="2076137706"/>
                <pc2:cmMk id="{DDDD2A36-9F9D-46B0-9740-ACE2DA0449C6}"/>
              </pc2:cmMkLst>
            </pc226:cmChg>
            <pc226:cmChg xmlns:pc226="http://schemas.microsoft.com/office/powerpoint/2022/06/main/command" chg="mod">
              <pc226:chgData name="FRANCISCO JAVIER FUENTEALBA BERMEDO" userId="21bcd9b6-549c-4de7-ae8b-bc240ba1e321" providerId="ADAL" clId="{68C314C1-FD07-4252-8D69-DFEDE078A151}" dt="2024-02-06T21:54:18.821" v="8" actId="20577"/>
              <pc2:cmMkLst xmlns:pc2="http://schemas.microsoft.com/office/powerpoint/2019/9/main/command">
                <pc:docMk/>
                <pc:sldMk cId="2328334949" sldId="2076137706"/>
                <pc2:cmMk id="{5303A491-74C7-47BF-9DB8-8062F8CB364B}"/>
              </pc2:cmMkLst>
            </pc226:cmChg>
          </p:ext>
        </pc:extLst>
      </pc:sldChg>
      <pc:sldChg chg="modSp mod">
        <pc:chgData name="FRANCISCO JAVIER FUENTEALBA BERMEDO" userId="21bcd9b6-549c-4de7-ae8b-bc240ba1e321" providerId="ADAL" clId="{68C314C1-FD07-4252-8D69-DFEDE078A151}" dt="2024-02-07T00:12:32.126" v="1012" actId="20577"/>
        <pc:sldMkLst>
          <pc:docMk/>
          <pc:sldMk cId="3736436638" sldId="2076137707"/>
        </pc:sldMkLst>
      </pc:sldChg>
      <pc:sldChg chg="addSp delSp modSp mod">
        <pc:chgData name="FRANCISCO JAVIER FUENTEALBA BERMEDO" userId="21bcd9b6-549c-4de7-ae8b-bc240ba1e321" providerId="ADAL" clId="{68C314C1-FD07-4252-8D69-DFEDE078A151}" dt="2024-02-07T00:30:24.502" v="1353" actId="14100"/>
        <pc:sldMkLst>
          <pc:docMk/>
          <pc:sldMk cId="3631252662" sldId="2076137712"/>
        </pc:sldMkLst>
      </pc:sldChg>
      <pc:sldChg chg="modSp mod">
        <pc:chgData name="FRANCISCO JAVIER FUENTEALBA BERMEDO" userId="21bcd9b6-549c-4de7-ae8b-bc240ba1e321" providerId="ADAL" clId="{68C314C1-FD07-4252-8D69-DFEDE078A151}" dt="2024-02-07T00:25:19.412" v="1342" actId="13926"/>
        <pc:sldMkLst>
          <pc:docMk/>
          <pc:sldMk cId="3308352145" sldId="2076137715"/>
        </pc:sldMkLst>
      </pc:sldChg>
      <pc:sldChg chg="modSp mod">
        <pc:chgData name="FRANCISCO JAVIER FUENTEALBA BERMEDO" userId="21bcd9b6-549c-4de7-ae8b-bc240ba1e321" providerId="ADAL" clId="{68C314C1-FD07-4252-8D69-DFEDE078A151}" dt="2024-02-06T22:56:43.070" v="733" actId="20577"/>
        <pc:sldMkLst>
          <pc:docMk/>
          <pc:sldMk cId="2869556707" sldId="2076137719"/>
        </pc:sldMkLst>
      </pc:sldChg>
      <pc:sldChg chg="addSp modSp mod">
        <pc:chgData name="FRANCISCO JAVIER FUENTEALBA BERMEDO" userId="21bcd9b6-549c-4de7-ae8b-bc240ba1e321" providerId="ADAL" clId="{68C314C1-FD07-4252-8D69-DFEDE078A151}" dt="2024-02-07T00:12:10.211" v="1011" actId="13926"/>
        <pc:sldMkLst>
          <pc:docMk/>
          <pc:sldMk cId="2590429962" sldId="2076137721"/>
        </pc:sldMkLst>
      </pc:sldChg>
    </pc:docChg>
  </pc:docChgLst>
  <pc:docChgLst>
    <pc:chgData name="Alejandra Bravo Garcia" userId="S::abravo@ciisa.cl::4cf5125d-f567-4a98-9bb5-4ea9ae908f01" providerId="AD" clId="Web-{341A84B5-8B6E-3EA9-03A3-74F6E9820380}"/>
    <pc:docChg chg="sldOrd">
      <pc:chgData name="Alejandra Bravo Garcia" userId="S::abravo@ciisa.cl::4cf5125d-f567-4a98-9bb5-4ea9ae908f01" providerId="AD" clId="Web-{341A84B5-8B6E-3EA9-03A3-74F6E9820380}" dt="2023-10-27T15:51:17.925" v="1"/>
      <pc:docMkLst>
        <pc:docMk/>
      </pc:docMkLst>
      <pc:sldChg chg="ord">
        <pc:chgData name="Alejandra Bravo Garcia" userId="S::abravo@ciisa.cl::4cf5125d-f567-4a98-9bb5-4ea9ae908f01" providerId="AD" clId="Web-{341A84B5-8B6E-3EA9-03A3-74F6E9820380}" dt="2023-10-27T15:51:17.925" v="1"/>
        <pc:sldMkLst>
          <pc:docMk/>
          <pc:sldMk cId="242947854" sldId="2076137701"/>
        </pc:sldMkLst>
      </pc:sldChg>
      <pc:sldChg chg="modCm">
        <pc:chgData name="Alejandra Bravo Garcia" userId="S::abravo@ciisa.cl::4cf5125d-f567-4a98-9bb5-4ea9ae908f01" providerId="AD" clId="Web-{341A84B5-8B6E-3EA9-03A3-74F6E9820380}" dt="2023-10-27T15:51:06.831" v="0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lejandra Bravo Garcia" userId="S::abravo@ciisa.cl::4cf5125d-f567-4a98-9bb5-4ea9ae908f01" providerId="AD" clId="Web-{341A84B5-8B6E-3EA9-03A3-74F6E9820380}" dt="2023-10-27T15:51:06.831" v="0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</p:ext>
        </pc:extLst>
      </pc:sldChg>
    </pc:docChg>
  </pc:docChgLst>
  <pc:docChgLst>
    <pc:chgData name="Lorena Massone Bresler" userId="S::lmassone@ciisa.cl::02953e08-4597-4d31-a081-9f68326755d8" providerId="AD" clId="Web-{7832FACF-FBFB-899E-B02F-76CAC7478881}"/>
    <pc:docChg chg="modSld">
      <pc:chgData name="Lorena Massone Bresler" userId="S::lmassone@ciisa.cl::02953e08-4597-4d31-a081-9f68326755d8" providerId="AD" clId="Web-{7832FACF-FBFB-899E-B02F-76CAC7478881}" dt="2024-01-23T18:47:57.383" v="6" actId="20577"/>
      <pc:docMkLst>
        <pc:docMk/>
      </pc:docMkLst>
      <pc:sldChg chg="modSp">
        <pc:chgData name="Lorena Massone Bresler" userId="S::lmassone@ciisa.cl::02953e08-4597-4d31-a081-9f68326755d8" providerId="AD" clId="Web-{7832FACF-FBFB-899E-B02F-76CAC7478881}" dt="2024-01-23T18:47:57.383" v="6" actId="20577"/>
        <pc:sldMkLst>
          <pc:docMk/>
          <pc:sldMk cId="2456185182" sldId="2076137716"/>
        </pc:sldMkLst>
      </pc:sldChg>
    </pc:docChg>
  </pc:docChgLst>
  <pc:docChgLst>
    <pc:chgData name="Jorge Alejandro Bravo Pizarro" userId="866f4d59-4e3d-4420-8a8b-3d6ddbb5c639" providerId="ADAL" clId="{2FCEB054-7A5A-7344-BA2B-1333E2DFF7D7}"/>
    <pc:docChg chg="undo redo custSel addSld delSld modSld">
      <pc:chgData name="Jorge Alejandro Bravo Pizarro" userId="866f4d59-4e3d-4420-8a8b-3d6ddbb5c639" providerId="ADAL" clId="{2FCEB054-7A5A-7344-BA2B-1333E2DFF7D7}" dt="2024-06-19T21:54:10.474" v="138" actId="20577"/>
      <pc:docMkLst>
        <pc:docMk/>
      </pc:docMkLst>
      <pc:sldChg chg="delSp modSp mod">
        <pc:chgData name="Jorge Alejandro Bravo Pizarro" userId="866f4d59-4e3d-4420-8a8b-3d6ddbb5c639" providerId="ADAL" clId="{2FCEB054-7A5A-7344-BA2B-1333E2DFF7D7}" dt="2024-06-18T19:54:30.572" v="100" actId="123"/>
        <pc:sldMkLst>
          <pc:docMk/>
          <pc:sldMk cId="1943926825" sldId="2076137704"/>
        </pc:sldMkLst>
      </pc:sldChg>
      <pc:sldChg chg="modSp mod">
        <pc:chgData name="Jorge Alejandro Bravo Pizarro" userId="866f4d59-4e3d-4420-8a8b-3d6ddbb5c639" providerId="ADAL" clId="{2FCEB054-7A5A-7344-BA2B-1333E2DFF7D7}" dt="2024-06-19T21:54:10.474" v="138" actId="20577"/>
        <pc:sldMkLst>
          <pc:docMk/>
          <pc:sldMk cId="3167001994" sldId="2076137705"/>
        </pc:sldMkLst>
      </pc:sldChg>
      <pc:sldChg chg="addSp delSp modSp add del mod">
        <pc:chgData name="Jorge Alejandro Bravo Pizarro" userId="866f4d59-4e3d-4420-8a8b-3d6ddbb5c639" providerId="ADAL" clId="{2FCEB054-7A5A-7344-BA2B-1333E2DFF7D7}" dt="2024-06-18T19:35:18.291" v="6" actId="1076"/>
        <pc:sldMkLst>
          <pc:docMk/>
          <pc:sldMk cId="3631252662" sldId="2076137712"/>
        </pc:sldMkLst>
      </pc:sldChg>
      <pc:sldChg chg="modSp mod">
        <pc:chgData name="Jorge Alejandro Bravo Pizarro" userId="866f4d59-4e3d-4420-8a8b-3d6ddbb5c639" providerId="ADAL" clId="{2FCEB054-7A5A-7344-BA2B-1333E2DFF7D7}" dt="2024-06-18T19:47:33.962" v="70" actId="123"/>
        <pc:sldMkLst>
          <pc:docMk/>
          <pc:sldMk cId="3308352145" sldId="2076137715"/>
        </pc:sldMkLst>
      </pc:sldChg>
      <pc:sldChg chg="modSp mod">
        <pc:chgData name="Jorge Alejandro Bravo Pizarro" userId="866f4d59-4e3d-4420-8a8b-3d6ddbb5c639" providerId="ADAL" clId="{2FCEB054-7A5A-7344-BA2B-1333E2DFF7D7}" dt="2024-06-18T19:50:33.395" v="92" actId="123"/>
        <pc:sldMkLst>
          <pc:docMk/>
          <pc:sldMk cId="2869556707" sldId="2076137719"/>
        </pc:sldMkLst>
      </pc:sldChg>
      <pc:sldChg chg="delSp modSp mod">
        <pc:chgData name="Jorge Alejandro Bravo Pizarro" userId="866f4d59-4e3d-4420-8a8b-3d6ddbb5c639" providerId="ADAL" clId="{2FCEB054-7A5A-7344-BA2B-1333E2DFF7D7}" dt="2024-06-18T19:56:50.682" v="131" actId="255"/>
        <pc:sldMkLst>
          <pc:docMk/>
          <pc:sldMk cId="2590429962" sldId="2076137721"/>
        </pc:sldMkLst>
      </pc:sldChg>
      <pc:sldChg chg="addSp delSp modSp add mod">
        <pc:chgData name="Jorge Alejandro Bravo Pizarro" userId="866f4d59-4e3d-4420-8a8b-3d6ddbb5c639" providerId="ADAL" clId="{2FCEB054-7A5A-7344-BA2B-1333E2DFF7D7}" dt="2024-06-18T19:41:16.308" v="21" actId="478"/>
        <pc:sldMkLst>
          <pc:docMk/>
          <pc:sldMk cId="2657679171" sldId="2076137722"/>
        </pc:sldMkLst>
      </pc:sldChg>
      <pc:sldChg chg="delSp modSp add mod">
        <pc:chgData name="Jorge Alejandro Bravo Pizarro" userId="866f4d59-4e3d-4420-8a8b-3d6ddbb5c639" providerId="ADAL" clId="{2FCEB054-7A5A-7344-BA2B-1333E2DFF7D7}" dt="2024-06-18T19:41:28.853" v="26" actId="14100"/>
        <pc:sldMkLst>
          <pc:docMk/>
          <pc:sldMk cId="897677609" sldId="2076137723"/>
        </pc:sldMkLst>
      </pc:sldChg>
      <pc:sldChg chg="modSp add mod">
        <pc:chgData name="Jorge Alejandro Bravo Pizarro" userId="866f4d59-4e3d-4420-8a8b-3d6ddbb5c639" providerId="ADAL" clId="{2FCEB054-7A5A-7344-BA2B-1333E2DFF7D7}" dt="2024-06-18T19:47:57.315" v="75" actId="13926"/>
        <pc:sldMkLst>
          <pc:docMk/>
          <pc:sldMk cId="1755514215" sldId="2076137724"/>
        </pc:sldMkLst>
      </pc:sldChg>
    </pc:docChg>
  </pc:docChgLst>
  <pc:docChgLst>
    <pc:chgData name="Lorena Massone Bresler" userId="02953e08-4597-4d31-a081-9f68326755d8" providerId="ADAL" clId="{A5D962E8-BEDE-481D-ADF9-17E94C5054E7}"/>
    <pc:docChg chg="custSel addSld delSld modSld sldOrd">
      <pc:chgData name="Lorena Massone Bresler" userId="02953e08-4597-4d31-a081-9f68326755d8" providerId="ADAL" clId="{A5D962E8-BEDE-481D-ADF9-17E94C5054E7}" dt="2024-01-23T18:42:58.485" v="1450" actId="478"/>
      <pc:docMkLst>
        <pc:docMk/>
      </pc:docMkLst>
      <pc:sldChg chg="del">
        <pc:chgData name="Lorena Massone Bresler" userId="02953e08-4597-4d31-a081-9f68326755d8" providerId="ADAL" clId="{A5D962E8-BEDE-481D-ADF9-17E94C5054E7}" dt="2024-01-23T18:42:27.353" v="1441" actId="47"/>
        <pc:sldMkLst>
          <pc:docMk/>
          <pc:sldMk cId="242947854" sldId="2076137701"/>
        </pc:sldMkLst>
      </pc:sldChg>
      <pc:sldChg chg="addSp delSp modSp del mod modCm">
        <pc:chgData name="Lorena Massone Bresler" userId="02953e08-4597-4d31-a081-9f68326755d8" providerId="ADAL" clId="{A5D962E8-BEDE-481D-ADF9-17E94C5054E7}" dt="2024-01-23T17:59:36.052" v="786" actId="47"/>
        <pc:sldMkLst>
          <pc:docMk/>
          <pc:sldMk cId="1136515697" sldId="207613770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orena Massone Bresler" userId="02953e08-4597-4d31-a081-9f68326755d8" providerId="ADAL" clId="{A5D962E8-BEDE-481D-ADF9-17E94C5054E7}" dt="2024-01-23T17:59:06.151" v="784" actId="2056"/>
              <pc2:cmMkLst xmlns:pc2="http://schemas.microsoft.com/office/powerpoint/2019/9/main/command">
                <pc:docMk/>
                <pc:sldMk cId="1136515697" sldId="2076137702"/>
                <pc2:cmMk id="{E30EEDB4-A314-47FD-8D64-D776ED46A02F}"/>
              </pc2:cmMkLst>
            </pc226:cmChg>
          </p:ext>
        </pc:extLst>
      </pc:sldChg>
      <pc:sldChg chg="modSp del mod ord modCm">
        <pc:chgData name="Lorena Massone Bresler" userId="02953e08-4597-4d31-a081-9f68326755d8" providerId="ADAL" clId="{A5D962E8-BEDE-481D-ADF9-17E94C5054E7}" dt="2024-01-23T18:02:26.489" v="787" actId="47"/>
        <pc:sldMkLst>
          <pc:docMk/>
          <pc:sldMk cId="868812523" sldId="207613770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orena Massone Bresler" userId="02953e08-4597-4d31-a081-9f68326755d8" providerId="ADAL" clId="{A5D962E8-BEDE-481D-ADF9-17E94C5054E7}" dt="2024-01-23T17:44:09.436" v="237" actId="20577"/>
              <pc2:cmMkLst xmlns:pc2="http://schemas.microsoft.com/office/powerpoint/2019/9/main/command">
                <pc:docMk/>
                <pc:sldMk cId="868812523" sldId="2076137703"/>
                <pc2:cmMk id="{1EA8D883-5044-4AAA-BBAD-F5A58475186B}"/>
              </pc2:cmMkLst>
            </pc226:cmChg>
          </p:ext>
        </pc:extLst>
      </pc:sldChg>
      <pc:sldChg chg="addSp delSp modSp mod ord delCm modCm">
        <pc:chgData name="Lorena Massone Bresler" userId="02953e08-4597-4d31-a081-9f68326755d8" providerId="ADAL" clId="{A5D962E8-BEDE-481D-ADF9-17E94C5054E7}" dt="2024-01-23T18:33:46.920" v="948" actId="20577"/>
        <pc:sldMkLst>
          <pc:docMk/>
          <pc:sldMk cId="1943926825" sldId="20761377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8:08:02.049" v="854"/>
              <pc2:cmMkLst xmlns:pc2="http://schemas.microsoft.com/office/powerpoint/2019/9/main/command">
                <pc:docMk/>
                <pc:sldMk cId="1943926825" sldId="2076137704"/>
                <pc2:cmMk id="{EA16C70D-1923-4304-A5D8-45ADC65883D6}"/>
              </pc2:cmMkLst>
            </pc226:cmChg>
          </p:ext>
        </pc:extLst>
      </pc:sldChg>
      <pc:sldChg chg="modSp mod">
        <pc:chgData name="Lorena Massone Bresler" userId="02953e08-4597-4d31-a081-9f68326755d8" providerId="ADAL" clId="{A5D962E8-BEDE-481D-ADF9-17E94C5054E7}" dt="2024-01-23T17:47:18.246" v="333" actId="20577"/>
        <pc:sldMkLst>
          <pc:docMk/>
          <pc:sldMk cId="3167001994" sldId="2076137705"/>
        </pc:sldMkLst>
      </pc:sldChg>
      <pc:sldChg chg="modSp mod addCm delCm modCm">
        <pc:chgData name="Lorena Massone Bresler" userId="02953e08-4597-4d31-a081-9f68326755d8" providerId="ADAL" clId="{A5D962E8-BEDE-481D-ADF9-17E94C5054E7}" dt="2024-01-23T16:43:55.170" v="171" actId="6549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Lorena Massone Bresler" userId="02953e08-4597-4d31-a081-9f68326755d8" providerId="ADAL" clId="{A5D962E8-BEDE-481D-ADF9-17E94C5054E7}" dt="2024-01-23T16:43:55.170" v="171" actId="6549"/>
              <pc2:cmMkLst xmlns:pc2="http://schemas.microsoft.com/office/powerpoint/2019/9/main/command">
                <pc:docMk/>
                <pc:sldMk cId="2328334949" sldId="2076137706"/>
                <pc2:cmMk id="{DDDD2A36-9F9D-46B0-9740-ACE2DA0449C6}"/>
              </pc2:cmMkLst>
            </pc226:cmChg>
            <pc226:cmChg xmlns:pc226="http://schemas.microsoft.com/office/powerpoint/2022/06/main/command" chg="add mod">
              <pc226:chgData name="Lorena Massone Bresler" userId="02953e08-4597-4d31-a081-9f68326755d8" providerId="ADAL" clId="{A5D962E8-BEDE-481D-ADF9-17E94C5054E7}" dt="2024-01-23T16:43:55.170" v="171" actId="6549"/>
              <pc2:cmMkLst xmlns:pc2="http://schemas.microsoft.com/office/powerpoint/2019/9/main/command">
                <pc:docMk/>
                <pc:sldMk cId="2328334949" sldId="2076137706"/>
                <pc2:cmMk id="{5303A491-74C7-47BF-9DB8-8062F8CB364B}"/>
              </pc2:cmMkLst>
            </pc226:cmChg>
            <pc226:cmChg xmlns:pc226="http://schemas.microsoft.com/office/powerpoint/2022/06/main/command" chg="del">
              <pc226:chgData name="Lorena Massone Bresler" userId="02953e08-4597-4d31-a081-9f68326755d8" providerId="ADAL" clId="{A5D962E8-BEDE-481D-ADF9-17E94C5054E7}" dt="2024-01-23T16:31:38.832" v="0"/>
              <pc2:cmMkLst xmlns:pc2="http://schemas.microsoft.com/office/powerpoint/2019/9/main/command">
                <pc:docMk/>
                <pc:sldMk cId="2328334949" sldId="2076137706"/>
                <pc2:cmMk id="{389693A5-11B2-4C14-A119-775D20B2A22B}"/>
              </pc2:cmMkLst>
            </pc226:cmChg>
          </p:ext>
        </pc:extLst>
      </pc:sldChg>
      <pc:sldChg chg="modSp mod ord addCm delCm modCm">
        <pc:chgData name="Lorena Massone Bresler" userId="02953e08-4597-4d31-a081-9f68326755d8" providerId="ADAL" clId="{A5D962E8-BEDE-481D-ADF9-17E94C5054E7}" dt="2024-01-23T18:07:18.305" v="810"/>
        <pc:sldMkLst>
          <pc:docMk/>
          <pc:sldMk cId="3736436638" sldId="20761377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8:07:18.305" v="810"/>
              <pc2:cmMkLst xmlns:pc2="http://schemas.microsoft.com/office/powerpoint/2019/9/main/command">
                <pc:docMk/>
                <pc:sldMk cId="3736436638" sldId="2076137707"/>
                <pc2:cmMk id="{326E5C59-F1E7-4AFE-B099-07E8A2F25533}"/>
              </pc2:cmMkLst>
            </pc226:cmChg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8:06:50.846" v="809"/>
              <pc2:cmMkLst xmlns:pc2="http://schemas.microsoft.com/office/powerpoint/2019/9/main/command">
                <pc:docMk/>
                <pc:sldMk cId="3736436638" sldId="2076137707"/>
                <pc2:cmMk id="{07EF16F2-FDF7-459F-8065-373D6580A19D}"/>
              </pc2:cmMkLst>
            </pc226:cmChg>
          </p:ext>
        </pc:extLst>
      </pc:sldChg>
      <pc:sldChg chg="modSp mod ord delCm modCm">
        <pc:chgData name="Lorena Massone Bresler" userId="02953e08-4597-4d31-a081-9f68326755d8" providerId="ADAL" clId="{A5D962E8-BEDE-481D-ADF9-17E94C5054E7}" dt="2024-01-23T18:30:25.763" v="938"/>
        <pc:sldMkLst>
          <pc:docMk/>
          <pc:sldMk cId="829328944" sldId="207613770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8:30:25.763" v="938"/>
              <pc2:cmMkLst xmlns:pc2="http://schemas.microsoft.com/office/powerpoint/2019/9/main/command">
                <pc:docMk/>
                <pc:sldMk cId="829328944" sldId="2076137708"/>
                <pc2:cmMk id="{D267BE4A-61DE-40D3-A24C-59F6D7967C8C}"/>
              </pc2:cmMkLst>
            </pc226:cmChg>
          </p:ext>
        </pc:extLst>
      </pc:sldChg>
      <pc:sldChg chg="modSp mod ord">
        <pc:chgData name="Lorena Massone Bresler" userId="02953e08-4597-4d31-a081-9f68326755d8" providerId="ADAL" clId="{A5D962E8-BEDE-481D-ADF9-17E94C5054E7}" dt="2024-01-23T18:36:00.862" v="974" actId="20577"/>
        <pc:sldMkLst>
          <pc:docMk/>
          <pc:sldMk cId="694389719" sldId="2076137709"/>
        </pc:sldMkLst>
      </pc:sldChg>
      <pc:sldChg chg="del">
        <pc:chgData name="Lorena Massone Bresler" userId="02953e08-4597-4d31-a081-9f68326755d8" providerId="ADAL" clId="{A5D962E8-BEDE-481D-ADF9-17E94C5054E7}" dt="2024-01-23T18:42:26.133" v="1438" actId="47"/>
        <pc:sldMkLst>
          <pc:docMk/>
          <pc:sldMk cId="3734186721" sldId="2076137710"/>
        </pc:sldMkLst>
      </pc:sldChg>
      <pc:sldChg chg="del">
        <pc:chgData name="Lorena Massone Bresler" userId="02953e08-4597-4d31-a081-9f68326755d8" providerId="ADAL" clId="{A5D962E8-BEDE-481D-ADF9-17E94C5054E7}" dt="2024-01-23T18:42:27.094" v="1440" actId="47"/>
        <pc:sldMkLst>
          <pc:docMk/>
          <pc:sldMk cId="571905608" sldId="2076137711"/>
        </pc:sldMkLst>
      </pc:sldChg>
      <pc:sldChg chg="addSp delSp modSp mod ord addCm delCm modCm">
        <pc:chgData name="Lorena Massone Bresler" userId="02953e08-4597-4d31-a081-9f68326755d8" providerId="ADAL" clId="{A5D962E8-BEDE-481D-ADF9-17E94C5054E7}" dt="2024-01-23T18:35:36.672" v="960" actId="20577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Lorena Massone Bresler" userId="02953e08-4597-4d31-a081-9f68326755d8" providerId="ADAL" clId="{A5D962E8-BEDE-481D-ADF9-17E94C5054E7}" dt="2024-01-23T16:45:24.007" v="198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6:50:15.257" v="199"/>
              <pc2:cmMkLst xmlns:pc2="http://schemas.microsoft.com/office/powerpoint/2019/9/main/command">
                <pc:docMk/>
                <pc:sldMk cId="3631252662" sldId="2076137712"/>
                <pc2:cmMk id="{D7D08D38-9E41-4BBB-B023-2528C2B3ECD2}"/>
              </pc2:cmMkLst>
            </pc226:cmChg>
          </p:ext>
        </pc:extLst>
      </pc:sldChg>
      <pc:sldChg chg="del">
        <pc:chgData name="Lorena Massone Bresler" userId="02953e08-4597-4d31-a081-9f68326755d8" providerId="ADAL" clId="{A5D962E8-BEDE-481D-ADF9-17E94C5054E7}" dt="2024-01-23T18:42:24.460" v="1437" actId="47"/>
        <pc:sldMkLst>
          <pc:docMk/>
          <pc:sldMk cId="536104298" sldId="2076137713"/>
        </pc:sldMkLst>
      </pc:sldChg>
      <pc:sldChg chg="del">
        <pc:chgData name="Lorena Massone Bresler" userId="02953e08-4597-4d31-a081-9f68326755d8" providerId="ADAL" clId="{A5D962E8-BEDE-481D-ADF9-17E94C5054E7}" dt="2024-01-23T18:42:26.653" v="1439" actId="47"/>
        <pc:sldMkLst>
          <pc:docMk/>
          <pc:sldMk cId="4073713596" sldId="2076137714"/>
        </pc:sldMkLst>
      </pc:sldChg>
      <pc:sldChg chg="addSp delSp modSp mod ord addCm modCm">
        <pc:chgData name="Lorena Massone Bresler" userId="02953e08-4597-4d31-a081-9f68326755d8" providerId="ADAL" clId="{A5D962E8-BEDE-481D-ADF9-17E94C5054E7}" dt="2024-01-23T18:05:48.300" v="790"/>
        <pc:sldMkLst>
          <pc:docMk/>
          <pc:sldMk cId="3308352145" sldId="207613771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Lorena Massone Bresler" userId="02953e08-4597-4d31-a081-9f68326755d8" providerId="ADAL" clId="{A5D962E8-BEDE-481D-ADF9-17E94C5054E7}" dt="2024-01-23T18:05:48.300" v="790"/>
              <pc2:cmMkLst xmlns:pc2="http://schemas.microsoft.com/office/powerpoint/2019/9/main/command">
                <pc:docMk/>
                <pc:sldMk cId="3308352145" sldId="2076137715"/>
                <pc2:cmMk id="{E22FC1A5-F160-4DFB-B400-E8CBE696AF51}"/>
              </pc2:cmMkLst>
            </pc226:cmChg>
          </p:ext>
        </pc:extLst>
      </pc:sldChg>
      <pc:sldChg chg="addSp delSp modSp mod addCm">
        <pc:chgData name="Lorena Massone Bresler" userId="02953e08-4597-4d31-a081-9f68326755d8" providerId="ADAL" clId="{A5D962E8-BEDE-481D-ADF9-17E94C5054E7}" dt="2024-01-23T18:42:19.800" v="1436"/>
        <pc:sldMkLst>
          <pc:docMk/>
          <pc:sldMk cId="2456185182" sldId="207613771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8:42:19.800" v="1436"/>
              <pc2:cmMkLst xmlns:pc2="http://schemas.microsoft.com/office/powerpoint/2019/9/main/command">
                <pc:docMk/>
                <pc:sldMk cId="2456185182" sldId="2076137716"/>
                <pc2:cmMk id="{C247FA65-3057-44A9-BB5E-266EC7A71879}"/>
              </pc2:cmMkLst>
            </pc226:cmChg>
          </p:ext>
        </pc:extLst>
      </pc:sldChg>
      <pc:sldChg chg="delSp modSp del mod delCm">
        <pc:chgData name="Lorena Massone Bresler" userId="02953e08-4597-4d31-a081-9f68326755d8" providerId="ADAL" clId="{A5D962E8-BEDE-481D-ADF9-17E94C5054E7}" dt="2024-01-23T17:58:56.224" v="782" actId="47"/>
        <pc:sldMkLst>
          <pc:docMk/>
          <pc:sldMk cId="2546042947" sldId="207613771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Lorena Massone Bresler" userId="02953e08-4597-4d31-a081-9f68326755d8" providerId="ADAL" clId="{A5D962E8-BEDE-481D-ADF9-17E94C5054E7}" dt="2024-01-23T17:44:39.079" v="239"/>
              <pc2:cmMkLst xmlns:pc2="http://schemas.microsoft.com/office/powerpoint/2019/9/main/command">
                <pc:docMk/>
                <pc:sldMk cId="2546042947" sldId="2076137717"/>
                <pc2:cmMk id="{C1737562-6C8A-463E-B045-4829F6317B19}"/>
              </pc2:cmMkLst>
            </pc226:cmChg>
          </p:ext>
        </pc:extLst>
      </pc:sldChg>
      <pc:sldChg chg="del">
        <pc:chgData name="Lorena Massone Bresler" userId="02953e08-4597-4d31-a081-9f68326755d8" providerId="ADAL" clId="{A5D962E8-BEDE-481D-ADF9-17E94C5054E7}" dt="2024-01-23T18:42:28.451" v="1442" actId="47"/>
        <pc:sldMkLst>
          <pc:docMk/>
          <pc:sldMk cId="729372892" sldId="2076137718"/>
        </pc:sldMkLst>
      </pc:sldChg>
      <pc:sldChg chg="modSp add mod addCm">
        <pc:chgData name="Lorena Massone Bresler" userId="02953e08-4597-4d31-a081-9f68326755d8" providerId="ADAL" clId="{A5D962E8-BEDE-481D-ADF9-17E94C5054E7}" dt="2024-01-23T18:06:35.316" v="808" actId="20577"/>
        <pc:sldMkLst>
          <pc:docMk/>
          <pc:sldMk cId="2869556707" sldId="2076137719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Lorena Massone Bresler" userId="02953e08-4597-4d31-a081-9f68326755d8" providerId="ADAL" clId="{A5D962E8-BEDE-481D-ADF9-17E94C5054E7}" dt="2024-01-23T18:03:59.577" v="789"/>
              <pc2:cmMkLst xmlns:pc2="http://schemas.microsoft.com/office/powerpoint/2019/9/main/command">
                <pc:docMk/>
                <pc:sldMk cId="2869556707" sldId="2076137719"/>
                <pc2:cmMk id="{12DF777B-AE67-4416-93D4-91A88AC0D256}"/>
              </pc2:cmMkLst>
            </pc226:cmChg>
          </p:ext>
        </pc:extLst>
      </pc:sldChg>
      <pc:sldChg chg="addSp delSp modSp add mod ord">
        <pc:chgData name="Lorena Massone Bresler" userId="02953e08-4597-4d31-a081-9f68326755d8" providerId="ADAL" clId="{A5D962E8-BEDE-481D-ADF9-17E94C5054E7}" dt="2024-01-23T18:42:58.485" v="1450" actId="478"/>
        <pc:sldMkLst>
          <pc:docMk/>
          <pc:sldMk cId="3604545036" sldId="2076137720"/>
        </pc:sldMkLst>
      </pc:sldChg>
    </pc:docChg>
  </pc:docChgLst>
  <pc:docChgLst>
    <pc:chgData name="César Díaz" userId="ed34fad7-0c20-4e51-b35e-19bd778b9593" providerId="ADAL" clId="{6AA14F88-E02C-4444-8F5B-F91059C2D162}"/>
    <pc:docChg chg="undo custSel addSld delSld modSld sldOrd modMainMaster">
      <pc:chgData name="César Díaz" userId="ed34fad7-0c20-4e51-b35e-19bd778b9593" providerId="ADAL" clId="{6AA14F88-E02C-4444-8F5B-F91059C2D162}" dt="2023-08-05T09:40:54.473" v="265"/>
      <pc:docMkLst>
        <pc:docMk/>
      </pc:docMkLst>
      <pc:sldChg chg="modSp del mod">
        <pc:chgData name="César Díaz" userId="ed34fad7-0c20-4e51-b35e-19bd778b9593" providerId="ADAL" clId="{6AA14F88-E02C-4444-8F5B-F91059C2D162}" dt="2023-08-05T08:21:58.323" v="103" actId="2696"/>
        <pc:sldMkLst>
          <pc:docMk/>
          <pc:sldMk cId="2180290103" sldId="263"/>
        </pc:sldMkLst>
      </pc:sldChg>
      <pc:sldChg chg="del">
        <pc:chgData name="César Díaz" userId="ed34fad7-0c20-4e51-b35e-19bd778b9593" providerId="ADAL" clId="{6AA14F88-E02C-4444-8F5B-F91059C2D162}" dt="2023-08-05T08:21:18.507" v="97" actId="2696"/>
        <pc:sldMkLst>
          <pc:docMk/>
          <pc:sldMk cId="2380871566" sldId="2076137697"/>
        </pc:sldMkLst>
      </pc:sldChg>
      <pc:sldChg chg="delSp mod">
        <pc:chgData name="César Díaz" userId="ed34fad7-0c20-4e51-b35e-19bd778b9593" providerId="ADAL" clId="{6AA14F88-E02C-4444-8F5B-F91059C2D162}" dt="2023-08-05T08:14:58.901" v="2" actId="478"/>
        <pc:sldMkLst>
          <pc:docMk/>
          <pc:sldMk cId="242947854" sldId="2076137701"/>
        </pc:sldMkLst>
      </pc:sldChg>
      <pc:sldChg chg="new">
        <pc:chgData name="César Díaz" userId="ed34fad7-0c20-4e51-b35e-19bd778b9593" providerId="ADAL" clId="{6AA14F88-E02C-4444-8F5B-F91059C2D162}" dt="2023-08-05T08:21:26.339" v="98" actId="680"/>
        <pc:sldMkLst>
          <pc:docMk/>
          <pc:sldMk cId="1136515697" sldId="2076137702"/>
        </pc:sldMkLst>
      </pc:sldChg>
      <pc:sldChg chg="new">
        <pc:chgData name="César Díaz" userId="ed34fad7-0c20-4e51-b35e-19bd778b9593" providerId="ADAL" clId="{6AA14F88-E02C-4444-8F5B-F91059C2D162}" dt="2023-08-05T08:21:31.335" v="99" actId="680"/>
        <pc:sldMkLst>
          <pc:docMk/>
          <pc:sldMk cId="868812523" sldId="2076137703"/>
        </pc:sldMkLst>
      </pc:sldChg>
      <pc:sldChg chg="new ord">
        <pc:chgData name="César Díaz" userId="ed34fad7-0c20-4e51-b35e-19bd778b9593" providerId="ADAL" clId="{6AA14F88-E02C-4444-8F5B-F91059C2D162}" dt="2023-08-05T08:21:41.090" v="102"/>
        <pc:sldMkLst>
          <pc:docMk/>
          <pc:sldMk cId="1943926825" sldId="2076137704"/>
        </pc:sldMkLst>
      </pc:sldChg>
      <pc:sldChg chg="modSp new mod ord">
        <pc:chgData name="César Díaz" userId="ed34fad7-0c20-4e51-b35e-19bd778b9593" providerId="ADAL" clId="{6AA14F88-E02C-4444-8F5B-F91059C2D162}" dt="2023-08-05T08:32:15.067" v="108" actId="27636"/>
        <pc:sldMkLst>
          <pc:docMk/>
          <pc:sldMk cId="3167001994" sldId="2076137705"/>
        </pc:sldMkLst>
      </pc:sldChg>
      <pc:sldChg chg="modSp new mod ord">
        <pc:chgData name="César Díaz" userId="ed34fad7-0c20-4e51-b35e-19bd778b9593" providerId="ADAL" clId="{6AA14F88-E02C-4444-8F5B-F91059C2D162}" dt="2023-08-05T09:40:54.473" v="265"/>
        <pc:sldMkLst>
          <pc:docMk/>
          <pc:sldMk cId="2328334949" sldId="2076137706"/>
        </pc:sldMkLst>
      </pc:sldChg>
      <pc:sldChg chg="del">
        <pc:chgData name="César Díaz" userId="ed34fad7-0c20-4e51-b35e-19bd778b9593" providerId="ADAL" clId="{6AA14F88-E02C-4444-8F5B-F91059C2D162}" dt="2023-08-05T08:21:18.507" v="97" actId="2696"/>
        <pc:sldMkLst>
          <pc:docMk/>
          <pc:sldMk cId="3093188721" sldId="2076137721"/>
        </pc:sldMkLst>
      </pc:sldChg>
      <pc:sldChg chg="new del">
        <pc:chgData name="César Díaz" userId="ed34fad7-0c20-4e51-b35e-19bd778b9593" providerId="ADAL" clId="{6AA14F88-E02C-4444-8F5B-F91059C2D162}" dt="2023-08-05T08:21:18.507" v="97" actId="2696"/>
        <pc:sldMkLst>
          <pc:docMk/>
          <pc:sldMk cId="824086885" sldId="207613772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375113497" sldId="207613772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561145371" sldId="2076137723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882251725" sldId="2076137724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720776564" sldId="2076137725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090911809" sldId="2076137726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135814727" sldId="2076137727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872769915" sldId="2076137728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99057769" sldId="2076137732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395306383" sldId="2076137733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1561499501" sldId="2076137734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265105091" sldId="2076137735"/>
        </pc:sldMkLst>
      </pc:sldChg>
      <pc:sldChg chg="del">
        <pc:chgData name="César Díaz" userId="ed34fad7-0c20-4e51-b35e-19bd778b9593" providerId="ADAL" clId="{6AA14F88-E02C-4444-8F5B-F91059C2D162}" dt="2023-08-05T08:14:27.881" v="0" actId="2696"/>
        <pc:sldMkLst>
          <pc:docMk/>
          <pc:sldMk cId="3501716721" sldId="2076137736"/>
        </pc:sldMkLst>
      </pc:sldChg>
      <pc:sldMasterChg chg="mod addSldLayout delSldLayout modSldLayout sldLayoutOrd">
        <pc:chgData name="César Díaz" userId="ed34fad7-0c20-4e51-b35e-19bd778b9593" providerId="ADAL" clId="{6AA14F88-E02C-4444-8F5B-F91059C2D162}" dt="2023-08-05T09:39:40.309" v="255"/>
        <pc:sldMasterMkLst>
          <pc:docMk/>
          <pc:sldMasterMk cId="2491898207" sldId="2147483660"/>
        </pc:sldMasterMkLst>
        <pc:sldLayoutChg chg="addSp delSp modSp mod ord">
          <pc:chgData name="César Díaz" userId="ed34fad7-0c20-4e51-b35e-19bd778b9593" providerId="ADAL" clId="{6AA14F88-E02C-4444-8F5B-F91059C2D162}" dt="2023-08-05T09:25:25.794" v="209"/>
          <pc:sldLayoutMkLst>
            <pc:docMk/>
            <pc:sldMasterMk cId="2491898207" sldId="2147483660"/>
            <pc:sldLayoutMk cId="193636416" sldId="2147483661"/>
          </pc:sldLayoutMkLst>
        </pc:sldLayoutChg>
        <pc:sldLayoutChg chg="addSp modSp mod">
          <pc:chgData name="César Díaz" userId="ed34fad7-0c20-4e51-b35e-19bd778b9593" providerId="ADAL" clId="{6AA14F88-E02C-4444-8F5B-F91059C2D162}" dt="2023-08-05T08:32:31.880" v="110" actId="14100"/>
          <pc:sldLayoutMkLst>
            <pc:docMk/>
            <pc:sldMasterMk cId="2491898207" sldId="2147483660"/>
            <pc:sldLayoutMk cId="639590872" sldId="2147483662"/>
          </pc:sldLayoutMkLst>
        </pc:sldLayoutChg>
        <pc:sldLayoutChg chg="modSp mod">
          <pc:chgData name="César Díaz" userId="ed34fad7-0c20-4e51-b35e-19bd778b9593" providerId="ADAL" clId="{6AA14F88-E02C-4444-8F5B-F91059C2D162}" dt="2023-08-05T09:30:56.244" v="240" actId="6014"/>
          <pc:sldLayoutMkLst>
            <pc:docMk/>
            <pc:sldMasterMk cId="2491898207" sldId="2147483660"/>
            <pc:sldLayoutMk cId="3411197885" sldId="2147483663"/>
          </pc:sldLayoutMkLst>
        </pc:sldLayoutChg>
        <pc:sldLayoutChg chg="add del mod ord modTransition">
          <pc:chgData name="César Díaz" userId="ed34fad7-0c20-4e51-b35e-19bd778b9593" providerId="ADAL" clId="{6AA14F88-E02C-4444-8F5B-F91059C2D162}" dt="2023-08-05T09:25:35.226" v="210" actId="2696"/>
          <pc:sldLayoutMkLst>
            <pc:docMk/>
            <pc:sldMasterMk cId="2491898207" sldId="2147483660"/>
            <pc:sldLayoutMk cId="3986583989" sldId="2147483664"/>
          </pc:sldLayoutMkLst>
        </pc:sldLayoutChg>
        <pc:sldLayoutChg chg="addSp delSp modSp add mod ord modTransition">
          <pc:chgData name="César Díaz" userId="ed34fad7-0c20-4e51-b35e-19bd778b9593" providerId="ADAL" clId="{6AA14F88-E02C-4444-8F5B-F91059C2D162}" dt="2023-08-05T09:39:40.309" v="255"/>
          <pc:sldLayoutMkLst>
            <pc:docMk/>
            <pc:sldMasterMk cId="2491898207" sldId="2147483660"/>
            <pc:sldLayoutMk cId="1993959781" sldId="2147483665"/>
          </pc:sldLayoutMkLst>
        </pc:sldLayoutChg>
      </pc:sldMasterChg>
    </pc:docChg>
  </pc:docChgLst>
  <pc:docChgLst>
    <pc:chgData name="Alejandra Bravo Garcia" userId="S::alejandra.bravo@ipss.cl::4cf5125d-f567-4a98-9bb5-4ea9ae908f01" providerId="AD" clId="Web-{135EE655-7846-8993-6EAF-B38946AB2D47}"/>
    <pc:docChg chg="addSld delSld modSld sldOrd">
      <pc:chgData name="Alejandra Bravo Garcia" userId="S::alejandra.bravo@ipss.cl::4cf5125d-f567-4a98-9bb5-4ea9ae908f01" providerId="AD" clId="Web-{135EE655-7846-8993-6EAF-B38946AB2D47}" dt="2024-07-07T19:10:46.698" v="180" actId="1076"/>
      <pc:docMkLst>
        <pc:docMk/>
      </pc:docMkLst>
      <pc:sldChg chg="modSp">
        <pc:chgData name="Alejandra Bravo Garcia" userId="S::alejandra.bravo@ipss.cl::4cf5125d-f567-4a98-9bb5-4ea9ae908f01" providerId="AD" clId="Web-{135EE655-7846-8993-6EAF-B38946AB2D47}" dt="2024-07-07T09:44:04.416" v="1" actId="20577"/>
        <pc:sldMkLst>
          <pc:docMk/>
          <pc:sldMk cId="1943926825" sldId="2076137704"/>
        </pc:sldMkLst>
      </pc:sldChg>
      <pc:sldChg chg="addSp modSp mod setBg">
        <pc:chgData name="Alejandra Bravo Garcia" userId="S::alejandra.bravo@ipss.cl::4cf5125d-f567-4a98-9bb5-4ea9ae908f01" providerId="AD" clId="Web-{135EE655-7846-8993-6EAF-B38946AB2D47}" dt="2024-07-07T09:54:07.494" v="36" actId="14100"/>
        <pc:sldMkLst>
          <pc:docMk/>
          <pc:sldMk cId="3167001994" sldId="2076137705"/>
        </pc:sldMkLst>
      </pc:sldChg>
      <pc:sldChg chg="modSp mod setBg delCm modCm">
        <pc:chgData name="Alejandra Bravo Garcia" userId="S::alejandra.bravo@ipss.cl::4cf5125d-f567-4a98-9bb5-4ea9ae908f01" providerId="AD" clId="Web-{135EE655-7846-8993-6EAF-B38946AB2D47}" dt="2024-07-07T09:57:12.707" v="43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 mod">
              <pc226:chgData name="Alejandra Bravo Garcia" userId="S::alejandra.bravo@ipss.cl::4cf5125d-f567-4a98-9bb5-4ea9ae908f01" providerId="AD" clId="Web-{135EE655-7846-8993-6EAF-B38946AB2D47}" dt="2024-07-07T09:57:10.926" v="41"/>
              <pc2:cmMkLst xmlns:pc2="http://schemas.microsoft.com/office/powerpoint/2019/9/main/command">
                <pc:docMk/>
                <pc:sldMk cId="2328334949" sldId="2076137706"/>
                <pc2:cmMk id="{DDDD2A36-9F9D-46B0-9740-ACE2DA0449C6}"/>
              </pc2:cmMkLst>
            </pc226:cmChg>
            <pc226:cmChg xmlns:pc226="http://schemas.microsoft.com/office/powerpoint/2022/06/main/command" chg="del">
              <pc226:chgData name="Alejandra Bravo Garcia" userId="S::alejandra.bravo@ipss.cl::4cf5125d-f567-4a98-9bb5-4ea9ae908f01" providerId="AD" clId="Web-{135EE655-7846-8993-6EAF-B38946AB2D47}" dt="2024-07-07T09:57:12.707" v="43"/>
              <pc2:cmMkLst xmlns:pc2="http://schemas.microsoft.com/office/powerpoint/2019/9/main/command">
                <pc:docMk/>
                <pc:sldMk cId="2328334949" sldId="2076137706"/>
                <pc2:cmMk id="{84263B4C-CCB3-41C4-AE97-EC1638A00CC0}"/>
              </pc2:cmMkLst>
            </pc226:cmChg>
            <pc226:cmChg xmlns:pc226="http://schemas.microsoft.com/office/powerpoint/2022/06/main/command" chg="del mod">
              <pc226:chgData name="Alejandra Bravo Garcia" userId="S::alejandra.bravo@ipss.cl::4cf5125d-f567-4a98-9bb5-4ea9ae908f01" providerId="AD" clId="Web-{135EE655-7846-8993-6EAF-B38946AB2D47}" dt="2024-07-07T09:57:12.707" v="42"/>
              <pc2:cmMkLst xmlns:pc2="http://schemas.microsoft.com/office/powerpoint/2019/9/main/command">
                <pc:docMk/>
                <pc:sldMk cId="2328334949" sldId="2076137706"/>
                <pc2:cmMk id="{5303A491-74C7-47BF-9DB8-8062F8CB364B}"/>
              </pc2:cmMkLst>
            </pc226:cmChg>
          </p:ext>
        </pc:extLst>
      </pc:sldChg>
      <pc:sldChg chg="del">
        <pc:chgData name="Alejandra Bravo Garcia" userId="S::alejandra.bravo@ipss.cl::4cf5125d-f567-4a98-9bb5-4ea9ae908f01" providerId="AD" clId="Web-{135EE655-7846-8993-6EAF-B38946AB2D47}" dt="2024-07-07T10:07:46.511" v="77"/>
        <pc:sldMkLst>
          <pc:docMk/>
          <pc:sldMk cId="3736436638" sldId="2076137707"/>
        </pc:sldMkLst>
      </pc:sldChg>
      <pc:sldChg chg="modSp">
        <pc:chgData name="Alejandra Bravo Garcia" userId="S::alejandra.bravo@ipss.cl::4cf5125d-f567-4a98-9bb5-4ea9ae908f01" providerId="AD" clId="Web-{135EE655-7846-8993-6EAF-B38946AB2D47}" dt="2024-07-07T19:07:53.520" v="93" actId="20577"/>
        <pc:sldMkLst>
          <pc:docMk/>
          <pc:sldMk cId="829328944" sldId="2076137708"/>
        </pc:sldMkLst>
      </pc:sldChg>
      <pc:sldChg chg="modSp del">
        <pc:chgData name="Alejandra Bravo Garcia" userId="S::alejandra.bravo@ipss.cl::4cf5125d-f567-4a98-9bb5-4ea9ae908f01" providerId="AD" clId="Web-{135EE655-7846-8993-6EAF-B38946AB2D47}" dt="2024-07-07T19:09:29.336" v="121"/>
        <pc:sldMkLst>
          <pc:docMk/>
          <pc:sldMk cId="694389719" sldId="2076137709"/>
        </pc:sldMkLst>
      </pc:sldChg>
      <pc:sldChg chg="modSp mod setBg">
        <pc:chgData name="Alejandra Bravo Garcia" userId="S::alejandra.bravo@ipss.cl::4cf5125d-f567-4a98-9bb5-4ea9ae908f01" providerId="AD" clId="Web-{135EE655-7846-8993-6EAF-B38946AB2D47}" dt="2024-07-07T09:58:53.788" v="50"/>
        <pc:sldMkLst>
          <pc:docMk/>
          <pc:sldMk cId="3631252662" sldId="2076137712"/>
        </pc:sldMkLst>
      </pc:sldChg>
      <pc:sldChg chg="addSp modSp">
        <pc:chgData name="Alejandra Bravo Garcia" userId="S::alejandra.bravo@ipss.cl::4cf5125d-f567-4a98-9bb5-4ea9ae908f01" providerId="AD" clId="Web-{135EE655-7846-8993-6EAF-B38946AB2D47}" dt="2024-07-07T19:10:46.698" v="180" actId="1076"/>
        <pc:sldMkLst>
          <pc:docMk/>
          <pc:sldMk cId="2456185182" sldId="2076137716"/>
        </pc:sldMkLst>
      </pc:sldChg>
      <pc:sldChg chg="del">
        <pc:chgData name="Alejandra Bravo Garcia" userId="S::alejandra.bravo@ipss.cl::4cf5125d-f567-4a98-9bb5-4ea9ae908f01" providerId="AD" clId="Web-{135EE655-7846-8993-6EAF-B38946AB2D47}" dt="2024-07-07T19:09:00.116" v="116"/>
        <pc:sldMkLst>
          <pc:docMk/>
          <pc:sldMk cId="3604545036" sldId="2076137720"/>
        </pc:sldMkLst>
      </pc:sldChg>
      <pc:sldChg chg="modSp">
        <pc:chgData name="Alejandra Bravo Garcia" userId="S::alejandra.bravo@ipss.cl::4cf5125d-f567-4a98-9bb5-4ea9ae908f01" providerId="AD" clId="Web-{135EE655-7846-8993-6EAF-B38946AB2D47}" dt="2024-07-07T19:09:17.804" v="119" actId="20577"/>
        <pc:sldMkLst>
          <pc:docMk/>
          <pc:sldMk cId="2590429962" sldId="2076137721"/>
        </pc:sldMkLst>
      </pc:sldChg>
      <pc:sldChg chg="modSp mod setBg">
        <pc:chgData name="Alejandra Bravo Garcia" userId="S::alejandra.bravo@ipss.cl::4cf5125d-f567-4a98-9bb5-4ea9ae908f01" providerId="AD" clId="Web-{135EE655-7846-8993-6EAF-B38946AB2D47}" dt="2024-07-07T10:06:37.019" v="68" actId="14100"/>
        <pc:sldMkLst>
          <pc:docMk/>
          <pc:sldMk cId="2657679171" sldId="2076137722"/>
        </pc:sldMkLst>
      </pc:sldChg>
      <pc:sldChg chg="modSp mod setBg">
        <pc:chgData name="Alejandra Bravo Garcia" userId="S::alejandra.bravo@ipss.cl::4cf5125d-f567-4a98-9bb5-4ea9ae908f01" providerId="AD" clId="Web-{135EE655-7846-8993-6EAF-B38946AB2D47}" dt="2024-07-07T10:07:11.338" v="71" actId="1076"/>
        <pc:sldMkLst>
          <pc:docMk/>
          <pc:sldMk cId="897677609" sldId="2076137723"/>
        </pc:sldMkLst>
      </pc:sldChg>
      <pc:sldChg chg="delSp modSp add ord replId">
        <pc:chgData name="Alejandra Bravo Garcia" userId="S::alejandra.bravo@ipss.cl::4cf5125d-f567-4a98-9bb5-4ea9ae908f01" providerId="AD" clId="Web-{135EE655-7846-8993-6EAF-B38946AB2D47}" dt="2024-07-07T10:08:07.513" v="90" actId="1076"/>
        <pc:sldMkLst>
          <pc:docMk/>
          <pc:sldMk cId="117528137" sldId="2076137725"/>
        </pc:sldMkLst>
      </pc:sldChg>
      <pc:sldChg chg="addSp delSp modSp add ord replId">
        <pc:chgData name="Alejandra Bravo Garcia" userId="S::alejandra.bravo@ipss.cl::4cf5125d-f567-4a98-9bb5-4ea9ae908f01" providerId="AD" clId="Web-{135EE655-7846-8993-6EAF-B38946AB2D47}" dt="2024-07-07T19:08:14.630" v="103" actId="1076"/>
        <pc:sldMkLst>
          <pc:docMk/>
          <pc:sldMk cId="2736582339" sldId="2076137726"/>
        </pc:sldMkLst>
      </pc:sldChg>
      <pc:sldChg chg="modSp add ord replId">
        <pc:chgData name="Alejandra Bravo Garcia" userId="S::alejandra.bravo@ipss.cl::4cf5125d-f567-4a98-9bb5-4ea9ae908f01" providerId="AD" clId="Web-{135EE655-7846-8993-6EAF-B38946AB2D47}" dt="2024-07-07T19:08:55.350" v="115" actId="20577"/>
        <pc:sldMkLst>
          <pc:docMk/>
          <pc:sldMk cId="2859692184" sldId="2076137727"/>
        </pc:sldMkLst>
      </pc:sldChg>
      <pc:sldChg chg="add replId">
        <pc:chgData name="Alejandra Bravo Garcia" userId="S::alejandra.bravo@ipss.cl::4cf5125d-f567-4a98-9bb5-4ea9ae908f01" providerId="AD" clId="Web-{135EE655-7846-8993-6EAF-B38946AB2D47}" dt="2024-07-07T19:09:22.867" v="120"/>
        <pc:sldMkLst>
          <pc:docMk/>
          <pc:sldMk cId="1264236062" sldId="2076137728"/>
        </pc:sldMkLst>
      </pc:sldChg>
    </pc:docChg>
  </pc:docChgLst>
  <pc:docChgLst>
    <pc:chgData name="Alejandra Bravo Garcia" userId="S::abravo@ciisa.cl::4cf5125d-f567-4a98-9bb5-4ea9ae908f01" providerId="AD" clId="Web-{7BA15F0B-029B-E7C7-F931-CF0999763482}"/>
    <pc:docChg chg="mod addSld modSld">
      <pc:chgData name="Alejandra Bravo Garcia" userId="S::abravo@ciisa.cl::4cf5125d-f567-4a98-9bb5-4ea9ae908f01" providerId="AD" clId="Web-{7BA15F0B-029B-E7C7-F931-CF0999763482}" dt="2023-09-12T03:31:41.921" v="155" actId="20577"/>
      <pc:docMkLst>
        <pc:docMk/>
      </pc:docMkLst>
      <pc:sldChg chg="addCm">
        <pc:chgData name="Alejandra Bravo Garcia" userId="S::abravo@ciisa.cl::4cf5125d-f567-4a98-9bb5-4ea9ae908f01" providerId="AD" clId="Web-{7BA15F0B-029B-E7C7-F931-CF0999763482}" dt="2023-09-12T03:28:52.463" v="136"/>
        <pc:sldMkLst>
          <pc:docMk/>
          <pc:sldMk cId="1136515697" sldId="207613770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8:52.463" v="136"/>
              <pc2:cmMkLst xmlns:pc2="http://schemas.microsoft.com/office/powerpoint/2019/9/main/command">
                <pc:docMk/>
                <pc:sldMk cId="1136515697" sldId="2076137702"/>
                <pc2:cmMk id="{E30EEDB4-A314-47FD-8D64-D776ED46A02F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6:05.270" v="133"/>
        <pc:sldMkLst>
          <pc:docMk/>
          <pc:sldMk cId="868812523" sldId="207613770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6:05.270" v="133"/>
              <pc2:cmMkLst xmlns:pc2="http://schemas.microsoft.com/office/powerpoint/2019/9/main/command">
                <pc:docMk/>
                <pc:sldMk cId="868812523" sldId="2076137703"/>
                <pc2:cmMk id="{1EA8D883-5044-4AAA-BBAD-F5A58475186B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9:58.371" v="138"/>
        <pc:sldMkLst>
          <pc:docMk/>
          <pc:sldMk cId="1943926825" sldId="207613770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9:58.371" v="138"/>
              <pc2:cmMkLst xmlns:pc2="http://schemas.microsoft.com/office/powerpoint/2019/9/main/command">
                <pc:docMk/>
                <pc:sldMk cId="1943926825" sldId="2076137704"/>
                <pc2:cmMk id="{EA16C70D-1923-4304-A5D8-45ADC65883D6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4:24.908" v="130"/>
        <pc:sldMkLst>
          <pc:docMk/>
          <pc:sldMk cId="3167001994" sldId="20761377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12.908" v="129"/>
              <pc2:cmMkLst xmlns:pc2="http://schemas.microsoft.com/office/powerpoint/2019/9/main/command">
                <pc:docMk/>
                <pc:sldMk cId="3167001994" sldId="2076137705"/>
                <pc2:cmMk id="{FDA31033-C313-481E-B661-B5FAF3DCBAFF}"/>
              </pc2:cmMkLst>
            </pc226:cmChg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24.908" v="130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 addCm">
        <pc:chgData name="Alejandra Bravo Garcia" userId="S::abravo@ciisa.cl::4cf5125d-f567-4a98-9bb5-4ea9ae908f01" providerId="AD" clId="Web-{7BA15F0B-029B-E7C7-F931-CF0999763482}" dt="2023-09-12T03:24:54.581" v="131"/>
        <pc:sldMkLst>
          <pc:docMk/>
          <pc:sldMk cId="2328334949" sldId="207613770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4:54.581" v="131"/>
              <pc2:cmMkLst xmlns:pc2="http://schemas.microsoft.com/office/powerpoint/2019/9/main/command">
                <pc:docMk/>
                <pc:sldMk cId="2328334949" sldId="2076137706"/>
                <pc2:cmMk id="{389693A5-11B2-4C14-A119-775D20B2A22B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6:16.771" v="134"/>
        <pc:sldMkLst>
          <pc:docMk/>
          <pc:sldMk cId="3736436638" sldId="207613770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6:16.771" v="134"/>
              <pc2:cmMkLst xmlns:pc2="http://schemas.microsoft.com/office/powerpoint/2019/9/main/command">
                <pc:docMk/>
                <pc:sldMk cId="3736436638" sldId="2076137707"/>
                <pc2:cmMk id="{07EF16F2-FDF7-459F-8065-373D6580A19D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9:35.370" v="137"/>
        <pc:sldMkLst>
          <pc:docMk/>
          <pc:sldMk cId="829328944" sldId="207613770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9:35.370" v="137"/>
              <pc2:cmMkLst xmlns:pc2="http://schemas.microsoft.com/office/powerpoint/2019/9/main/command">
                <pc:docMk/>
                <pc:sldMk cId="829328944" sldId="2076137708"/>
                <pc2:cmMk id="{D267BE4A-61DE-40D3-A24C-59F6D7967C8C}"/>
              </pc2:cmMkLst>
            </pc226:cmChg>
          </p:ext>
        </pc:extLst>
      </pc:sldChg>
      <pc:sldChg chg="addCm">
        <pc:chgData name="Alejandra Bravo Garcia" userId="S::abravo@ciisa.cl::4cf5125d-f567-4a98-9bb5-4ea9ae908f01" providerId="AD" clId="Web-{7BA15F0B-029B-E7C7-F931-CF0999763482}" dt="2023-09-12T03:28:28.478" v="135"/>
        <pc:sldMkLst>
          <pc:docMk/>
          <pc:sldMk cId="3631252662" sldId="2076137712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8:28.478" v="135"/>
              <pc2:cmMkLst xmlns:pc2="http://schemas.microsoft.com/office/powerpoint/2019/9/main/command">
                <pc:docMk/>
                <pc:sldMk cId="3631252662" sldId="2076137712"/>
                <pc2:cmMk id="{0D333014-9AC8-4346-BB09-9D720E4A3858}"/>
              </pc2:cmMkLst>
            </pc226:cmChg>
          </p:ext>
        </pc:extLst>
      </pc:sldChg>
      <pc:sldChg chg="modSp add replId addCm">
        <pc:chgData name="Alejandra Bravo Garcia" userId="S::abravo@ciisa.cl::4cf5125d-f567-4a98-9bb5-4ea9ae908f01" providerId="AD" clId="Web-{7BA15F0B-029B-E7C7-F931-CF0999763482}" dt="2023-09-12T03:25:38.613" v="132"/>
        <pc:sldMkLst>
          <pc:docMk/>
          <pc:sldMk cId="2546042947" sldId="2076137717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25:38.613" v="132"/>
              <pc2:cmMkLst xmlns:pc2="http://schemas.microsoft.com/office/powerpoint/2019/9/main/command">
                <pc:docMk/>
                <pc:sldMk cId="2546042947" sldId="2076137717"/>
                <pc2:cmMk id="{C1737562-6C8A-463E-B045-4829F6317B19}"/>
              </pc2:cmMkLst>
            </pc226:cmChg>
          </p:ext>
        </pc:extLst>
      </pc:sldChg>
      <pc:sldChg chg="addSp delSp modSp add replId addCm">
        <pc:chgData name="Alejandra Bravo Garcia" userId="S::abravo@ciisa.cl::4cf5125d-f567-4a98-9bb5-4ea9ae908f01" providerId="AD" clId="Web-{7BA15F0B-029B-E7C7-F931-CF0999763482}" dt="2023-09-12T03:31:41.921" v="155" actId="20577"/>
        <pc:sldMkLst>
          <pc:docMk/>
          <pc:sldMk cId="729372892" sldId="2076137718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lejandra Bravo Garcia" userId="S::abravo@ciisa.cl::4cf5125d-f567-4a98-9bb5-4ea9ae908f01" providerId="AD" clId="Web-{7BA15F0B-029B-E7C7-F931-CF0999763482}" dt="2023-09-12T03:31:39.765" v="154"/>
              <pc2:cmMkLst xmlns:pc2="http://schemas.microsoft.com/office/powerpoint/2019/9/main/command">
                <pc:docMk/>
                <pc:sldMk cId="729372892" sldId="2076137718"/>
                <pc2:cmMk id="{A4CF5ACE-D39B-432C-8A7B-88D220DC3AF0}"/>
              </pc2:cmMkLst>
            </pc226:cmChg>
          </p:ext>
        </pc:extLst>
      </pc:sldChg>
    </pc:docChg>
  </pc:docChgLst>
  <pc:docChgLst>
    <pc:chgData name="Alvaro Gajardo Rozas" userId="S::agajardo@ciisa.cl::b3fbea3f-f2a8-486d-aa1c-9a9bc80c7b05" providerId="AD" clId="Web-{81A78B22-6EB1-4333-B29B-3AA70FB3DE9C}"/>
    <pc:docChg chg="modSld">
      <pc:chgData name="Alvaro Gajardo Rozas" userId="S::agajardo@ciisa.cl::b3fbea3f-f2a8-486d-aa1c-9a9bc80c7b05" providerId="AD" clId="Web-{81A78B22-6EB1-4333-B29B-3AA70FB3DE9C}" dt="2023-08-17T18:58:22.310" v="1" actId="20577"/>
      <pc:docMkLst>
        <pc:docMk/>
      </pc:docMkLst>
      <pc:sldChg chg="modSp">
        <pc:chgData name="Alvaro Gajardo Rozas" userId="S::agajardo@ciisa.cl::b3fbea3f-f2a8-486d-aa1c-9a9bc80c7b05" providerId="AD" clId="Web-{81A78B22-6EB1-4333-B29B-3AA70FB3DE9C}" dt="2023-08-17T18:58:22.310" v="1" actId="20577"/>
        <pc:sldMkLst>
          <pc:docMk/>
          <pc:sldMk cId="1136515697" sldId="2076137702"/>
        </pc:sldMkLst>
      </pc:sldChg>
    </pc:docChg>
  </pc:docChgLst>
  <pc:docChgLst>
    <pc:chgData name="Alejandra Bravo Garcia" userId="4cf5125d-f567-4a98-9bb5-4ea9ae908f01" providerId="ADAL" clId="{20B9C4F6-F537-4BE7-987D-554A3B4B781E}"/>
    <pc:docChg chg="undo redo custSel addSld delSld modSld sldOrd">
      <pc:chgData name="Alejandra Bravo Garcia" userId="4cf5125d-f567-4a98-9bb5-4ea9ae908f01" providerId="ADAL" clId="{20B9C4F6-F537-4BE7-987D-554A3B4B781E}" dt="2023-09-05T02:53:38.287" v="444" actId="207"/>
      <pc:docMkLst>
        <pc:docMk/>
      </pc:docMkLst>
      <pc:sldChg chg="delSp modSp add del mod">
        <pc:chgData name="Alejandra Bravo Garcia" userId="4cf5125d-f567-4a98-9bb5-4ea9ae908f01" providerId="ADAL" clId="{20B9C4F6-F537-4BE7-987D-554A3B4B781E}" dt="2023-09-05T02:05:50.448" v="206" actId="2696"/>
        <pc:sldMkLst>
          <pc:docMk/>
          <pc:sldMk cId="1405910239" sldId="256"/>
        </pc:sldMkLst>
      </pc:sldChg>
      <pc:sldChg chg="modSp mod">
        <pc:chgData name="Alejandra Bravo Garcia" userId="4cf5125d-f567-4a98-9bb5-4ea9ae908f01" providerId="ADAL" clId="{20B9C4F6-F537-4BE7-987D-554A3B4B781E}" dt="2023-09-05T02:22:50.420" v="431" actId="20577"/>
        <pc:sldMkLst>
          <pc:docMk/>
          <pc:sldMk cId="242947854" sldId="2076137701"/>
        </pc:sldMkLst>
      </pc:sldChg>
      <pc:sldChg chg="addSp delSp modSp mod">
        <pc:chgData name="Alejandra Bravo Garcia" userId="4cf5125d-f567-4a98-9bb5-4ea9ae908f01" providerId="ADAL" clId="{20B9C4F6-F537-4BE7-987D-554A3B4B781E}" dt="2023-09-05T02:04:49.891" v="195" actId="1076"/>
        <pc:sldMkLst>
          <pc:docMk/>
          <pc:sldMk cId="1136515697" sldId="2076137702"/>
        </pc:sldMkLst>
      </pc:sldChg>
      <pc:sldChg chg="modSp mod ord">
        <pc:chgData name="Alejandra Bravo Garcia" userId="4cf5125d-f567-4a98-9bb5-4ea9ae908f01" providerId="ADAL" clId="{20B9C4F6-F537-4BE7-987D-554A3B4B781E}" dt="2023-09-05T02:03:21.324" v="182" actId="14100"/>
        <pc:sldMkLst>
          <pc:docMk/>
          <pc:sldMk cId="868812523" sldId="2076137703"/>
        </pc:sldMkLst>
      </pc:sldChg>
      <pc:sldChg chg="addSp delSp modSp mod ord">
        <pc:chgData name="Alejandra Bravo Garcia" userId="4cf5125d-f567-4a98-9bb5-4ea9ae908f01" providerId="ADAL" clId="{20B9C4F6-F537-4BE7-987D-554A3B4B781E}" dt="2023-09-05T02:12:32.721" v="318" actId="113"/>
        <pc:sldMkLst>
          <pc:docMk/>
          <pc:sldMk cId="1943926825" sldId="2076137704"/>
        </pc:sldMkLst>
      </pc:sldChg>
      <pc:sldChg chg="addSp modSp mod setBg">
        <pc:chgData name="Alejandra Bravo Garcia" userId="4cf5125d-f567-4a98-9bb5-4ea9ae908f01" providerId="ADAL" clId="{20B9C4F6-F537-4BE7-987D-554A3B4B781E}" dt="2023-09-05T02:53:38.287" v="444" actId="207"/>
        <pc:sldMkLst>
          <pc:docMk/>
          <pc:sldMk cId="2328334949" sldId="2076137706"/>
        </pc:sldMkLst>
      </pc:sldChg>
      <pc:sldChg chg="modSp add mod ord">
        <pc:chgData name="Alejandra Bravo Garcia" userId="4cf5125d-f567-4a98-9bb5-4ea9ae908f01" providerId="ADAL" clId="{20B9C4F6-F537-4BE7-987D-554A3B4B781E}" dt="2023-09-05T02:05:38.074" v="202" actId="14100"/>
        <pc:sldMkLst>
          <pc:docMk/>
          <pc:sldMk cId="3736436638" sldId="2076137707"/>
        </pc:sldMkLst>
      </pc:sldChg>
      <pc:sldChg chg="modSp add mod ord">
        <pc:chgData name="Alejandra Bravo Garcia" userId="4cf5125d-f567-4a98-9bb5-4ea9ae908f01" providerId="ADAL" clId="{20B9C4F6-F537-4BE7-987D-554A3B4B781E}" dt="2023-09-05T02:07:55.535" v="238" actId="20577"/>
        <pc:sldMkLst>
          <pc:docMk/>
          <pc:sldMk cId="829328944" sldId="2076137708"/>
        </pc:sldMkLst>
      </pc:sldChg>
      <pc:sldChg chg="modSp add mod">
        <pc:chgData name="Alejandra Bravo Garcia" userId="4cf5125d-f567-4a98-9bb5-4ea9ae908f01" providerId="ADAL" clId="{20B9C4F6-F537-4BE7-987D-554A3B4B781E}" dt="2023-09-05T02:08:29.494" v="243" actId="20577"/>
        <pc:sldMkLst>
          <pc:docMk/>
          <pc:sldMk cId="694389719" sldId="2076137709"/>
        </pc:sldMkLst>
      </pc:sldChg>
      <pc:sldChg chg="modSp add mod">
        <pc:chgData name="Alejandra Bravo Garcia" userId="4cf5125d-f567-4a98-9bb5-4ea9ae908f01" providerId="ADAL" clId="{20B9C4F6-F537-4BE7-987D-554A3B4B781E}" dt="2023-09-05T02:08:53.284" v="250" actId="20577"/>
        <pc:sldMkLst>
          <pc:docMk/>
          <pc:sldMk cId="3734186721" sldId="2076137710"/>
        </pc:sldMkLst>
      </pc:sldChg>
      <pc:sldChg chg="modSp add mod">
        <pc:chgData name="Alejandra Bravo Garcia" userId="4cf5125d-f567-4a98-9bb5-4ea9ae908f01" providerId="ADAL" clId="{20B9C4F6-F537-4BE7-987D-554A3B4B781E}" dt="2023-09-05T02:10:39.157" v="303" actId="20577"/>
        <pc:sldMkLst>
          <pc:docMk/>
          <pc:sldMk cId="571905608" sldId="2076137711"/>
        </pc:sldMkLst>
      </pc:sldChg>
      <pc:sldChg chg="add del">
        <pc:chgData name="Alejandra Bravo Garcia" userId="4cf5125d-f567-4a98-9bb5-4ea9ae908f01" providerId="ADAL" clId="{20B9C4F6-F537-4BE7-987D-554A3B4B781E}" dt="2023-09-05T02:06:17.425" v="211" actId="2696"/>
        <pc:sldMkLst>
          <pc:docMk/>
          <pc:sldMk cId="1618824746" sldId="2076137712"/>
        </pc:sldMkLst>
      </pc:sldChg>
      <pc:sldChg chg="addSp delSp modSp add mod ord">
        <pc:chgData name="Alejandra Bravo Garcia" userId="4cf5125d-f567-4a98-9bb5-4ea9ae908f01" providerId="ADAL" clId="{20B9C4F6-F537-4BE7-987D-554A3B4B781E}" dt="2023-09-05T02:11:25.147" v="305"/>
        <pc:sldMkLst>
          <pc:docMk/>
          <pc:sldMk cId="3631252662" sldId="2076137712"/>
        </pc:sldMkLst>
      </pc:sldChg>
      <pc:sldChg chg="addSp delSp modSp add mod ord">
        <pc:chgData name="Alejandra Bravo Garcia" userId="4cf5125d-f567-4a98-9bb5-4ea9ae908f01" providerId="ADAL" clId="{20B9C4F6-F537-4BE7-987D-554A3B4B781E}" dt="2023-09-05T02:17:56.182" v="351" actId="1076"/>
        <pc:sldMkLst>
          <pc:docMk/>
          <pc:sldMk cId="536104298" sldId="2076137713"/>
        </pc:sldMkLst>
      </pc:sldChg>
      <pc:sldChg chg="addSp delSp modSp add mod ord">
        <pc:chgData name="Alejandra Bravo Garcia" userId="4cf5125d-f567-4a98-9bb5-4ea9ae908f01" providerId="ADAL" clId="{20B9C4F6-F537-4BE7-987D-554A3B4B781E}" dt="2023-09-05T02:20:31.766" v="368" actId="113"/>
        <pc:sldMkLst>
          <pc:docMk/>
          <pc:sldMk cId="4073713596" sldId="2076137714"/>
        </pc:sldMkLst>
      </pc:sldChg>
      <pc:sldChg chg="addSp delSp modSp add mod ord">
        <pc:chgData name="Alejandra Bravo Garcia" userId="4cf5125d-f567-4a98-9bb5-4ea9ae908f01" providerId="ADAL" clId="{20B9C4F6-F537-4BE7-987D-554A3B4B781E}" dt="2023-09-05T02:22:00.112" v="379" actId="207"/>
        <pc:sldMkLst>
          <pc:docMk/>
          <pc:sldMk cId="3308352145" sldId="2076137715"/>
        </pc:sldMkLst>
      </pc:sldChg>
      <pc:sldChg chg="addSp delSp modSp add mod">
        <pc:chgData name="Alejandra Bravo Garcia" userId="4cf5125d-f567-4a98-9bb5-4ea9ae908f01" providerId="ADAL" clId="{20B9C4F6-F537-4BE7-987D-554A3B4B781E}" dt="2023-09-05T02:14:13.054" v="331" actId="14100"/>
        <pc:sldMkLst>
          <pc:docMk/>
          <pc:sldMk cId="2456185182" sldId="2076137716"/>
        </pc:sldMkLst>
      </pc:sldChg>
      <pc:sldMasterChg chg="delSldLayout">
        <pc:chgData name="Alejandra Bravo Garcia" userId="4cf5125d-f567-4a98-9bb5-4ea9ae908f01" providerId="ADAL" clId="{20B9C4F6-F537-4BE7-987D-554A3B4B781E}" dt="2023-09-05T02:05:50.448" v="206" actId="2696"/>
        <pc:sldMasterMkLst>
          <pc:docMk/>
          <pc:sldMasterMk cId="2491898207" sldId="2147483660"/>
        </pc:sldMasterMkLst>
        <pc:sldLayoutChg chg="del">
          <pc:chgData name="Alejandra Bravo Garcia" userId="4cf5125d-f567-4a98-9bb5-4ea9ae908f01" providerId="ADAL" clId="{20B9C4F6-F537-4BE7-987D-554A3B4B781E}" dt="2023-09-05T02:05:50.448" v="206" actId="2696"/>
          <pc:sldLayoutMkLst>
            <pc:docMk/>
            <pc:sldMasterMk cId="2491898207" sldId="2147483660"/>
            <pc:sldLayoutMk cId="1493273478" sldId="2147483666"/>
          </pc:sldLayoutMkLst>
        </pc:sldLayoutChg>
      </pc:sldMasterChg>
    </pc:docChg>
  </pc:docChgLst>
  <pc:docChgLst>
    <pc:chgData name="Lorena Massone Bresler" userId="S::lmassone@ciisa.cl::02953e08-4597-4d31-a081-9f68326755d8" providerId="AD" clId="Web-{14B7B713-082C-F377-6F54-89836EDE3A44}"/>
    <pc:docChg chg="modSld">
      <pc:chgData name="Lorena Massone Bresler" userId="S::lmassone@ciisa.cl::02953e08-4597-4d31-a081-9f68326755d8" providerId="AD" clId="Web-{14B7B713-082C-F377-6F54-89836EDE3A44}" dt="2024-01-23T16:29:42.669" v="22" actId="20577"/>
      <pc:docMkLst>
        <pc:docMk/>
      </pc:docMkLst>
      <pc:sldChg chg="modSp delCm modCm">
        <pc:chgData name="Lorena Massone Bresler" userId="S::lmassone@ciisa.cl::02953e08-4597-4d31-a081-9f68326755d8" providerId="AD" clId="Web-{14B7B713-082C-F377-6F54-89836EDE3A44}" dt="2024-01-23T16:29:19.152" v="12" actId="20577"/>
        <pc:sldMkLst>
          <pc:docMk/>
          <pc:sldMk cId="3167001994" sldId="207613770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Lorena Massone Bresler" userId="S::lmassone@ciisa.cl::02953e08-4597-4d31-a081-9f68326755d8" providerId="AD" clId="Web-{14B7B713-082C-F377-6F54-89836EDE3A44}" dt="2024-01-23T16:28:34.760" v="9"/>
              <pc2:cmMkLst xmlns:pc2="http://schemas.microsoft.com/office/powerpoint/2019/9/main/command">
                <pc:docMk/>
                <pc:sldMk cId="3167001994" sldId="2076137705"/>
                <pc2:cmMk id="{FDA31033-C313-481E-B661-B5FAF3DCBAFF}"/>
              </pc2:cmMkLst>
            </pc226:cmChg>
            <pc226:cmChg xmlns:pc226="http://schemas.microsoft.com/office/powerpoint/2022/06/main/command" chg="del mod">
              <pc226:chgData name="Lorena Massone Bresler" userId="S::lmassone@ciisa.cl::02953e08-4597-4d31-a081-9f68326755d8" providerId="AD" clId="Web-{14B7B713-082C-F377-6F54-89836EDE3A44}" dt="2024-01-23T16:28:36.057" v="10"/>
              <pc2:cmMkLst xmlns:pc2="http://schemas.microsoft.com/office/powerpoint/2019/9/main/command">
                <pc:docMk/>
                <pc:sldMk cId="3167001994" sldId="2076137705"/>
                <pc2:cmMk id="{6ACC9BD5-3395-4EED-95E2-0F111C252A4D}"/>
              </pc2:cmMkLst>
            </pc226:cmChg>
          </p:ext>
        </pc:extLst>
      </pc:sldChg>
      <pc:sldChg chg="modSp">
        <pc:chgData name="Lorena Massone Bresler" userId="S::lmassone@ciisa.cl::02953e08-4597-4d31-a081-9f68326755d8" providerId="AD" clId="Web-{14B7B713-082C-F377-6F54-89836EDE3A44}" dt="2024-01-23T16:29:42.669" v="22" actId="20577"/>
        <pc:sldMkLst>
          <pc:docMk/>
          <pc:sldMk cId="2328334949" sldId="207613770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2656-D0C9-4458-96E2-63B8D593F054}" type="datetimeFigureOut">
              <a:rPr lang="es-CL" smtClean="0"/>
              <a:t>14-09-2025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8C6D-1E16-459A-B4A2-B354227B25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48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9BCFA7-EFF0-AE3A-4D5A-F54C59C5A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2790" y="3107113"/>
            <a:ext cx="5113194" cy="643773"/>
          </a:xfrm>
        </p:spPr>
        <p:txBody>
          <a:bodyPr anchor="ctr">
            <a:normAutofit/>
          </a:bodyPr>
          <a:lstStyle/>
          <a:p>
            <a:pPr algn="l"/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36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 sz="3600" b="1">
              <a:solidFill>
                <a:schemeClr val="bg1"/>
              </a:solidFill>
              <a:latin typeface="Gotham" panose="02000603040000020004" pitchFamily="50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29DCCD-8CF6-9BA5-1F82-4885C19BA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2790" y="3839546"/>
            <a:ext cx="5113194" cy="635654"/>
          </a:xfrm>
        </p:spPr>
        <p:txBody>
          <a:bodyPr>
            <a:noAutofit/>
          </a:bodyPr>
          <a:lstStyle/>
          <a:p>
            <a:pPr algn="l"/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  <p:pic>
        <p:nvPicPr>
          <p:cNvPr id="2" name="Imagen 1" descr="Imagen que contiene botella, texto, periódico, firmar&#10;&#10;Descripción generada automáticamente">
            <a:extLst>
              <a:ext uri="{FF2B5EF4-FFF2-40B4-BE49-F238E27FC236}">
                <a16:creationId xmlns:a16="http://schemas.microsoft.com/office/drawing/2014/main" id="{56246E2A-FF94-6B4F-980C-12E7E5DF0C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6" y="5579974"/>
            <a:ext cx="2199042" cy="7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s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AGENDA</a:t>
            </a:r>
            <a:endParaRPr lang="en-US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669CD1B-0E03-ABA9-763C-5D948F0B8EB8}"/>
              </a:ext>
            </a:extLst>
          </p:cNvPr>
          <p:cNvSpPr/>
          <p:nvPr userDrawn="1"/>
        </p:nvSpPr>
        <p:spPr>
          <a:xfrm rot="16200000">
            <a:off x="-14135" y="3062436"/>
            <a:ext cx="4305299" cy="2180925"/>
          </a:xfrm>
          <a:prstGeom prst="round2SameRect">
            <a:avLst/>
          </a:prstGeom>
          <a:solidFill>
            <a:srgbClr val="304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24370F0-34C6-0E0F-CB33-03242E12CDC9}"/>
              </a:ext>
            </a:extLst>
          </p:cNvPr>
          <p:cNvSpPr txBox="1">
            <a:spLocks/>
          </p:cNvSpPr>
          <p:nvPr userDrawn="1"/>
        </p:nvSpPr>
        <p:spPr>
          <a:xfrm>
            <a:off x="3933825" y="1877961"/>
            <a:ext cx="7221854" cy="444429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01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02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03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04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05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06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Imagen 3" descr="Texto, Icono&#10;&#10;Descripción generada automáticamente">
            <a:extLst>
              <a:ext uri="{FF2B5EF4-FFF2-40B4-BE49-F238E27FC236}">
                <a16:creationId xmlns:a16="http://schemas.microsoft.com/office/drawing/2014/main" id="{EC37FD03-A8F4-6CC0-494F-F7761EB371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77" y="3038639"/>
            <a:ext cx="2125701" cy="21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5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General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Lorem</a:t>
            </a:r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 </a:t>
            </a:r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Ipsum</a:t>
            </a:r>
            <a:endParaRPr lang="en-US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5AF31D7-DDAD-AE10-0239-B0B639942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1966452"/>
            <a:ext cx="11137692" cy="4359396"/>
          </a:xfrm>
        </p:spPr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  <a:lvl2pPr>
              <a:defRPr>
                <a:solidFill>
                  <a:srgbClr val="3C3C3B"/>
                </a:solidFill>
              </a:defRPr>
            </a:lvl2pPr>
            <a:lvl3pPr>
              <a:defRPr>
                <a:solidFill>
                  <a:srgbClr val="3C3C3B"/>
                </a:solidFill>
              </a:defRPr>
            </a:lvl3pPr>
            <a:lvl4pPr>
              <a:defRPr>
                <a:solidFill>
                  <a:srgbClr val="3C3C3B"/>
                </a:solidFill>
              </a:defRPr>
            </a:lvl4pPr>
            <a:lvl5pPr>
              <a:defRPr>
                <a:solidFill>
                  <a:srgbClr val="3C3C3B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ambio Tem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A8F40-9B3F-63B9-DD8C-BB01669C2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721" y="2553043"/>
            <a:ext cx="7286438" cy="1744716"/>
          </a:xfrm>
        </p:spPr>
        <p:txBody>
          <a:bodyPr anchor="ctr"/>
          <a:lstStyle/>
          <a:p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44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11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866" y="2203068"/>
            <a:ext cx="49258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9866" y="3653824"/>
            <a:ext cx="4925814" cy="1173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1" r:id="rId3"/>
    <p:sldLayoutId id="2147483663" r:id="rId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spc="-50" baseline="0">
          <a:solidFill>
            <a:schemeClr val="bg1"/>
          </a:solidFill>
          <a:latin typeface="Gotham" panose="02000603040000020004" pitchFamily="5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307" y="4079276"/>
            <a:ext cx="7515721" cy="1931918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  <a:latin typeface="Gotham"/>
              </a:rPr>
              <a:t>Pruebas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307" y="5850683"/>
            <a:ext cx="7410566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MX" dirty="0">
                <a:solidFill>
                  <a:srgbClr val="FFFFFF"/>
                </a:solidFill>
                <a:latin typeface="Gotham"/>
              </a:rPr>
              <a:t>Sesión sincrónica S3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0A6519-C0E5-9DA6-CE62-09D6A7015CF2}"/>
              </a:ext>
            </a:extLst>
          </p:cNvPr>
          <p:cNvSpPr txBox="1"/>
          <p:nvPr/>
        </p:nvSpPr>
        <p:spPr>
          <a:xfrm>
            <a:off x="418313" y="3524528"/>
            <a:ext cx="85776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>
                <a:solidFill>
                  <a:srgbClr val="FFFFFF"/>
                </a:solidFill>
                <a:latin typeface="Gotham"/>
              </a:rPr>
              <a:t>Testing aplicado al desarrollo de sistemas - IF203IINF</a:t>
            </a:r>
          </a:p>
        </p:txBody>
      </p:sp>
    </p:spTree>
    <p:extLst>
      <p:ext uri="{BB962C8B-B14F-4D97-AF65-F5344CB8AC3E}">
        <p14:creationId xmlns:p14="http://schemas.microsoft.com/office/powerpoint/2010/main" val="3167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FDCBE-E499-3103-92A5-28F5D6427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Gotham"/>
              </a:rPr>
              <a:t>ÍNDICE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3EDA60-EA13-DE58-247C-0BA1927DF33E}"/>
              </a:ext>
            </a:extLst>
          </p:cNvPr>
          <p:cNvSpPr txBox="1"/>
          <p:nvPr/>
        </p:nvSpPr>
        <p:spPr>
          <a:xfrm>
            <a:off x="3906982" y="1877961"/>
            <a:ext cx="7499927" cy="3139321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1: </a:t>
            </a:r>
            <a:r>
              <a:rPr lang="es-MX" b="1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mapa conceptual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b="1" dirty="0">
              <a:solidFill>
                <a:srgbClr val="102B42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2: </a:t>
            </a:r>
            <a:r>
              <a:rPr lang="es-MX" sz="1800" b="1" i="0" u="none" strike="noStrike" dirty="0">
                <a:solidFill>
                  <a:srgbClr val="102B42"/>
                </a:solidFill>
                <a:effectLst/>
                <a:latin typeface="Calibri" panose="020F0502020204030204" pitchFamily="34" charset="0"/>
              </a:rPr>
              <a:t>retroalimentación</a:t>
            </a:r>
            <a:r>
              <a:rPr lang="es-MX" b="1" dirty="0">
                <a:solidFill>
                  <a:srgbClr val="102B42"/>
                </a:solidFill>
                <a:latin typeface="Calibri" panose="020F0502020204030204" pitchFamily="34" charset="0"/>
              </a:rPr>
              <a:t> preguntas del apunte</a:t>
            </a:r>
            <a:endParaRPr lang="es-MX" dirty="0">
              <a:solidFill>
                <a:srgbClr val="102B42"/>
              </a:solidFill>
            </a:endParaRPr>
          </a:p>
          <a:p>
            <a:endParaRPr lang="es-MX" dirty="0">
              <a:solidFill>
                <a:srgbClr val="49607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3: </a:t>
            </a:r>
            <a:r>
              <a:rPr lang="es-MX" sz="1800" b="1" i="0" u="none" strike="noStrike" dirty="0">
                <a:solidFill>
                  <a:srgbClr val="102B42"/>
                </a:solidFill>
                <a:effectLst/>
                <a:latin typeface="Calibri" panose="020F0502020204030204" pitchFamily="34" charset="0"/>
              </a:rPr>
              <a:t>retroalimentación preguntas del foro</a:t>
            </a: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solidFill>
                <a:srgbClr val="102B4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solidFill>
                  <a:srgbClr val="102B42"/>
                </a:solidFill>
              </a:rPr>
              <a:t>Tema 4: </a:t>
            </a:r>
            <a:r>
              <a:rPr lang="en-US" b="1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mini </a:t>
            </a:r>
            <a:r>
              <a:rPr lang="en-US" b="1" dirty="0" err="1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b="1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0" i="0" dirty="0">
              <a:solidFill>
                <a:srgbClr val="102B42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02B42"/>
                </a:solidFill>
                <a:latin typeface="Calibri"/>
                <a:ea typeface="Calibri"/>
                <a:cs typeface="Calibri"/>
              </a:rPr>
              <a:t>Tema 5: </a:t>
            </a:r>
            <a:r>
              <a:rPr lang="en-US" sz="1800" b="1" i="0" u="none" strike="noStrike" dirty="0">
                <a:solidFill>
                  <a:srgbClr val="102B42"/>
                </a:solidFill>
                <a:effectLst/>
                <a:latin typeface="Calibri"/>
                <a:ea typeface="Calibri"/>
                <a:cs typeface="Calibri"/>
              </a:rPr>
              <a:t>Cierre:</a:t>
            </a:r>
            <a:endParaRPr lang="en-US" dirty="0">
              <a:solidFill>
                <a:srgbClr val="102B42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2833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74C9C-032E-5215-271E-7472146D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6" y="313870"/>
            <a:ext cx="101134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Resumen unidad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9E19D4-F439-D4D1-F40D-70D360076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57" y="1453883"/>
            <a:ext cx="10225906" cy="45035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3125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74C9C-032E-5215-271E-7472146D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907" y="2826863"/>
            <a:ext cx="4181789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Resumen unidad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90488DC-D670-D5C8-CDE0-0B1A9F1B4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958" t="1773" r="3209" b="1943"/>
          <a:stretch>
            <a:fillRect/>
          </a:stretch>
        </p:blipFill>
        <p:spPr>
          <a:xfrm>
            <a:off x="4758812" y="78659"/>
            <a:ext cx="6652398" cy="64892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57679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B74C9C-032E-5215-271E-7472146D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26863"/>
            <a:ext cx="40115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Resumen unidad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1F90A3-F024-461D-5BF0-96963620E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1027" t="-2676" r="7050" b="3462"/>
          <a:stretch>
            <a:fillRect/>
          </a:stretch>
        </p:blipFill>
        <p:spPr>
          <a:xfrm>
            <a:off x="4206349" y="0"/>
            <a:ext cx="7784453" cy="65089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97677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9CED6689-E164-16F1-165C-E17B242D55E2}"/>
              </a:ext>
            </a:extLst>
          </p:cNvPr>
          <p:cNvSpPr txBox="1"/>
          <p:nvPr/>
        </p:nvSpPr>
        <p:spPr>
          <a:xfrm>
            <a:off x="1461753" y="4058992"/>
            <a:ext cx="926849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sz="4400" b="1">
                <a:solidFill>
                  <a:srgbClr val="FFFFFF"/>
                </a:solidFill>
                <a:latin typeface="Gotham"/>
              </a:rPr>
              <a:t>Fase de retroalimentación</a:t>
            </a:r>
            <a:r>
              <a:rPr lang="es-ES" sz="4400">
                <a:latin typeface="Gotham"/>
              </a:rPr>
              <a:t>​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6582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3499F-FA86-D505-180D-F5B11ADBE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6492C-DEEE-A789-DF6E-E140A15D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6" y="313870"/>
            <a:ext cx="101134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Apunte activador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2E2544-E631-D6E6-C184-5615F430CA64}"/>
              </a:ext>
            </a:extLst>
          </p:cNvPr>
          <p:cNvSpPr txBox="1"/>
          <p:nvPr/>
        </p:nvSpPr>
        <p:spPr>
          <a:xfrm>
            <a:off x="136902" y="1027270"/>
            <a:ext cx="11918196" cy="5398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1. </a:t>
            </a:r>
            <a:r>
              <a:rPr lang="es-CL" sz="1100" dirty="0">
                <a:solidFill>
                  <a:srgbClr val="0E0E0E"/>
                </a:solidFill>
                <a:effectLst/>
                <a:latin typeface=".SF NS"/>
              </a:rPr>
              <a:t>¿En qué medida la adopción de niveles de prueba de software contribuye a mejorar la calidad y la confiabilidad del software final?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latin typeface=".SF NS"/>
              </a:rPr>
              <a:t>	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Contribución a la Calidad y Confiabilidad: La adopción de niveles de prueba de software asegura que cada etapa del desarrollo sea evaluada minuciosamente. Desde las pruebas unitarias que validan las unidades individuales hasta las pruebas de integración y sistema que verifican la interacción y funcionalidad del sistema completo, cada nivel aborda diferentes aspectos y tipos de errores. Esto reduce significativamente la posibilidad de que errores pasen desapercibidos, resultando en un software de alta calidad y confiable.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2. </a:t>
            </a:r>
            <a:r>
              <a:rPr lang="es-CL" sz="1100" dirty="0">
                <a:solidFill>
                  <a:srgbClr val="0E0E0E"/>
                </a:solidFill>
                <a:effectLst/>
                <a:latin typeface=".SF NS"/>
              </a:rPr>
              <a:t>¿Existen limitaciones o desafíos asociados con la implementación efectiva de niveles de prueba de software en proyectos de desarrollo de software?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latin typeface=".SF NS"/>
              </a:rPr>
              <a:t>	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Limitaciones y Desafíos: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		• Costo y Tiempo: Implementar múltiples niveles de prueba puede ser costoso y consumir mucho tiempo, lo cual puede ser una barrera para proyectos con presupuestos ajustados o plazos estrictos.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		• Complejidad: La configuración y gestión de un entorno de pruebas complejo, especialmente en sistemas con muchas interdependencias, puede ser un desafío.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		• Dependencia de Herramientas y Recursos: Requiere herramientas adecuadas y personal capacitado, lo que puede ser una limitación si no se cuenta con los recursos necesarios.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		• Mantenimiento de Pruebas: Las pruebas deben actualizarse constantemente para reflejar los cambios en el software, lo que puede requerir un esfuerzo continuo.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3. </a:t>
            </a:r>
            <a:r>
              <a:rPr lang="es-CL" sz="1100" dirty="0">
                <a:solidFill>
                  <a:srgbClr val="0E0E0E"/>
                </a:solidFill>
                <a:effectLst/>
                <a:latin typeface=".SF NS"/>
              </a:rPr>
              <a:t>¿Cómo cree que los niveles de prueba de software evolucionarán en el futuro para adaptarse a los avances tecnológicos y las nuevas tendencias en el desarrollo de software?</a:t>
            </a:r>
          </a:p>
          <a:p>
            <a:pPr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latin typeface=".SF NS"/>
              </a:rPr>
              <a:t>	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Evolución de los Niveles de Prueba:</a:t>
            </a:r>
          </a:p>
          <a:p>
            <a:pPr lvl="2"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Automatización Avanzada: Con el avance de la inteligencia artificial y el aprendizaje automático, se espera que las herramientas de prueba se vuelvan más inteligentes y capaces de detectar problemas de manera más autónoma.</a:t>
            </a:r>
          </a:p>
          <a:p>
            <a:pPr lvl="2"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Pruebas Continuas: Integración más estrecha con prácticas de DevOps, donde las pruebas se realicen de manera continua a lo largo del ciclo de desarrollo y despliegue.</a:t>
            </a:r>
          </a:p>
          <a:p>
            <a:pPr lvl="2"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Virtualización y Contenedores: Uso creciente de entornos virtualizados y contenedores para pruebas, lo que permitirá replicar con precisión entornos de producción y realizar pruebas más exhaustivas.</a:t>
            </a:r>
          </a:p>
          <a:p>
            <a:pPr lvl="2"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Pruebas en la Nube: La adopción de infraestructuras de prueba en la nube facilitará la escalabilidad y flexibilidad, permitiendo realizar pruebas complejas de manera más eficiente.</a:t>
            </a:r>
          </a:p>
          <a:p>
            <a:pPr lvl="2" algn="just">
              <a:lnSpc>
                <a:spcPct val="150000"/>
              </a:lnSpc>
            </a:pP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Seguridad y Cumplimiento: Mayor enfoque en pruebas de seguridad y cumplimiento, integrando estas prácticas desde las primeras etapas del desarrollo para garantizar que el software no solo funcione bien, sino que también sea seguro y cumpla con las regulaciones.</a:t>
            </a:r>
          </a:p>
        </p:txBody>
      </p:sp>
    </p:spTree>
    <p:extLst>
      <p:ext uri="{BB962C8B-B14F-4D97-AF65-F5344CB8AC3E}">
        <p14:creationId xmlns:p14="http://schemas.microsoft.com/office/powerpoint/2010/main" val="495220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36B51-CBD0-378A-4C7D-7FAE3AC9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AF466-9E3B-1699-4180-7E6CE9304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6" y="313870"/>
            <a:ext cx="101134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Apunte activador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89DAD7-A5D2-FC3D-8809-5F5091CFCB09}"/>
              </a:ext>
            </a:extLst>
          </p:cNvPr>
          <p:cNvSpPr txBox="1"/>
          <p:nvPr/>
        </p:nvSpPr>
        <p:spPr>
          <a:xfrm>
            <a:off x="126032" y="1711376"/>
            <a:ext cx="12065968" cy="2556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CL" sz="12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1. </a:t>
            </a:r>
            <a:r>
              <a:rPr lang="es-CL" sz="1200" b="1" dirty="0">
                <a:solidFill>
                  <a:srgbClr val="0E0E0E"/>
                </a:solidFill>
                <a:effectLst/>
                <a:latin typeface=".SF NS"/>
              </a:rPr>
              <a:t>Las pruebas no funcionales evalúan _____</a:t>
            </a:r>
            <a:endParaRPr lang="es-CL" sz="1200" dirty="0">
              <a:solidFill>
                <a:srgbClr val="0E0E0E"/>
              </a:solidFill>
              <a:effectLst/>
              <a:latin typeface=".SF NS"/>
            </a:endParaRPr>
          </a:p>
          <a:p>
            <a:pPr algn="just">
              <a:lnSpc>
                <a:spcPct val="150000"/>
              </a:lnSpc>
            </a:pPr>
            <a:r>
              <a:rPr lang="es-CL" sz="1200" dirty="0">
                <a:solidFill>
                  <a:srgbClr val="0E0E0E"/>
                </a:solidFill>
                <a:effectLst/>
                <a:latin typeface=".SF NS"/>
              </a:rPr>
              <a:t>	• Las pruebas no funcionales </a:t>
            </a:r>
            <a:r>
              <a:rPr lang="es-CL" sz="12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evalúan aspectos como el rendimiento, la escalabilidad, la usabilidad, la seguridad y la compatibilidad del software. Estas pruebas se centran en cómo funciona el sistema en lugar de si cumple con los requisitos funcionales</a:t>
            </a:r>
            <a:r>
              <a:rPr lang="es-CL" sz="1200" dirty="0">
                <a:solidFill>
                  <a:srgbClr val="0E0E0E"/>
                </a:solidFill>
                <a:effectLst/>
                <a:latin typeface=".SF NS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s-CL" sz="12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2. </a:t>
            </a:r>
            <a:r>
              <a:rPr lang="es-CL" sz="1200" b="1" dirty="0">
                <a:solidFill>
                  <a:srgbClr val="0E0E0E"/>
                </a:solidFill>
                <a:effectLst/>
                <a:latin typeface=".SF NS"/>
              </a:rPr>
              <a:t>Las pruebas de calidad aseguran que el software _____</a:t>
            </a:r>
            <a:endParaRPr lang="es-CL" sz="1200" dirty="0">
              <a:solidFill>
                <a:srgbClr val="0E0E0E"/>
              </a:solidFill>
              <a:effectLst/>
              <a:latin typeface=".SF NS"/>
            </a:endParaRPr>
          </a:p>
          <a:p>
            <a:pPr algn="just">
              <a:lnSpc>
                <a:spcPct val="150000"/>
              </a:lnSpc>
            </a:pPr>
            <a:r>
              <a:rPr lang="es-CL" sz="1200" dirty="0">
                <a:solidFill>
                  <a:srgbClr val="0E0E0E"/>
                </a:solidFill>
                <a:effectLst/>
                <a:latin typeface=".SF NS"/>
              </a:rPr>
              <a:t>	• Las pruebas de calidad aseguran que el software </a:t>
            </a:r>
            <a:r>
              <a:rPr lang="es-CL" sz="12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cumple con los estándares y expectativas de calidad definidos. Esto incluye la verificación de que el software es fiable, eficiente, mantenible y satisfactorio para el usuario final.</a:t>
            </a:r>
          </a:p>
          <a:p>
            <a:pPr algn="just">
              <a:lnSpc>
                <a:spcPct val="150000"/>
              </a:lnSpc>
            </a:pPr>
            <a:r>
              <a:rPr lang="es-CL" sz="12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3. </a:t>
            </a:r>
            <a:r>
              <a:rPr lang="es-CL" sz="1200" b="1" dirty="0">
                <a:solidFill>
                  <a:srgbClr val="0E0E0E"/>
                </a:solidFill>
                <a:effectLst/>
                <a:latin typeface=".SF NS"/>
              </a:rPr>
              <a:t>Las pruebas de estrés se utilizan para _____</a:t>
            </a:r>
            <a:endParaRPr lang="es-CL" sz="1200" dirty="0">
              <a:solidFill>
                <a:srgbClr val="0E0E0E"/>
              </a:solidFill>
              <a:effectLst/>
              <a:latin typeface=".SF NS"/>
            </a:endParaRPr>
          </a:p>
          <a:p>
            <a:pPr algn="just">
              <a:lnSpc>
                <a:spcPct val="150000"/>
              </a:lnSpc>
            </a:pPr>
            <a:r>
              <a:rPr lang="es-CL" sz="1200" dirty="0">
                <a:solidFill>
                  <a:srgbClr val="0E0E0E"/>
                </a:solidFill>
                <a:effectLst/>
                <a:latin typeface=".SF NS"/>
              </a:rPr>
              <a:t>	• Las pruebas de estrés se utilizan para </a:t>
            </a:r>
            <a:r>
              <a:rPr lang="es-CL" sz="12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determinar cómo se comporta el software bajo condiciones extremas de carga. El objetivo es identificar los límites de capacidad del sistema y asegurarse de que el software pueda manejar picos de demanda sin fallar.</a:t>
            </a:r>
          </a:p>
        </p:txBody>
      </p:sp>
    </p:spTree>
    <p:extLst>
      <p:ext uri="{BB962C8B-B14F-4D97-AF65-F5344CB8AC3E}">
        <p14:creationId xmlns:p14="http://schemas.microsoft.com/office/powerpoint/2010/main" val="4278460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BB666-B676-E9F0-D328-586A9283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4ED94-CD14-4F0E-DABF-1748155C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6" y="313870"/>
            <a:ext cx="101134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Foro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AF2F93-5EFC-9D9E-975A-34180C01CE19}"/>
              </a:ext>
            </a:extLst>
          </p:cNvPr>
          <p:cNvSpPr txBox="1"/>
          <p:nvPr/>
        </p:nvSpPr>
        <p:spPr>
          <a:xfrm>
            <a:off x="284153" y="916007"/>
            <a:ext cx="11135032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0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s-CL" sz="11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s-CL" sz="1100" b="1" dirty="0">
                <a:solidFill>
                  <a:srgbClr val="0E0E0E"/>
                </a:solidFill>
                <a:effectLst/>
                <a:latin typeface=".SF NS"/>
              </a:rPr>
              <a:t>¿En qué medida la adopción de niveles de prueba de software contribuye a mejorar la calidad y la confiabilidad del software final?</a:t>
            </a:r>
            <a:endParaRPr lang="es-CL" sz="1100" dirty="0">
              <a:solidFill>
                <a:srgbClr val="0E0E0E"/>
              </a:solidFill>
              <a:effectLst/>
              <a:latin typeface=".SF NS"/>
            </a:endParaRP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La adopción de niveles de prueba de software es fundamental para mejorar la calidad y la confiabilidad del software final. Cada nivel de prueba está diseñado para identificar y corregir diferentes tipos de errores en distintas fases del desarrollo. Por ejemplo: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Pruebas Unitarias: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Verifican el correcto funcionamiento de componentes individuales del código. Esto asegura que cada unidad funcional opera como se espera.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Pruebas de Integración: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Aseguran que los diferentes módulos o componentes del software interactúen correctamente entre sí.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Pruebas de Sistema: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</a:t>
            </a:r>
            <a:r>
              <a:rPr lang="es-CL" sz="1100" dirty="0" err="1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Evaluan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el sistema completo para verificar que cumple con los requisitos especificados.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Pruebas de Aceptación: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Validan que el software cumple con los criterios y expectativas del usuario final.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Al abordar problemas en cada uno de estos niveles, se incrementa la probabilidad de detectar y corregir errores antes de que el software sea desplegado, lo cual mejora significativamente la calidad y confiabilidad del producto final.</a:t>
            </a:r>
          </a:p>
          <a:p>
            <a:pPr algn="just"/>
            <a:r>
              <a:rPr lang="es-CL" sz="11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2. </a:t>
            </a:r>
            <a:r>
              <a:rPr lang="es-CL" sz="1100" b="1" dirty="0">
                <a:solidFill>
                  <a:srgbClr val="0E0E0E"/>
                </a:solidFill>
                <a:effectLst/>
                <a:latin typeface=".SF NS"/>
              </a:rPr>
              <a:t>¿Existen limitaciones o desafíos asociados con la implementación efectiva de niveles de prueba de software en proyectos de desarrollo de software?</a:t>
            </a:r>
            <a:endParaRPr lang="es-CL" sz="1100" dirty="0">
              <a:solidFill>
                <a:srgbClr val="0E0E0E"/>
              </a:solidFill>
              <a:effectLst/>
              <a:latin typeface=".SF NS"/>
            </a:endParaRP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Sí, hay varias limitaciones y desafíos asociados con la implementación efectiva de niveles de prueba de software, entre ellos: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Costo y Tiempo: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Implementar múltiples niveles de pruebas puede ser costoso y llevar mucho tiempo. Esto puede ser una barrera significativa para proyectos con presupuestos y plazos ajustados.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Complejidad: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La configuración y gestión de un entorno de pruebas que abarque todos los niveles pueden ser complejas, especialmente en sistemas con muchas interdependencias.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Dependencia de Herramientas y Recursos: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Requiere el uso de herramientas adecuadas y personal capacitado, lo que puede ser limitante si no se cuenta con los recursos necesarios.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Mantenimiento de Pruebas: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Las pruebas deben actualizarse constantemente para reflejar los cambios en el software, lo que puede requerir un esfuerzo continuo y significativo.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Resistencia al Cambio: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La adopción de prácticas de prueba rigurosas puede encontrar resistencia dentro de los equipos de desarrollo, especialmente si no están familiarizados con su importancia y beneficios.</a:t>
            </a:r>
          </a:p>
          <a:p>
            <a:pPr algn="just"/>
            <a:r>
              <a:rPr lang="es-CL" sz="1100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3. </a:t>
            </a:r>
            <a:r>
              <a:rPr lang="es-CL" sz="1100" b="1" dirty="0">
                <a:solidFill>
                  <a:srgbClr val="0E0E0E"/>
                </a:solidFill>
                <a:effectLst/>
                <a:latin typeface=".SF NS"/>
              </a:rPr>
              <a:t>¿Cómo cree que los niveles de prueba de software evolucionarán en el futuro para adaptarse a los avances tecnológicos y las nuevas tendencias en el desarrollo de software?</a:t>
            </a:r>
            <a:endParaRPr lang="es-CL" sz="1100" dirty="0">
              <a:solidFill>
                <a:srgbClr val="0E0E0E"/>
              </a:solidFill>
              <a:effectLst/>
              <a:latin typeface=".SF NS"/>
            </a:endParaRP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Los niveles de prueba de software están destinados a evolucionar significativamente en el futuro para adaptarse a los avances tecnológicos y las nuevas tendencias en el desarrollo de software. Algunas posibles evoluciones incluyen: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Automatización Avanzada: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El uso de inteligencia artificial y aprendizaje automático para crear herramientas de prueba más inteligentes y capaces de detectar problemas de manera autónoma.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Pruebas Continuas: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Una mayor integración con prácticas de DevOps, donde las pruebas se realicen de manera continua a lo largo del ciclo de desarrollo y despliegue, permitiendo una detección temprana y corrección de errores.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Virtualización y Contenedores: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La adopción creciente de entornos virtualizados y contenedores permitirá replicar con precisión entornos de producción y realizar pruebas más exhaustivas y aisladas.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Pruebas en la Nube: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La infraestructura de pruebas basada en la nube facilitará la escalabilidad y flexibilidad, permitiendo realizar pruebas complejas de manera más eficiente y rentable.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Seguridad y Cumplimiento: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Habrá un enfoque mayor en las pruebas de seguridad y cumplimiento, integrando estas prácticas desde las primeras etapas del desarrollo para garantizar que el software no solo funcione bien, sino que también sea seguro y cumpla con las regulaciones pertinentes.</a:t>
            </a:r>
          </a:p>
          <a:p>
            <a:pPr lvl="1" algn="just"/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• </a:t>
            </a:r>
            <a:r>
              <a:rPr lang="es-CL" sz="1100" b="1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Pruebas de Usabilidad y Experiencia del Usuario:</a:t>
            </a:r>
            <a:r>
              <a:rPr lang="es-CL" sz="1100" dirty="0">
                <a:solidFill>
                  <a:srgbClr val="0E0E0E"/>
                </a:solidFill>
                <a:effectLst/>
                <a:highlight>
                  <a:srgbClr val="FFFF00"/>
                </a:highlight>
                <a:latin typeface=".SF NS"/>
              </a:rPr>
              <a:t> A medida que la experiencia del usuario se convierte en un diferenciador clave, las pruebas de usabilidad y UX serán más prominentes, utilizando técnicas avanzadas para evaluar cómo interactúan los usuarios con el software y mejorando la satisfacción del usuario final.</a:t>
            </a:r>
          </a:p>
        </p:txBody>
      </p:sp>
    </p:spTree>
    <p:extLst>
      <p:ext uri="{BB962C8B-B14F-4D97-AF65-F5344CB8AC3E}">
        <p14:creationId xmlns:p14="http://schemas.microsoft.com/office/powerpoint/2010/main" val="1406615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184" y="3683476"/>
            <a:ext cx="7515721" cy="1931918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  <a:latin typeface="Gotham"/>
              </a:rPr>
              <a:t>Taller colaborativo</a:t>
            </a:r>
            <a:endParaRPr lang="es-MX" dirty="0">
              <a:solidFill>
                <a:srgbClr val="FFFFFF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2460" y="5772025"/>
            <a:ext cx="7410566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MX" dirty="0">
                <a:solidFill>
                  <a:srgbClr val="FFFFFF"/>
                </a:solidFill>
                <a:latin typeface="Gotham"/>
              </a:rPr>
              <a:t>Sesión sincrónica 3</a:t>
            </a:r>
          </a:p>
        </p:txBody>
      </p:sp>
    </p:spTree>
    <p:extLst>
      <p:ext uri="{BB962C8B-B14F-4D97-AF65-F5344CB8AC3E}">
        <p14:creationId xmlns:p14="http://schemas.microsoft.com/office/powerpoint/2010/main" val="11752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C0A89-59EE-1D84-CE16-92BE7086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273EF-E79D-4874-7B84-D1A6630B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6" y="313870"/>
            <a:ext cx="101134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Desarrollo de 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30AB43F-6D22-1D8C-D7F9-0AC36AB6B754}"/>
              </a:ext>
            </a:extLst>
          </p:cNvPr>
          <p:cNvSpPr txBox="1"/>
          <p:nvPr/>
        </p:nvSpPr>
        <p:spPr>
          <a:xfrm>
            <a:off x="228275" y="940556"/>
            <a:ext cx="11900465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CL" b="1" dirty="0">
                <a:solidFill>
                  <a:srgbClr val="0E0E0E"/>
                </a:solidFill>
                <a:latin typeface=".SF NS"/>
              </a:rPr>
              <a:t>Situación</a:t>
            </a:r>
            <a:r>
              <a:rPr lang="es-CL" b="1" dirty="0">
                <a:solidFill>
                  <a:srgbClr val="0E0E0E"/>
                </a:solidFill>
                <a:effectLst/>
                <a:latin typeface=".SF NS"/>
              </a:rPr>
              <a:t>: Sistema de Gestión de Inventarios</a:t>
            </a:r>
            <a:endParaRPr lang="es-CL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br>
              <a:rPr lang="es-CL" dirty="0">
                <a:solidFill>
                  <a:srgbClr val="0E0E0E"/>
                </a:solidFill>
                <a:effectLst/>
                <a:latin typeface=".SF NS"/>
              </a:rPr>
            </a:b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Una empresa desarrolladora de software está trabajando en un nuevo sistema de gestión de inventarios para un cliente. Este sistema debe permitir a los usuarios realizar las siguientes funciones:</a:t>
            </a:r>
          </a:p>
          <a:p>
            <a:pPr algn="just"/>
            <a:br>
              <a:rPr lang="es-CL" dirty="0">
                <a:solidFill>
                  <a:srgbClr val="0E0E0E"/>
                </a:solidFill>
                <a:effectLst/>
                <a:latin typeface=".SF NS"/>
              </a:rPr>
            </a:br>
            <a:r>
              <a:rPr lang="es-CL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1. </a:t>
            </a:r>
            <a:r>
              <a:rPr lang="es-CL" b="1" dirty="0">
                <a:solidFill>
                  <a:srgbClr val="0E0E0E"/>
                </a:solidFill>
                <a:effectLst/>
                <a:latin typeface=".SF NS"/>
              </a:rPr>
              <a:t>Agregar Productos: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Los usuarios pueden agregar nuevos productos al inventario ingresando detalles como el nombre del producto, la cantidad disponible y el precio.</a:t>
            </a:r>
          </a:p>
          <a:p>
            <a:pPr algn="just"/>
            <a:r>
              <a:rPr lang="es-CL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2. </a:t>
            </a:r>
            <a:r>
              <a:rPr lang="es-CL" b="1" dirty="0">
                <a:solidFill>
                  <a:srgbClr val="0E0E0E"/>
                </a:solidFill>
                <a:effectLst/>
                <a:latin typeface=".SF NS"/>
              </a:rPr>
              <a:t>Actualizar Inventarios: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Los usuarios pueden actualizar la cantidad de productos disponibles en el inventario.</a:t>
            </a:r>
          </a:p>
          <a:p>
            <a:pPr algn="just"/>
            <a:r>
              <a:rPr lang="es-CL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3. </a:t>
            </a:r>
            <a:r>
              <a:rPr lang="es-CL" b="1" dirty="0">
                <a:solidFill>
                  <a:srgbClr val="0E0E0E"/>
                </a:solidFill>
                <a:effectLst/>
                <a:latin typeface=".SF NS"/>
              </a:rPr>
              <a:t>Eliminar Productos: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Los usuarios pueden eliminar productos del inventario.</a:t>
            </a:r>
          </a:p>
          <a:p>
            <a:pPr algn="just"/>
            <a:r>
              <a:rPr lang="es-CL" dirty="0">
                <a:solidFill>
                  <a:srgbClr val="0E0E0E"/>
                </a:solidFill>
                <a:effectLst/>
                <a:latin typeface="Times New Roman" panose="02020603050405020304" pitchFamily="18" charset="0"/>
              </a:rPr>
              <a:t>4. </a:t>
            </a:r>
            <a:r>
              <a:rPr lang="es-CL" b="1" dirty="0">
                <a:solidFill>
                  <a:srgbClr val="0E0E0E"/>
                </a:solidFill>
                <a:effectLst/>
                <a:latin typeface=".SF NS"/>
              </a:rPr>
              <a:t>Visualizar Inventarios: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Los usuarios pueden ver un listado completo de los productos disponibles en el inventario.</a:t>
            </a:r>
          </a:p>
          <a:p>
            <a:pPr algn="just"/>
            <a:br>
              <a:rPr lang="es-CL" dirty="0">
                <a:solidFill>
                  <a:srgbClr val="0E0E0E"/>
                </a:solidFill>
                <a:effectLst/>
                <a:latin typeface=".SF NS"/>
              </a:rPr>
            </a:br>
            <a:endParaRPr lang="es-CL" dirty="0">
              <a:solidFill>
                <a:srgbClr val="0E0E0E"/>
              </a:solidFill>
              <a:effectLst/>
              <a:latin typeface=".SF NS"/>
            </a:endParaRPr>
          </a:p>
          <a:p>
            <a:pPr algn="just"/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El equipo de desarrollo ha implementado pruebas unitarias para cada una de estas funciones, pruebas de integración para verificar la interacción entre las funciones y pruebas de sistema para asegurar que el sistema completo funcione correctamente. Durante las pruebas de aceptación, los usuarios finales encontraron algunos errores relacionados con la actualización y visualización de inventarios.</a:t>
            </a:r>
          </a:p>
        </p:txBody>
      </p:sp>
    </p:spTree>
    <p:extLst>
      <p:ext uri="{BB962C8B-B14F-4D97-AF65-F5344CB8AC3E}">
        <p14:creationId xmlns:p14="http://schemas.microsoft.com/office/powerpoint/2010/main" val="3699951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98553D-B6C0-5680-CD69-448FF5482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C97FE-FE96-4544-F42E-6F6CE910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7" y="156553"/>
            <a:ext cx="101134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Desarrollo de 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139F921-3798-0AF7-CB45-D7C0CE5C5074}"/>
              </a:ext>
            </a:extLst>
          </p:cNvPr>
          <p:cNvSpPr txBox="1"/>
          <p:nvPr/>
        </p:nvSpPr>
        <p:spPr>
          <a:xfrm>
            <a:off x="230566" y="831248"/>
            <a:ext cx="11730867" cy="66849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1530" b="1" dirty="0">
                <a:solidFill>
                  <a:srgbClr val="00263E"/>
                </a:solidFill>
                <a:ea typeface="Calibri"/>
                <a:cs typeface="Calibri"/>
              </a:rPr>
              <a:t>Preguntas:</a:t>
            </a:r>
          </a:p>
          <a:p>
            <a:pPr algn="just"/>
            <a:r>
              <a:rPr lang="es-CL" sz="1530" dirty="0">
                <a:solidFill>
                  <a:srgbClr val="0E0E0E"/>
                </a:solidFill>
                <a:effectLst/>
                <a:latin typeface=".SF NS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Pregunta: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¿Qué errores específicos identificaron los usuarios finales durante las pruebas de aceptación relacionados con la actualización y visualización de inventarios? Describa las causas subyacentes de estos errores.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Errores Identificados:</a:t>
            </a:r>
            <a:endParaRPr lang="es-CL" sz="1530" dirty="0">
              <a:solidFill>
                <a:srgbClr val="0E0E0E"/>
              </a:solidFill>
              <a:effectLst/>
              <a:latin typeface="Arial"/>
              <a:cs typeface="Arial"/>
            </a:endParaRP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Actualización de Inventarios: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Los usuarios finales encontraron que al actualizar la cantidad de productos, las cantidades no se reflejaban correctamente en la base de datos.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Visualización de Inventarios: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Se identificó que la lista de productos mostraba información desactualizada, a pesar de haber realizado actualizaciones recientes.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Causas Subyacentes:</a:t>
            </a:r>
            <a:endParaRPr lang="es-CL" sz="1530" dirty="0">
              <a:solidFill>
                <a:srgbClr val="0E0E0E"/>
              </a:solidFill>
              <a:effectLst/>
              <a:latin typeface="Arial"/>
              <a:cs typeface="Arial"/>
            </a:endParaRP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Actualización de Inventarios: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El error podría deberse a un problema con la lógica de actualización en el código o a una falla en la conexión con la base de datos.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Visualización de Inventarios: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Este problema podría estar relacionado con un fallo en la sincronización de los datos entre la base de datos y la interfaz de usuario, posiblemente causado por un caché de datos incorrecto o una falta de actualización en tiempo real.</a:t>
            </a:r>
          </a:p>
          <a:p>
            <a:pPr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Pregunta: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Explique cómo se diferenciaron las pruebas unitarias, de integración, de sistema y de aceptación en el desarrollo del sistema de gestión de inventarios. ¿Qué características y objetivos específicos se abordaron en cada tipo de prueba?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Pruebas Unitarias: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Se enfocaron en probar funciones individuales como la adición de productos, la actualización de cantidades y la eliminación de productos. El objetivo era asegurar que cada función trabajara correctamente de manera aislada.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Pruebas de Integración: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Verificaron la interacción entre las diferentes funciones, como la actualización y visualización de inventarios, asegurando que los datos se transfirieran correctamente entre los módulos.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Pruebas de Sistema: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Evaluaron el sistema de gestión de inventarios en su totalidad para asegurar que cumpliera con todos los requisitos funcionales y no funcionales, incluyendo la interfaz de usuario, el rendimiento y la seguridad.</a:t>
            </a:r>
          </a:p>
          <a:p>
            <a:pPr lvl="1" algn="just"/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53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Pruebas de Aceptación:</a:t>
            </a:r>
            <a:r>
              <a:rPr lang="es-CL" sz="1530" dirty="0">
                <a:solidFill>
                  <a:srgbClr val="0E0E0E"/>
                </a:solidFill>
                <a:effectLst/>
                <a:latin typeface="Arial"/>
                <a:cs typeface="Arial"/>
              </a:rPr>
              <a:t> Fueron realizadas por los usuarios finales para validar que el sistema cumpliera con sus expectativas y requisitos operativos. Se enfocaron en la usabilidad y la funcionalidad del sistema en condiciones reales de uso.</a:t>
            </a:r>
          </a:p>
          <a:p>
            <a:pPr algn="just"/>
            <a:r>
              <a:rPr lang="es-CL" sz="1530" dirty="0">
                <a:solidFill>
                  <a:srgbClr val="0E0E0E"/>
                </a:solidFill>
                <a:latin typeface="Arial"/>
                <a:cs typeface="Arial"/>
              </a:rPr>
              <a:t>	</a:t>
            </a:r>
            <a:endParaRPr lang="es-CL" sz="1530" dirty="0">
              <a:solidFill>
                <a:srgbClr val="0E0E0E"/>
              </a:solidFill>
              <a:effectLst/>
              <a:latin typeface="Arial"/>
              <a:cs typeface="Arial"/>
            </a:endParaRPr>
          </a:p>
          <a:p>
            <a:pPr marL="342900" indent="-342900" algn="just">
              <a:buAutoNum type="arabicPeriod"/>
            </a:pPr>
            <a:endParaRPr lang="es-CL" sz="1530" dirty="0">
              <a:latin typeface="Arial"/>
              <a:ea typeface="Yu Mincho" panose="020B0400000000000000" pitchFamily="18" charset="-128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endParaRPr lang="es-CL" sz="1530" dirty="0">
              <a:ea typeface="Yu Mincho" panose="020B0400000000000000" pitchFamily="18" charset="-128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endParaRPr lang="es-CL" sz="1530" dirty="0">
              <a:highlight>
                <a:srgbClr val="FFFF00"/>
              </a:highlight>
              <a:ea typeface="Yu Mincho" panose="020B04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025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1CDC9-580F-15FD-E892-9B149191B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FD3DB-E4E9-3DB6-F8F2-6FCB6CD04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386" y="245044"/>
            <a:ext cx="10113461" cy="602137"/>
          </a:xfrm>
        </p:spPr>
        <p:txBody>
          <a:bodyPr/>
          <a:lstStyle/>
          <a:p>
            <a:r>
              <a:rPr lang="es-ES" dirty="0">
                <a:solidFill>
                  <a:srgbClr val="00263E"/>
                </a:solidFill>
                <a:latin typeface="Gotham"/>
              </a:rPr>
              <a:t>Desarrollo de 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621DAC4-FD82-23C5-412E-E8082B0A09B2}"/>
              </a:ext>
            </a:extLst>
          </p:cNvPr>
          <p:cNvSpPr txBox="1"/>
          <p:nvPr/>
        </p:nvSpPr>
        <p:spPr>
          <a:xfrm>
            <a:off x="442451" y="1034930"/>
            <a:ext cx="11080955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1600" b="1" dirty="0">
                <a:solidFill>
                  <a:srgbClr val="00263E"/>
                </a:solidFill>
                <a:ea typeface="Calibri"/>
                <a:cs typeface="Calibri"/>
              </a:rPr>
              <a:t>Preguntas:</a:t>
            </a:r>
          </a:p>
          <a:p>
            <a:pPr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Pregunta:</a:t>
            </a:r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 Basado en los resultados de las pruebas de aceptación que identificaron errores en la actualización y visualización de inventarios, ¿qué áreas de mejora se pueden identificar en el proceso de desarrollo? Proponed ajustes o modificaciones en las estrategias de testing para mejorar la calidad del sistema de gestión de inventarios.</a:t>
            </a:r>
          </a:p>
          <a:p>
            <a:pPr algn="just"/>
            <a:r>
              <a:rPr lang="es-CL" sz="1600" dirty="0">
                <a:solidFill>
                  <a:srgbClr val="0E0E0E"/>
                </a:solidFill>
                <a:latin typeface="Arial"/>
                <a:cs typeface="Arial"/>
              </a:rPr>
              <a:t> 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Áreas de Mejora:</a:t>
            </a:r>
            <a:endParaRPr lang="es-CL" sz="1600" dirty="0">
              <a:solidFill>
                <a:srgbClr val="0E0E0E"/>
              </a:solidFill>
              <a:effectLst/>
              <a:latin typeface="Arial"/>
              <a:cs typeface="Arial"/>
            </a:endParaRPr>
          </a:p>
          <a:p>
            <a:pPr lvl="1"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Sincronización de Datos:</a:t>
            </a:r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 Asegurar que la actualización de datos en la base de datos se refleje de inmediato en la interfaz de usuario.</a:t>
            </a:r>
          </a:p>
          <a:p>
            <a:pPr lvl="1"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Pruebas de Integración Mejoradas:</a:t>
            </a:r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 Aumentar el alcance de las pruebas de integración para incluir escenarios más complejos y asegurar una correcta comunicación entre todos los módulos del sistema.</a:t>
            </a:r>
          </a:p>
          <a:p>
            <a:pPr lvl="1"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Propuestas de Ajustes o Modificaciones:</a:t>
            </a:r>
            <a:endParaRPr lang="es-CL" sz="1600" dirty="0">
              <a:solidFill>
                <a:srgbClr val="0E0E0E"/>
              </a:solidFill>
              <a:effectLst/>
              <a:latin typeface="Arial"/>
              <a:cs typeface="Arial"/>
            </a:endParaRPr>
          </a:p>
          <a:p>
            <a:pPr lvl="1"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Automatización de Pruebas:</a:t>
            </a:r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 Implementar pruebas automatizadas que cubran la actualización y visualización de inventarios en tiempo real.</a:t>
            </a:r>
          </a:p>
          <a:p>
            <a:pPr lvl="1"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Pruebas de Caché y Sincronización:</a:t>
            </a:r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 Incluir casos de prueba específicos que validen la correcta sincronización de datos y la actualización del caché.</a:t>
            </a:r>
          </a:p>
          <a:p>
            <a:pPr lvl="1"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Pruebas en Entornos Simulados:</a:t>
            </a:r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 Realizar pruebas en entornos que simulen condiciones de uso real para identificar problemas que puedan no ser evidentes en un entorno de prueba controlado.</a:t>
            </a:r>
          </a:p>
          <a:p>
            <a:pPr lvl="1" algn="just"/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• </a:t>
            </a:r>
            <a:r>
              <a:rPr lang="es-CL" sz="1600" b="1" dirty="0">
                <a:solidFill>
                  <a:srgbClr val="0E0E0E"/>
                </a:solidFill>
                <a:effectLst/>
                <a:latin typeface="Arial"/>
                <a:cs typeface="Arial"/>
              </a:rPr>
              <a:t>Revisión del Código:</a:t>
            </a:r>
            <a:r>
              <a:rPr lang="es-CL" sz="1600" dirty="0">
                <a:solidFill>
                  <a:srgbClr val="0E0E0E"/>
                </a:solidFill>
                <a:effectLst/>
                <a:latin typeface="Arial"/>
                <a:cs typeface="Arial"/>
              </a:rPr>
              <a:t> Realizar revisiones adicionales del código para identificar posibles problemas en la lógica de actualización y visualización de datos.</a:t>
            </a:r>
          </a:p>
          <a:p>
            <a:pPr algn="just"/>
            <a:r>
              <a:rPr lang="es-CL" sz="1600" dirty="0">
                <a:solidFill>
                  <a:srgbClr val="0E0E0E"/>
                </a:solidFill>
                <a:latin typeface="Arial"/>
                <a:cs typeface="Arial"/>
              </a:rPr>
              <a:t>	</a:t>
            </a:r>
            <a:endParaRPr lang="es-CL" sz="1600" dirty="0">
              <a:solidFill>
                <a:srgbClr val="0E0E0E"/>
              </a:solidFill>
              <a:effectLst/>
              <a:latin typeface="Arial"/>
              <a:cs typeface="Arial"/>
            </a:endParaRPr>
          </a:p>
          <a:p>
            <a:pPr marL="342900" indent="-342900" algn="just">
              <a:buAutoNum type="arabicPeriod"/>
            </a:pPr>
            <a:endParaRPr lang="es-CL" sz="1600" dirty="0">
              <a:latin typeface="Arial"/>
              <a:ea typeface="Yu Mincho" panose="020B0400000000000000" pitchFamily="18" charset="-128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endParaRPr lang="es-CL" sz="1600" dirty="0">
              <a:ea typeface="Yu Mincho" panose="020B0400000000000000" pitchFamily="18" charset="-128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endParaRPr lang="es-CL" sz="1600" dirty="0">
              <a:highlight>
                <a:srgbClr val="FFFF00"/>
              </a:highlight>
              <a:ea typeface="Yu Mincho" panose="020B04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58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692184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Institucional CIISA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Institucional-2021" id="{D6758B44-4591-4742-9426-1DF69164099C}" vid="{2BD42133-B291-4B97-8F0A-E5C885E715A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D8E051C034CD4AB7AA71D698AE8B30" ma:contentTypeVersion="14" ma:contentTypeDescription="Crear nuevo documento." ma:contentTypeScope="" ma:versionID="ba84be2a6c96e4e44c55bd7316411ed7">
  <xsd:schema xmlns:xsd="http://www.w3.org/2001/XMLSchema" xmlns:xs="http://www.w3.org/2001/XMLSchema" xmlns:p="http://schemas.microsoft.com/office/2006/metadata/properties" xmlns:ns2="bda1ad10-d4bb-41ec-a603-c5fb97d92d9b" xmlns:ns3="a78bb83c-f79f-4baf-ae30-fdf209467eca" targetNamespace="http://schemas.microsoft.com/office/2006/metadata/properties" ma:root="true" ma:fieldsID="41ef44b21c7357b5eadf57dcc10076a1" ns2:_="" ns3:_="">
    <xsd:import namespace="bda1ad10-d4bb-41ec-a603-c5fb97d92d9b"/>
    <xsd:import namespace="a78bb83c-f79f-4baf-ae30-fdf209467ec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1ad10-d4bb-41ec-a603-c5fb97d92d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06eb44f-0cc1-4f80-a712-3bf3176deb3c}" ma:internalName="TaxCatchAll" ma:showField="CatchAllData" ma:web="bda1ad10-d4bb-41ec-a603-c5fb97d92d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bb83c-f79f-4baf-ae30-fdf209467e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5d370a8b-1d73-4c2e-b75a-e5292e92d2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a1ad10-d4bb-41ec-a603-c5fb97d92d9b" xsi:nil="true"/>
    <lcf76f155ced4ddcb4097134ff3c332f xmlns="a78bb83c-f79f-4baf-ae30-fdf209467eca">
      <Terms xmlns="http://schemas.microsoft.com/office/infopath/2007/PartnerControls"/>
    </lcf76f155ced4ddcb4097134ff3c332f>
    <SharedWithUsers xmlns="bda1ad10-d4bb-41ec-a603-c5fb97d92d9b">
      <UserInfo>
        <DisplayName/>
        <AccountId xsi:nil="true"/>
        <AccountType/>
      </UserInfo>
    </SharedWithUsers>
    <MediaLengthInSeconds xmlns="a78bb83c-f79f-4baf-ae30-fdf209467ec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61082E-0D03-494C-9BAA-97B6381D5E43}">
  <ds:schemaRefs>
    <ds:schemaRef ds:uri="a78bb83c-f79f-4baf-ae30-fdf209467eca"/>
    <ds:schemaRef ds:uri="bda1ad10-d4bb-41ec-a603-c5fb97d92d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D21582-FC00-409E-B0FE-B85F4A2AD932}">
  <ds:schemaRefs>
    <ds:schemaRef ds:uri="http://purl.org/dc/dcmitype/"/>
    <ds:schemaRef ds:uri="http://www.w3.org/XML/1998/namespace"/>
    <ds:schemaRef ds:uri="http://schemas.microsoft.com/office/2006/metadata/properties"/>
    <ds:schemaRef ds:uri="a78bb83c-f79f-4baf-ae30-fdf209467eca"/>
    <ds:schemaRef ds:uri="bda1ad10-d4bb-41ec-a603-c5fb97d92d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7F4E0E8-DCD7-4FED-941D-0AB556AD80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Plantilla_Institucional-2021_A</Template>
  <TotalTime>346</TotalTime>
  <Words>2168</Words>
  <Application>Microsoft Office PowerPoint</Application>
  <PresentationFormat>Panorámica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Yu Mincho</vt:lpstr>
      <vt:lpstr>.SF NS</vt:lpstr>
      <vt:lpstr>Arial</vt:lpstr>
      <vt:lpstr>Calibri</vt:lpstr>
      <vt:lpstr>Gotham</vt:lpstr>
      <vt:lpstr>Times New Roman</vt:lpstr>
      <vt:lpstr>Plantilla Institucional CIISA</vt:lpstr>
      <vt:lpstr>Pruebas</vt:lpstr>
      <vt:lpstr>ÍNDICE</vt:lpstr>
      <vt:lpstr>Resumen unidad</vt:lpstr>
      <vt:lpstr>Resumen unidad</vt:lpstr>
      <vt:lpstr>Resumen unidad</vt:lpstr>
      <vt:lpstr>Presentación de PowerPoint</vt:lpstr>
      <vt:lpstr>Apunte activador</vt:lpstr>
      <vt:lpstr>Apunte activador</vt:lpstr>
      <vt:lpstr>Foro</vt:lpstr>
      <vt:lpstr>Taller colaborativo</vt:lpstr>
      <vt:lpstr>Desarrollo de problema</vt:lpstr>
      <vt:lpstr>Desarrollo de problema</vt:lpstr>
      <vt:lpstr>Desarrollo de problema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César Díaz</dc:creator>
  <cp:lastModifiedBy>Alejandra Bravo Garcia</cp:lastModifiedBy>
  <cp:revision>201</cp:revision>
  <dcterms:created xsi:type="dcterms:W3CDTF">2023-07-19T16:06:31Z</dcterms:created>
  <dcterms:modified xsi:type="dcterms:W3CDTF">2025-09-14T17:41:48Z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0x0101009CD8E051C034CD4AB7AA71D698AE8B30</vt:lpwstr>
  </property>
  <property fmtid="{D5CDD505-2E9C-101B-9397-08002B2CF9AE}" pid="3" name="MediaServiceImageTags">
    <vt:lpwstr/>
  </property>
  <property fmtid="{D5CDD505-2E9C-101B-9397-08002B2CF9AE}" pid="4" name="Order">
    <vt:r8>217300</vt:r8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