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sldIdLst>
    <p:sldId id="2076137705" r:id="rId5"/>
    <p:sldId id="2076137706" r:id="rId6"/>
    <p:sldId id="2076137717" r:id="rId7"/>
    <p:sldId id="2076137702" r:id="rId8"/>
    <p:sldId id="2076137708" r:id="rId9"/>
    <p:sldId id="2076137718" r:id="rId10"/>
    <p:sldId id="2076137719" r:id="rId11"/>
    <p:sldId id="2076137720" r:id="rId12"/>
    <p:sldId id="2076137721" r:id="rId13"/>
    <p:sldId id="2076137722" r:id="rId14"/>
    <p:sldId id="2076137723" r:id="rId15"/>
    <p:sldId id="2076137724" r:id="rId16"/>
    <p:sldId id="2076137725" r:id="rId17"/>
    <p:sldId id="2076137726" r:id="rId18"/>
    <p:sldId id="2076137727" r:id="rId19"/>
    <p:sldId id="2076137728" r:id="rId20"/>
    <p:sldId id="2076137729" r:id="rId21"/>
    <p:sldId id="2076137730"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C5AA2A-7322-24C3-9B68-AD7395C41981}" name="Alejandra Bravo Garcia" initials="AG" userId="S::abravo@ciisa.cl::4cf5125d-f567-4a98-9bb5-4ea9ae908f0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96073"/>
    <a:srgbClr val="798998"/>
    <a:srgbClr val="3C3C3B"/>
    <a:srgbClr val="C7AC7A"/>
    <a:srgbClr val="102B42"/>
    <a:srgbClr val="304B61"/>
    <a:srgbClr val="00263E"/>
    <a:srgbClr val="13A438"/>
    <a:srgbClr val="671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E7CB29-12E1-5939-1313-556B4C81E519}" v="320" dt="2024-08-16T07:38:39.10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48"/>
    <p:restoredTop sz="94719"/>
  </p:normalViewPr>
  <p:slideViewPr>
    <p:cSldViewPr snapToGrid="0">
      <p:cViewPr>
        <p:scale>
          <a:sx n="123" d="100"/>
          <a:sy n="123" d="100"/>
        </p:scale>
        <p:origin x="-56" y="800"/>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ge Alejandro Bravo Pizarro" userId="866f4d59-4e3d-4420-8a8b-3d6ddbb5c639" providerId="ADAL" clId="{524D6C03-291C-4944-AD03-AE97280217EF}"/>
    <pc:docChg chg="undo custSel addSld delSld modSld sldOrd">
      <pc:chgData name="Jorge Alejandro Bravo Pizarro" userId="866f4d59-4e3d-4420-8a8b-3d6ddbb5c639" providerId="ADAL" clId="{524D6C03-291C-4944-AD03-AE97280217EF}" dt="2024-06-05T14:51:05.918" v="450" actId="1076"/>
      <pc:docMkLst>
        <pc:docMk/>
      </pc:docMkLst>
      <pc:sldChg chg="addSp delSp modSp mod modCm">
        <pc:chgData name="Jorge Alejandro Bravo Pizarro" userId="866f4d59-4e3d-4420-8a8b-3d6ddbb5c639" providerId="ADAL" clId="{524D6C03-291C-4944-AD03-AE97280217EF}" dt="2024-06-05T14:29:31.378" v="279" actId="1076"/>
        <pc:sldMkLst>
          <pc:docMk/>
          <pc:sldMk cId="1136515697" sldId="2076137702"/>
        </pc:sldMkLst>
        <pc:spChg chg="add del mod">
          <ac:chgData name="Jorge Alejandro Bravo Pizarro" userId="866f4d59-4e3d-4420-8a8b-3d6ddbb5c639" providerId="ADAL" clId="{524D6C03-291C-4944-AD03-AE97280217EF}" dt="2024-06-05T14:28:33.836" v="271"/>
          <ac:spMkLst>
            <pc:docMk/>
            <pc:sldMk cId="1136515697" sldId="2076137702"/>
            <ac:spMk id="2" creationId="{20BC3918-4CF2-C3E7-92C5-24EA2E1983AF}"/>
          </ac:spMkLst>
        </pc:spChg>
        <pc:spChg chg="add mod">
          <ac:chgData name="Jorge Alejandro Bravo Pizarro" userId="866f4d59-4e3d-4420-8a8b-3d6ddbb5c639" providerId="ADAL" clId="{524D6C03-291C-4944-AD03-AE97280217EF}" dt="2024-06-05T14:29:31.378" v="279" actId="1076"/>
          <ac:spMkLst>
            <pc:docMk/>
            <pc:sldMk cId="1136515697" sldId="2076137702"/>
            <ac:spMk id="3" creationId="{2A7BF873-53DC-D508-8E6A-31A26DB43DA6}"/>
          </ac:spMkLst>
        </pc:spChg>
        <pc:picChg chg="del">
          <ac:chgData name="Jorge Alejandro Bravo Pizarro" userId="866f4d59-4e3d-4420-8a8b-3d6ddbb5c639" providerId="ADAL" clId="{524D6C03-291C-4944-AD03-AE97280217EF}" dt="2024-06-05T14:25:59.644" v="236" actId="478"/>
          <ac:picMkLst>
            <pc:docMk/>
            <pc:sldMk cId="1136515697" sldId="2076137702"/>
            <ac:picMk id="4" creationId="{7E0A5725-EB83-A829-7460-CA7FA618AF8E}"/>
          </ac:picMkLst>
        </pc:pic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524D6C03-291C-4944-AD03-AE97280217EF}" dt="2024-06-05T14:25:59.803" v="237" actId="2056"/>
              <pc2:cmMkLst xmlns:pc2="http://schemas.microsoft.com/office/powerpoint/2019/9/main/command">
                <pc:docMk/>
                <pc:sldMk cId="1136515697" sldId="2076137702"/>
                <pc2:cmMk id="{E30EEDB4-A314-47FD-8D64-D776ED46A02F}"/>
              </pc2:cmMkLst>
            </pc226:cmChg>
          </p:ext>
        </pc:extLst>
      </pc:sldChg>
      <pc:sldChg chg="modSp mod">
        <pc:chgData name="Jorge Alejandro Bravo Pizarro" userId="866f4d59-4e3d-4420-8a8b-3d6ddbb5c639" providerId="ADAL" clId="{524D6C03-291C-4944-AD03-AE97280217EF}" dt="2024-06-05T14:25:56.320" v="235" actId="20577"/>
        <pc:sldMkLst>
          <pc:docMk/>
          <pc:sldMk cId="868812523" sldId="2076137703"/>
        </pc:sldMkLst>
        <pc:spChg chg="mod">
          <ac:chgData name="Jorge Alejandro Bravo Pizarro" userId="866f4d59-4e3d-4420-8a8b-3d6ddbb5c639" providerId="ADAL" clId="{524D6C03-291C-4944-AD03-AE97280217EF}" dt="2024-06-05T14:25:56.320" v="235" actId="20577"/>
          <ac:spMkLst>
            <pc:docMk/>
            <pc:sldMk cId="868812523" sldId="2076137703"/>
            <ac:spMk id="2" creationId="{A3C1683D-3F2C-514D-52C2-E5502AEA6BCB}"/>
          </ac:spMkLst>
        </pc:spChg>
      </pc:sldChg>
      <pc:sldChg chg="addSp delSp modSp mod modCm">
        <pc:chgData name="Jorge Alejandro Bravo Pizarro" userId="866f4d59-4e3d-4420-8a8b-3d6ddbb5c639" providerId="ADAL" clId="{524D6C03-291C-4944-AD03-AE97280217EF}" dt="2024-06-05T14:42:59.669" v="373" actId="12"/>
        <pc:sldMkLst>
          <pc:docMk/>
          <pc:sldMk cId="1943926825" sldId="2076137704"/>
        </pc:sldMkLst>
        <pc:spChg chg="mod">
          <ac:chgData name="Jorge Alejandro Bravo Pizarro" userId="866f4d59-4e3d-4420-8a8b-3d6ddbb5c639" providerId="ADAL" clId="{524D6C03-291C-4944-AD03-AE97280217EF}" dt="2024-06-05T14:42:59.669" v="373" actId="12"/>
          <ac:spMkLst>
            <pc:docMk/>
            <pc:sldMk cId="1943926825" sldId="2076137704"/>
            <ac:spMk id="2" creationId="{65692239-D7A4-8289-9A70-5DE5384D5E01}"/>
          </ac:spMkLst>
        </pc:spChg>
        <pc:spChg chg="add mod">
          <ac:chgData name="Jorge Alejandro Bravo Pizarro" userId="866f4d59-4e3d-4420-8a8b-3d6ddbb5c639" providerId="ADAL" clId="{524D6C03-291C-4944-AD03-AE97280217EF}" dt="2024-06-05T14:33:32.196" v="319" actId="20577"/>
          <ac:spMkLst>
            <pc:docMk/>
            <pc:sldMk cId="1943926825" sldId="2076137704"/>
            <ac:spMk id="3" creationId="{21C67940-C0A3-CF45-BF15-5740B4BE67E0}"/>
          </ac:spMkLst>
        </pc:spChg>
        <pc:spChg chg="add mod">
          <ac:chgData name="Jorge Alejandro Bravo Pizarro" userId="866f4d59-4e3d-4420-8a8b-3d6ddbb5c639" providerId="ADAL" clId="{524D6C03-291C-4944-AD03-AE97280217EF}" dt="2024-06-05T14:35:01.004" v="359"/>
          <ac:spMkLst>
            <pc:docMk/>
            <pc:sldMk cId="1943926825" sldId="2076137704"/>
            <ac:spMk id="4" creationId="{B6038E9E-B23E-B759-B8DE-12F66AD9AB91}"/>
          </ac:spMkLst>
        </pc:spChg>
        <pc:picChg chg="del">
          <ac:chgData name="Jorge Alejandro Bravo Pizarro" userId="866f4d59-4e3d-4420-8a8b-3d6ddbb5c639" providerId="ADAL" clId="{524D6C03-291C-4944-AD03-AE97280217EF}" dt="2024-06-05T14:31:16.944" v="300" actId="478"/>
          <ac:picMkLst>
            <pc:docMk/>
            <pc:sldMk cId="1943926825" sldId="2076137704"/>
            <ac:picMk id="2050" creationId="{3F21FD4D-CAA2-76D4-8B35-B7D0509C8200}"/>
          </ac:picMkLst>
        </pc:pic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524D6C03-291C-4944-AD03-AE97280217EF}" dt="2024-06-05T14:31:16.957" v="301" actId="2056"/>
              <pc2:cmMkLst xmlns:pc2="http://schemas.microsoft.com/office/powerpoint/2019/9/main/command">
                <pc:docMk/>
                <pc:sldMk cId="1943926825" sldId="2076137704"/>
                <pc2:cmMk id="{EA16C70D-1923-4304-A5D8-45ADC65883D6}"/>
              </pc2:cmMkLst>
            </pc226:cmChg>
          </p:ext>
        </pc:extLst>
      </pc:sldChg>
      <pc:sldChg chg="modSp mod modCm">
        <pc:chgData name="Jorge Alejandro Bravo Pizarro" userId="866f4d59-4e3d-4420-8a8b-3d6ddbb5c639" providerId="ADAL" clId="{524D6C03-291C-4944-AD03-AE97280217EF}" dt="2024-06-05T14:19:45.859" v="64" actId="20577"/>
        <pc:sldMkLst>
          <pc:docMk/>
          <pc:sldMk cId="3167001994" sldId="2076137705"/>
        </pc:sldMkLst>
        <pc:spChg chg="mod">
          <ac:chgData name="Jorge Alejandro Bravo Pizarro" userId="866f4d59-4e3d-4420-8a8b-3d6ddbb5c639" providerId="ADAL" clId="{524D6C03-291C-4944-AD03-AE97280217EF}" dt="2024-06-05T14:19:28.936" v="1" actId="20577"/>
          <ac:spMkLst>
            <pc:docMk/>
            <pc:sldMk cId="3167001994" sldId="2076137705"/>
            <ac:spMk id="2" creationId="{972BB412-0761-08C0-91B5-7D184FDF0428}"/>
          </ac:spMkLst>
        </pc:spChg>
        <pc:spChg chg="mod">
          <ac:chgData name="Jorge Alejandro Bravo Pizarro" userId="866f4d59-4e3d-4420-8a8b-3d6ddbb5c639" providerId="ADAL" clId="{524D6C03-291C-4944-AD03-AE97280217EF}" dt="2024-06-05T14:19:45.859" v="64" actId="20577"/>
          <ac:spMkLst>
            <pc:docMk/>
            <pc:sldMk cId="3167001994" sldId="2076137705"/>
            <ac:spMk id="3" creationId="{317770C8-A12B-436B-AB8E-9FC2932E0DB7}"/>
          </ac:spMkLst>
        </pc:sp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524D6C03-291C-4944-AD03-AE97280217EF}" dt="2024-06-05T14:19:45.859" v="64" actId="20577"/>
              <pc2:cmMkLst xmlns:pc2="http://schemas.microsoft.com/office/powerpoint/2019/9/main/command">
                <pc:docMk/>
                <pc:sldMk cId="3167001994" sldId="2076137705"/>
                <pc2:cmMk id="{6ACC9BD5-3395-4EED-95E2-0F111C252A4D}"/>
              </pc2:cmMkLst>
            </pc226:cmChg>
          </p:ext>
        </pc:extLst>
      </pc:sldChg>
      <pc:sldChg chg="addSp delSp modSp mod">
        <pc:chgData name="Jorge Alejandro Bravo Pizarro" userId="866f4d59-4e3d-4420-8a8b-3d6ddbb5c639" providerId="ADAL" clId="{524D6C03-291C-4944-AD03-AE97280217EF}" dt="2024-06-05T14:25:30.759" v="212" actId="20577"/>
        <pc:sldMkLst>
          <pc:docMk/>
          <pc:sldMk cId="2328334949" sldId="2076137706"/>
        </pc:sldMkLst>
        <pc:spChg chg="mod">
          <ac:chgData name="Jorge Alejandro Bravo Pizarro" userId="866f4d59-4e3d-4420-8a8b-3d6ddbb5c639" providerId="ADAL" clId="{524D6C03-291C-4944-AD03-AE97280217EF}" dt="2024-06-05T14:25:30.759" v="212" actId="20577"/>
          <ac:spMkLst>
            <pc:docMk/>
            <pc:sldMk cId="2328334949" sldId="2076137706"/>
            <ac:spMk id="3" creationId="{E13EDA60-EA13-DE58-247C-0BA1927DF33E}"/>
          </ac:spMkLst>
        </pc:spChg>
        <pc:spChg chg="add del mod">
          <ac:chgData name="Jorge Alejandro Bravo Pizarro" userId="866f4d59-4e3d-4420-8a8b-3d6ddbb5c639" providerId="ADAL" clId="{524D6C03-291C-4944-AD03-AE97280217EF}" dt="2024-06-05T14:20:15.244" v="97"/>
          <ac:spMkLst>
            <pc:docMk/>
            <pc:sldMk cId="2328334949" sldId="2076137706"/>
            <ac:spMk id="4" creationId="{242AF140-04F9-37F3-F72E-749FAE581430}"/>
          </ac:spMkLst>
        </pc:spChg>
        <pc:spChg chg="add del mod">
          <ac:chgData name="Jorge Alejandro Bravo Pizarro" userId="866f4d59-4e3d-4420-8a8b-3d6ddbb5c639" providerId="ADAL" clId="{524D6C03-291C-4944-AD03-AE97280217EF}" dt="2024-06-05T14:20:16.271" v="99"/>
          <ac:spMkLst>
            <pc:docMk/>
            <pc:sldMk cId="2328334949" sldId="2076137706"/>
            <ac:spMk id="5" creationId="{16AF99DC-C7D1-C468-B48D-E56E2418C25C}"/>
          </ac:spMkLst>
        </pc:spChg>
        <pc:spChg chg="add del mod">
          <ac:chgData name="Jorge Alejandro Bravo Pizarro" userId="866f4d59-4e3d-4420-8a8b-3d6ddbb5c639" providerId="ADAL" clId="{524D6C03-291C-4944-AD03-AE97280217EF}" dt="2024-06-05T14:20:32.021" v="114"/>
          <ac:spMkLst>
            <pc:docMk/>
            <pc:sldMk cId="2328334949" sldId="2076137706"/>
            <ac:spMk id="6" creationId="{8DB14618-48DE-F118-9C71-46E63C2EDFEE}"/>
          </ac:spMkLst>
        </pc:spChg>
      </pc:sldChg>
      <pc:sldChg chg="modSp mod">
        <pc:chgData name="Jorge Alejandro Bravo Pizarro" userId="866f4d59-4e3d-4420-8a8b-3d6ddbb5c639" providerId="ADAL" clId="{524D6C03-291C-4944-AD03-AE97280217EF}" dt="2024-06-05T14:29:43.599" v="291" actId="20577"/>
        <pc:sldMkLst>
          <pc:docMk/>
          <pc:sldMk cId="3736436638" sldId="2076137707"/>
        </pc:sldMkLst>
        <pc:spChg chg="mod">
          <ac:chgData name="Jorge Alejandro Bravo Pizarro" userId="866f4d59-4e3d-4420-8a8b-3d6ddbb5c639" providerId="ADAL" clId="{524D6C03-291C-4944-AD03-AE97280217EF}" dt="2024-06-05T14:29:43.599" v="291" actId="20577"/>
          <ac:spMkLst>
            <pc:docMk/>
            <pc:sldMk cId="3736436638" sldId="2076137707"/>
            <ac:spMk id="2" creationId="{A3C1683D-3F2C-514D-52C2-E5502AEA6BCB}"/>
          </ac:spMkLst>
        </pc:spChg>
      </pc:sldChg>
      <pc:sldChg chg="addSp modSp mod">
        <pc:chgData name="Jorge Alejandro Bravo Pizarro" userId="866f4d59-4e3d-4420-8a8b-3d6ddbb5c639" providerId="ADAL" clId="{524D6C03-291C-4944-AD03-AE97280217EF}" dt="2024-06-05T14:30:58.486" v="299" actId="20577"/>
        <pc:sldMkLst>
          <pc:docMk/>
          <pc:sldMk cId="829328944" sldId="2076137708"/>
        </pc:sldMkLst>
        <pc:spChg chg="add mod">
          <ac:chgData name="Jorge Alejandro Bravo Pizarro" userId="866f4d59-4e3d-4420-8a8b-3d6ddbb5c639" providerId="ADAL" clId="{524D6C03-291C-4944-AD03-AE97280217EF}" dt="2024-06-05T14:30:58.486" v="299" actId="20577"/>
          <ac:spMkLst>
            <pc:docMk/>
            <pc:sldMk cId="829328944" sldId="2076137708"/>
            <ac:spMk id="3" creationId="{41EA7C5A-B8A2-74CE-3F3C-D46254F8EDEF}"/>
          </ac:spMkLst>
        </pc:spChg>
      </pc:sldChg>
      <pc:sldChg chg="addSp delSp modSp mod">
        <pc:chgData name="Jorge Alejandro Bravo Pizarro" userId="866f4d59-4e3d-4420-8a8b-3d6ddbb5c639" providerId="ADAL" clId="{524D6C03-291C-4944-AD03-AE97280217EF}" dt="2024-06-05T14:46:24.126" v="403" actId="12"/>
        <pc:sldMkLst>
          <pc:docMk/>
          <pc:sldMk cId="694389719" sldId="2076137709"/>
        </pc:sldMkLst>
        <pc:spChg chg="add del mod">
          <ac:chgData name="Jorge Alejandro Bravo Pizarro" userId="866f4d59-4e3d-4420-8a8b-3d6ddbb5c639" providerId="ADAL" clId="{524D6C03-291C-4944-AD03-AE97280217EF}" dt="2024-06-05T14:45:33.071" v="401"/>
          <ac:spMkLst>
            <pc:docMk/>
            <pc:sldMk cId="694389719" sldId="2076137709"/>
            <ac:spMk id="3" creationId="{62A7D5B7-D664-FB3A-9715-6D3B0AE668C5}"/>
          </ac:spMkLst>
        </pc:spChg>
        <pc:spChg chg="add mod">
          <ac:chgData name="Jorge Alejandro Bravo Pizarro" userId="866f4d59-4e3d-4420-8a8b-3d6ddbb5c639" providerId="ADAL" clId="{524D6C03-291C-4944-AD03-AE97280217EF}" dt="2024-06-05T14:46:24.126" v="403" actId="12"/>
          <ac:spMkLst>
            <pc:docMk/>
            <pc:sldMk cId="694389719" sldId="2076137709"/>
            <ac:spMk id="4" creationId="{9823DD53-074A-AD44-7078-7DFF5F00BB41}"/>
          </ac:spMkLst>
        </pc:spChg>
      </pc:sldChg>
      <pc:sldChg chg="addSp modSp mod">
        <pc:chgData name="Jorge Alejandro Bravo Pizarro" userId="866f4d59-4e3d-4420-8a8b-3d6ddbb5c639" providerId="ADAL" clId="{524D6C03-291C-4944-AD03-AE97280217EF}" dt="2024-06-05T14:49:45.935" v="433" actId="1076"/>
        <pc:sldMkLst>
          <pc:docMk/>
          <pc:sldMk cId="3734186721" sldId="2076137710"/>
        </pc:sldMkLst>
        <pc:spChg chg="add mod">
          <ac:chgData name="Jorge Alejandro Bravo Pizarro" userId="866f4d59-4e3d-4420-8a8b-3d6ddbb5c639" providerId="ADAL" clId="{524D6C03-291C-4944-AD03-AE97280217EF}" dt="2024-06-05T14:49:45.935" v="433" actId="1076"/>
          <ac:spMkLst>
            <pc:docMk/>
            <pc:sldMk cId="3734186721" sldId="2076137710"/>
            <ac:spMk id="3" creationId="{6FB5D704-7EC5-2FD6-69CA-90F1F6A87857}"/>
          </ac:spMkLst>
        </pc:spChg>
      </pc:sldChg>
      <pc:sldChg chg="addSp delSp modSp mod">
        <pc:chgData name="Jorge Alejandro Bravo Pizarro" userId="866f4d59-4e3d-4420-8a8b-3d6ddbb5c639" providerId="ADAL" clId="{524D6C03-291C-4944-AD03-AE97280217EF}" dt="2024-06-05T14:50:33.666" v="443" actId="123"/>
        <pc:sldMkLst>
          <pc:docMk/>
          <pc:sldMk cId="571905608" sldId="2076137711"/>
        </pc:sldMkLst>
        <pc:spChg chg="del mod">
          <ac:chgData name="Jorge Alejandro Bravo Pizarro" userId="866f4d59-4e3d-4420-8a8b-3d6ddbb5c639" providerId="ADAL" clId="{524D6C03-291C-4944-AD03-AE97280217EF}" dt="2024-06-05T14:50:07.239" v="436" actId="478"/>
          <ac:spMkLst>
            <pc:docMk/>
            <pc:sldMk cId="571905608" sldId="2076137711"/>
            <ac:spMk id="2" creationId="{A3C1683D-3F2C-514D-52C2-E5502AEA6BCB}"/>
          </ac:spMkLst>
        </pc:spChg>
        <pc:spChg chg="add del mod">
          <ac:chgData name="Jorge Alejandro Bravo Pizarro" userId="866f4d59-4e3d-4420-8a8b-3d6ddbb5c639" providerId="ADAL" clId="{524D6C03-291C-4944-AD03-AE97280217EF}" dt="2024-06-05T14:50:08.980" v="437" actId="478"/>
          <ac:spMkLst>
            <pc:docMk/>
            <pc:sldMk cId="571905608" sldId="2076137711"/>
            <ac:spMk id="4" creationId="{A5A65666-52CB-26E0-A4CF-73EE85FF115E}"/>
          </ac:spMkLst>
        </pc:spChg>
        <pc:spChg chg="add mod">
          <ac:chgData name="Jorge Alejandro Bravo Pizarro" userId="866f4d59-4e3d-4420-8a8b-3d6ddbb5c639" providerId="ADAL" clId="{524D6C03-291C-4944-AD03-AE97280217EF}" dt="2024-06-05T14:50:33.666" v="443" actId="123"/>
          <ac:spMkLst>
            <pc:docMk/>
            <pc:sldMk cId="571905608" sldId="2076137711"/>
            <ac:spMk id="5" creationId="{A8789196-F472-F410-1820-3749FCB90315}"/>
          </ac:spMkLst>
        </pc:spChg>
      </pc:sldChg>
      <pc:sldChg chg="addSp delSp modSp mod">
        <pc:chgData name="Jorge Alejandro Bravo Pizarro" userId="866f4d59-4e3d-4420-8a8b-3d6ddbb5c639" providerId="ADAL" clId="{524D6C03-291C-4944-AD03-AE97280217EF}" dt="2024-06-05T14:47:37.339" v="415" actId="14100"/>
        <pc:sldMkLst>
          <pc:docMk/>
          <pc:sldMk cId="536104298" sldId="2076137713"/>
        </pc:sldMkLst>
        <pc:spChg chg="add mod">
          <ac:chgData name="Jorge Alejandro Bravo Pizarro" userId="866f4d59-4e3d-4420-8a8b-3d6ddbb5c639" providerId="ADAL" clId="{524D6C03-291C-4944-AD03-AE97280217EF}" dt="2024-06-05T14:47:37.339" v="415" actId="14100"/>
          <ac:spMkLst>
            <pc:docMk/>
            <pc:sldMk cId="536104298" sldId="2076137713"/>
            <ac:spMk id="2" creationId="{586DDEB3-B320-CE5D-2869-B75C2BE5A0A4}"/>
          </ac:spMkLst>
        </pc:spChg>
        <pc:spChg chg="del">
          <ac:chgData name="Jorge Alejandro Bravo Pizarro" userId="866f4d59-4e3d-4420-8a8b-3d6ddbb5c639" providerId="ADAL" clId="{524D6C03-291C-4944-AD03-AE97280217EF}" dt="2024-06-05T14:47:01.181" v="407" actId="478"/>
          <ac:spMkLst>
            <pc:docMk/>
            <pc:sldMk cId="536104298" sldId="2076137713"/>
            <ac:spMk id="4" creationId="{50FEBFAF-F16F-D3D3-04EB-C957FF331333}"/>
          </ac:spMkLst>
        </pc:spChg>
        <pc:spChg chg="del">
          <ac:chgData name="Jorge Alejandro Bravo Pizarro" userId="866f4d59-4e3d-4420-8a8b-3d6ddbb5c639" providerId="ADAL" clId="{524D6C03-291C-4944-AD03-AE97280217EF}" dt="2024-06-05T14:47:02.603" v="408" actId="478"/>
          <ac:spMkLst>
            <pc:docMk/>
            <pc:sldMk cId="536104298" sldId="2076137713"/>
            <ac:spMk id="5" creationId="{396D43B6-C001-8635-3ECC-22C243D08BBD}"/>
          </ac:spMkLst>
        </pc:spChg>
        <pc:spChg chg="del mod">
          <ac:chgData name="Jorge Alejandro Bravo Pizarro" userId="866f4d59-4e3d-4420-8a8b-3d6ddbb5c639" providerId="ADAL" clId="{524D6C03-291C-4944-AD03-AE97280217EF}" dt="2024-06-05T14:46:57.794" v="405" actId="478"/>
          <ac:spMkLst>
            <pc:docMk/>
            <pc:sldMk cId="536104298" sldId="2076137713"/>
            <ac:spMk id="6" creationId="{C5827CDD-A6E4-25EA-3A20-58D43697366D}"/>
          </ac:spMkLst>
        </pc:spChg>
        <pc:spChg chg="del">
          <ac:chgData name="Jorge Alejandro Bravo Pizarro" userId="866f4d59-4e3d-4420-8a8b-3d6ddbb5c639" providerId="ADAL" clId="{524D6C03-291C-4944-AD03-AE97280217EF}" dt="2024-06-05T14:46:59.706" v="406" actId="478"/>
          <ac:spMkLst>
            <pc:docMk/>
            <pc:sldMk cId="536104298" sldId="2076137713"/>
            <ac:spMk id="7" creationId="{22E3879B-FFF9-187A-E988-98E80FBEF22E}"/>
          </ac:spMkLst>
        </pc:spChg>
      </pc:sldChg>
      <pc:sldChg chg="del">
        <pc:chgData name="Jorge Alejandro Bravo Pizarro" userId="866f4d59-4e3d-4420-8a8b-3d6ddbb5c639" providerId="ADAL" clId="{524D6C03-291C-4944-AD03-AE97280217EF}" dt="2024-06-05T14:49:52.706" v="434" actId="2696"/>
        <pc:sldMkLst>
          <pc:docMk/>
          <pc:sldMk cId="4073713596" sldId="2076137714"/>
        </pc:sldMkLst>
      </pc:sldChg>
      <pc:sldChg chg="del">
        <pc:chgData name="Jorge Alejandro Bravo Pizarro" userId="866f4d59-4e3d-4420-8a8b-3d6ddbb5c639" providerId="ADAL" clId="{524D6C03-291C-4944-AD03-AE97280217EF}" dt="2024-06-05T14:50:44.639" v="444" actId="2696"/>
        <pc:sldMkLst>
          <pc:docMk/>
          <pc:sldMk cId="3308352145" sldId="2076137715"/>
        </pc:sldMkLst>
      </pc:sldChg>
      <pc:sldChg chg="addSp delSp modSp mod">
        <pc:chgData name="Jorge Alejandro Bravo Pizarro" userId="866f4d59-4e3d-4420-8a8b-3d6ddbb5c639" providerId="ADAL" clId="{524D6C03-291C-4944-AD03-AE97280217EF}" dt="2024-06-05T14:35:37.778" v="369" actId="242"/>
        <pc:sldMkLst>
          <pc:docMk/>
          <pc:sldMk cId="2456185182" sldId="2076137716"/>
        </pc:sldMkLst>
        <pc:spChg chg="del mod">
          <ac:chgData name="Jorge Alejandro Bravo Pizarro" userId="866f4d59-4e3d-4420-8a8b-3d6ddbb5c639" providerId="ADAL" clId="{524D6C03-291C-4944-AD03-AE97280217EF}" dt="2024-06-05T14:35:15.529" v="362" actId="478"/>
          <ac:spMkLst>
            <pc:docMk/>
            <pc:sldMk cId="2456185182" sldId="2076137716"/>
            <ac:spMk id="2" creationId="{65692239-D7A4-8289-9A70-5DE5384D5E01}"/>
          </ac:spMkLst>
        </pc:spChg>
        <pc:spChg chg="add mod">
          <ac:chgData name="Jorge Alejandro Bravo Pizarro" userId="866f4d59-4e3d-4420-8a8b-3d6ddbb5c639" providerId="ADAL" clId="{524D6C03-291C-4944-AD03-AE97280217EF}" dt="2024-06-05T14:35:37.778" v="369" actId="242"/>
          <ac:spMkLst>
            <pc:docMk/>
            <pc:sldMk cId="2456185182" sldId="2076137716"/>
            <ac:spMk id="4" creationId="{D7802C0A-C92E-A141-2177-66DDE9234D53}"/>
          </ac:spMkLst>
        </pc:spChg>
        <pc:picChg chg="del">
          <ac:chgData name="Jorge Alejandro Bravo Pizarro" userId="866f4d59-4e3d-4420-8a8b-3d6ddbb5c639" providerId="ADAL" clId="{524D6C03-291C-4944-AD03-AE97280217EF}" dt="2024-06-05T14:35:11.259" v="360" actId="478"/>
          <ac:picMkLst>
            <pc:docMk/>
            <pc:sldMk cId="2456185182" sldId="2076137716"/>
            <ac:picMk id="3074" creationId="{0E5561CE-0A7C-B717-8D59-304DF82310BC}"/>
          </ac:picMkLst>
        </pc:picChg>
      </pc:sldChg>
      <pc:sldChg chg="modSp mod">
        <pc:chgData name="Jorge Alejandro Bravo Pizarro" userId="866f4d59-4e3d-4420-8a8b-3d6ddbb5c639" providerId="ADAL" clId="{524D6C03-291C-4944-AD03-AE97280217EF}" dt="2024-06-05T14:29:23.614" v="278" actId="20577"/>
        <pc:sldMkLst>
          <pc:docMk/>
          <pc:sldMk cId="2546042947" sldId="2076137717"/>
        </pc:sldMkLst>
        <pc:spChg chg="mod">
          <ac:chgData name="Jorge Alejandro Bravo Pizarro" userId="866f4d59-4e3d-4420-8a8b-3d6ddbb5c639" providerId="ADAL" clId="{524D6C03-291C-4944-AD03-AE97280217EF}" dt="2024-06-05T14:29:23.614" v="278" actId="20577"/>
          <ac:spMkLst>
            <pc:docMk/>
            <pc:sldMk cId="2546042947" sldId="2076137717"/>
            <ac:spMk id="3" creationId="{E13EDA60-EA13-DE58-247C-0BA1927DF33E}"/>
          </ac:spMkLst>
        </pc:spChg>
      </pc:sldChg>
      <pc:sldChg chg="del">
        <pc:chgData name="Jorge Alejandro Bravo Pizarro" userId="866f4d59-4e3d-4420-8a8b-3d6ddbb5c639" providerId="ADAL" clId="{524D6C03-291C-4944-AD03-AE97280217EF}" dt="2024-06-05T14:50:49.254" v="445" actId="2696"/>
        <pc:sldMkLst>
          <pc:docMk/>
          <pc:sldMk cId="729372892" sldId="2076137718"/>
        </pc:sldMkLst>
      </pc:sldChg>
      <pc:sldChg chg="addSp delSp modSp mod">
        <pc:chgData name="Jorge Alejandro Bravo Pizarro" userId="866f4d59-4e3d-4420-8a8b-3d6ddbb5c639" providerId="ADAL" clId="{524D6C03-291C-4944-AD03-AE97280217EF}" dt="2024-06-05T14:51:05.918" v="450" actId="1076"/>
        <pc:sldMkLst>
          <pc:docMk/>
          <pc:sldMk cId="3564780999" sldId="2076137719"/>
        </pc:sldMkLst>
        <pc:spChg chg="del">
          <ac:chgData name="Jorge Alejandro Bravo Pizarro" userId="866f4d59-4e3d-4420-8a8b-3d6ddbb5c639" providerId="ADAL" clId="{524D6C03-291C-4944-AD03-AE97280217EF}" dt="2024-06-05T14:51:00.733" v="447" actId="478"/>
          <ac:spMkLst>
            <pc:docMk/>
            <pc:sldMk cId="3564780999" sldId="2076137719"/>
            <ac:spMk id="2" creationId="{79ED2681-8786-9A29-3A17-818CEFDCEBE8}"/>
          </ac:spMkLst>
        </pc:spChg>
        <pc:spChg chg="del">
          <ac:chgData name="Jorge Alejandro Bravo Pizarro" userId="866f4d59-4e3d-4420-8a8b-3d6ddbb5c639" providerId="ADAL" clId="{524D6C03-291C-4944-AD03-AE97280217EF}" dt="2024-06-05T14:50:58.306" v="446" actId="478"/>
          <ac:spMkLst>
            <pc:docMk/>
            <pc:sldMk cId="3564780999" sldId="2076137719"/>
            <ac:spMk id="3" creationId="{ED6698C0-0CA4-157D-BCF1-AB90DBD86803}"/>
          </ac:spMkLst>
        </pc:spChg>
        <pc:picChg chg="add mod">
          <ac:chgData name="Jorge Alejandro Bravo Pizarro" userId="866f4d59-4e3d-4420-8a8b-3d6ddbb5c639" providerId="ADAL" clId="{524D6C03-291C-4944-AD03-AE97280217EF}" dt="2024-06-05T14:51:05.918" v="450" actId="1076"/>
          <ac:picMkLst>
            <pc:docMk/>
            <pc:sldMk cId="3564780999" sldId="2076137719"/>
            <ac:picMk id="4" creationId="{FF006F95-BE4A-D449-9BE0-8FB091153E4A}"/>
          </ac:picMkLst>
        </pc:picChg>
      </pc:sldChg>
      <pc:sldChg chg="modSp add mod ord">
        <pc:chgData name="Jorge Alejandro Bravo Pizarro" userId="866f4d59-4e3d-4420-8a8b-3d6ddbb5c639" providerId="ADAL" clId="{524D6C03-291C-4944-AD03-AE97280217EF}" dt="2024-06-05T14:43:21.091" v="382" actId="20577"/>
        <pc:sldMkLst>
          <pc:docMk/>
          <pc:sldMk cId="907486124" sldId="2076137720"/>
        </pc:sldMkLst>
        <pc:spChg chg="mod">
          <ac:chgData name="Jorge Alejandro Bravo Pizarro" userId="866f4d59-4e3d-4420-8a8b-3d6ddbb5c639" providerId="ADAL" clId="{524D6C03-291C-4944-AD03-AE97280217EF}" dt="2024-06-05T14:43:21.091" v="382" actId="20577"/>
          <ac:spMkLst>
            <pc:docMk/>
            <pc:sldMk cId="907486124" sldId="2076137720"/>
            <ac:spMk id="2" creationId="{A3C1683D-3F2C-514D-52C2-E5502AEA6BCB}"/>
          </ac:spMkLst>
        </pc:spChg>
      </pc:sldChg>
      <pc:sldChg chg="modSp add mod ord">
        <pc:chgData name="Jorge Alejandro Bravo Pizarro" userId="866f4d59-4e3d-4420-8a8b-3d6ddbb5c639" providerId="ADAL" clId="{524D6C03-291C-4944-AD03-AE97280217EF}" dt="2024-06-05T14:49:22.747" v="428" actId="20577"/>
        <pc:sldMkLst>
          <pc:docMk/>
          <pc:sldMk cId="624138457" sldId="2076137721"/>
        </pc:sldMkLst>
        <pc:spChg chg="mod">
          <ac:chgData name="Jorge Alejandro Bravo Pizarro" userId="866f4d59-4e3d-4420-8a8b-3d6ddbb5c639" providerId="ADAL" clId="{524D6C03-291C-4944-AD03-AE97280217EF}" dt="2024-06-05T14:49:22.747" v="428" actId="20577"/>
          <ac:spMkLst>
            <pc:docMk/>
            <pc:sldMk cId="624138457" sldId="2076137721"/>
            <ac:spMk id="2" creationId="{A3C1683D-3F2C-514D-52C2-E5502AEA6BCB}"/>
          </ac:spMkLst>
        </pc:spChg>
      </pc:sldChg>
    </pc:docChg>
  </pc:docChgLst>
  <pc:docChgLst>
    <pc:chgData name="Alejandra Bravo Garcia" userId="S::abravo@ciisa.cl::4cf5125d-f567-4a98-9bb5-4ea9ae908f01" providerId="AD" clId="Web-{7BA15F0B-029B-E7C7-F931-CF0999763482}"/>
    <pc:docChg chg="mod addSld modSld">
      <pc:chgData name="Alejandra Bravo Garcia" userId="S::abravo@ciisa.cl::4cf5125d-f567-4a98-9bb5-4ea9ae908f01" providerId="AD" clId="Web-{7BA15F0B-029B-E7C7-F931-CF0999763482}" dt="2023-09-12T03:31:41.921" v="155" actId="20577"/>
      <pc:docMkLst>
        <pc:docMk/>
      </pc:docMkLst>
      <pc:sldChg chg="addCm">
        <pc:chgData name="Alejandra Bravo Garcia" userId="S::abravo@ciisa.cl::4cf5125d-f567-4a98-9bb5-4ea9ae908f01" providerId="AD" clId="Web-{7BA15F0B-029B-E7C7-F931-CF0999763482}" dt="2023-09-12T03:28:52.463" v="136"/>
        <pc:sldMkLst>
          <pc:docMk/>
          <pc:sldMk cId="1136515697" sldId="2076137702"/>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8:52.463" v="136"/>
              <pc2:cmMkLst xmlns:pc2="http://schemas.microsoft.com/office/powerpoint/2019/9/main/command">
                <pc:docMk/>
                <pc:sldMk cId="1136515697" sldId="2076137702"/>
                <pc2:cmMk id="{E30EEDB4-A314-47FD-8D64-D776ED46A02F}"/>
              </pc2:cmMkLst>
            </pc226:cmChg>
          </p:ext>
        </pc:extLst>
      </pc:sldChg>
      <pc:sldChg chg="addCm">
        <pc:chgData name="Alejandra Bravo Garcia" userId="S::abravo@ciisa.cl::4cf5125d-f567-4a98-9bb5-4ea9ae908f01" providerId="AD" clId="Web-{7BA15F0B-029B-E7C7-F931-CF0999763482}" dt="2023-09-12T03:26:05.270" v="133"/>
        <pc:sldMkLst>
          <pc:docMk/>
          <pc:sldMk cId="868812523" sldId="2076137703"/>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6:05.270" v="133"/>
              <pc2:cmMkLst xmlns:pc2="http://schemas.microsoft.com/office/powerpoint/2019/9/main/command">
                <pc:docMk/>
                <pc:sldMk cId="868812523" sldId="2076137703"/>
                <pc2:cmMk id="{1EA8D883-5044-4AAA-BBAD-F5A58475186B}"/>
              </pc2:cmMkLst>
            </pc226:cmChg>
          </p:ext>
        </pc:extLst>
      </pc:sldChg>
      <pc:sldChg chg="addCm">
        <pc:chgData name="Alejandra Bravo Garcia" userId="S::abravo@ciisa.cl::4cf5125d-f567-4a98-9bb5-4ea9ae908f01" providerId="AD" clId="Web-{7BA15F0B-029B-E7C7-F931-CF0999763482}" dt="2023-09-12T03:29:58.371" v="138"/>
        <pc:sldMkLst>
          <pc:docMk/>
          <pc:sldMk cId="1943926825" sldId="2076137704"/>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9:58.371" v="138"/>
              <pc2:cmMkLst xmlns:pc2="http://schemas.microsoft.com/office/powerpoint/2019/9/main/command">
                <pc:docMk/>
                <pc:sldMk cId="1943926825" sldId="2076137704"/>
                <pc2:cmMk id="{EA16C70D-1923-4304-A5D8-45ADC65883D6}"/>
              </pc2:cmMkLst>
            </pc226:cmChg>
          </p:ext>
        </pc:extLst>
      </pc:sldChg>
      <pc:sldChg chg="addCm">
        <pc:chgData name="Alejandra Bravo Garcia" userId="S::abravo@ciisa.cl::4cf5125d-f567-4a98-9bb5-4ea9ae908f01" providerId="AD" clId="Web-{7BA15F0B-029B-E7C7-F931-CF0999763482}" dt="2023-09-12T03:24:24.908" v="130"/>
        <pc:sldMkLst>
          <pc:docMk/>
          <pc:sldMk cId="3167001994" sldId="2076137705"/>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4:12.908" v="129"/>
              <pc2:cmMkLst xmlns:pc2="http://schemas.microsoft.com/office/powerpoint/2019/9/main/command">
                <pc:docMk/>
                <pc:sldMk cId="3167001994" sldId="2076137705"/>
                <pc2:cmMk id="{FDA31033-C313-481E-B661-B5FAF3DCBAFF}"/>
              </pc2:cmMkLst>
            </pc226:cmChg>
            <pc226:cmChg xmlns:pc226="http://schemas.microsoft.com/office/powerpoint/2022/06/main/command" chg="add">
              <pc226:chgData name="Alejandra Bravo Garcia" userId="S::abravo@ciisa.cl::4cf5125d-f567-4a98-9bb5-4ea9ae908f01" providerId="AD" clId="Web-{7BA15F0B-029B-E7C7-F931-CF0999763482}" dt="2023-09-12T03:24:24.908" v="130"/>
              <pc2:cmMkLst xmlns:pc2="http://schemas.microsoft.com/office/powerpoint/2019/9/main/command">
                <pc:docMk/>
                <pc:sldMk cId="3167001994" sldId="2076137705"/>
                <pc2:cmMk id="{6ACC9BD5-3395-4EED-95E2-0F111C252A4D}"/>
              </pc2:cmMkLst>
            </pc226:cmChg>
          </p:ext>
        </pc:extLst>
      </pc:sldChg>
      <pc:sldChg chg="modSp addCm">
        <pc:chgData name="Alejandra Bravo Garcia" userId="S::abravo@ciisa.cl::4cf5125d-f567-4a98-9bb5-4ea9ae908f01" providerId="AD" clId="Web-{7BA15F0B-029B-E7C7-F931-CF0999763482}" dt="2023-09-12T03:24:54.581" v="131"/>
        <pc:sldMkLst>
          <pc:docMk/>
          <pc:sldMk cId="2328334949" sldId="2076137706"/>
        </pc:sldMkLst>
        <pc:spChg chg="mod">
          <ac:chgData name="Alejandra Bravo Garcia" userId="S::abravo@ciisa.cl::4cf5125d-f567-4a98-9bb5-4ea9ae908f01" providerId="AD" clId="Web-{7BA15F0B-029B-E7C7-F931-CF0999763482}" dt="2023-09-12T03:21:55.591" v="4" actId="20577"/>
          <ac:spMkLst>
            <pc:docMk/>
            <pc:sldMk cId="2328334949" sldId="2076137706"/>
            <ac:spMk id="2" creationId="{B6EFDCBE-E499-3103-92A5-28F5D6427A64}"/>
          </ac:spMkLst>
        </pc:spChg>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4:54.581" v="131"/>
              <pc2:cmMkLst xmlns:pc2="http://schemas.microsoft.com/office/powerpoint/2019/9/main/command">
                <pc:docMk/>
                <pc:sldMk cId="2328334949" sldId="2076137706"/>
                <pc2:cmMk id="{389693A5-11B2-4C14-A119-775D20B2A22B}"/>
              </pc2:cmMkLst>
            </pc226:cmChg>
          </p:ext>
        </pc:extLst>
      </pc:sldChg>
      <pc:sldChg chg="addCm">
        <pc:chgData name="Alejandra Bravo Garcia" userId="S::abravo@ciisa.cl::4cf5125d-f567-4a98-9bb5-4ea9ae908f01" providerId="AD" clId="Web-{7BA15F0B-029B-E7C7-F931-CF0999763482}" dt="2023-09-12T03:26:16.771" v="134"/>
        <pc:sldMkLst>
          <pc:docMk/>
          <pc:sldMk cId="3736436638" sldId="2076137707"/>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6:16.771" v="134"/>
              <pc2:cmMkLst xmlns:pc2="http://schemas.microsoft.com/office/powerpoint/2019/9/main/command">
                <pc:docMk/>
                <pc:sldMk cId="3736436638" sldId="2076137707"/>
                <pc2:cmMk id="{07EF16F2-FDF7-459F-8065-373D6580A19D}"/>
              </pc2:cmMkLst>
            </pc226:cmChg>
          </p:ext>
        </pc:extLst>
      </pc:sldChg>
      <pc:sldChg chg="addCm">
        <pc:chgData name="Alejandra Bravo Garcia" userId="S::abravo@ciisa.cl::4cf5125d-f567-4a98-9bb5-4ea9ae908f01" providerId="AD" clId="Web-{7BA15F0B-029B-E7C7-F931-CF0999763482}" dt="2023-09-12T03:29:35.370" v="137"/>
        <pc:sldMkLst>
          <pc:docMk/>
          <pc:sldMk cId="829328944" sldId="2076137708"/>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9:35.370" v="137"/>
              <pc2:cmMkLst xmlns:pc2="http://schemas.microsoft.com/office/powerpoint/2019/9/main/command">
                <pc:docMk/>
                <pc:sldMk cId="829328944" sldId="2076137708"/>
                <pc2:cmMk id="{D267BE4A-61DE-40D3-A24C-59F6D7967C8C}"/>
              </pc2:cmMkLst>
            </pc226:cmChg>
          </p:ext>
        </pc:extLst>
      </pc:sldChg>
      <pc:sldChg chg="addCm">
        <pc:chgData name="Alejandra Bravo Garcia" userId="S::abravo@ciisa.cl::4cf5125d-f567-4a98-9bb5-4ea9ae908f01" providerId="AD" clId="Web-{7BA15F0B-029B-E7C7-F931-CF0999763482}" dt="2023-09-12T03:28:28.478" v="135"/>
        <pc:sldMkLst>
          <pc:docMk/>
          <pc:sldMk cId="3631252662" sldId="2076137712"/>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8:28.478" v="135"/>
              <pc2:cmMkLst xmlns:pc2="http://schemas.microsoft.com/office/powerpoint/2019/9/main/command">
                <pc:docMk/>
                <pc:sldMk cId="3631252662" sldId="2076137712"/>
                <pc2:cmMk id="{0D333014-9AC8-4346-BB09-9D720E4A3858}"/>
              </pc2:cmMkLst>
            </pc226:cmChg>
          </p:ext>
        </pc:extLst>
      </pc:sldChg>
      <pc:sldChg chg="modSp add replId addCm">
        <pc:chgData name="Alejandra Bravo Garcia" userId="S::abravo@ciisa.cl::4cf5125d-f567-4a98-9bb5-4ea9ae908f01" providerId="AD" clId="Web-{7BA15F0B-029B-E7C7-F931-CF0999763482}" dt="2023-09-12T03:25:38.613" v="132"/>
        <pc:sldMkLst>
          <pc:docMk/>
          <pc:sldMk cId="2546042947" sldId="2076137717"/>
        </pc:sldMkLst>
        <pc:spChg chg="mod">
          <ac:chgData name="Alejandra Bravo Garcia" userId="S::abravo@ciisa.cl::4cf5125d-f567-4a98-9bb5-4ea9ae908f01" providerId="AD" clId="Web-{7BA15F0B-029B-E7C7-F931-CF0999763482}" dt="2023-09-12T03:22:39.030" v="21" actId="20577"/>
          <ac:spMkLst>
            <pc:docMk/>
            <pc:sldMk cId="2546042947" sldId="2076137717"/>
            <ac:spMk id="2" creationId="{B6EFDCBE-E499-3103-92A5-28F5D6427A64}"/>
          </ac:spMkLst>
        </pc:spChg>
        <pc:spChg chg="mod">
          <ac:chgData name="Alejandra Bravo Garcia" userId="S::abravo@ciisa.cl::4cf5125d-f567-4a98-9bb5-4ea9ae908f01" providerId="AD" clId="Web-{7BA15F0B-029B-E7C7-F931-CF0999763482}" dt="2023-09-12T03:23:44.032" v="127" actId="20577"/>
          <ac:spMkLst>
            <pc:docMk/>
            <pc:sldMk cId="2546042947" sldId="2076137717"/>
            <ac:spMk id="3" creationId="{E13EDA60-EA13-DE58-247C-0BA1927DF33E}"/>
          </ac:spMkLst>
        </pc:spChg>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5:38.613" v="132"/>
              <pc2:cmMkLst xmlns:pc2="http://schemas.microsoft.com/office/powerpoint/2019/9/main/command">
                <pc:docMk/>
                <pc:sldMk cId="2546042947" sldId="2076137717"/>
                <pc2:cmMk id="{C1737562-6C8A-463E-B045-4829F6317B19}"/>
              </pc2:cmMkLst>
            </pc226:cmChg>
          </p:ext>
        </pc:extLst>
      </pc:sldChg>
      <pc:sldChg chg="addSp delSp modSp add replId addCm">
        <pc:chgData name="Alejandra Bravo Garcia" userId="S::abravo@ciisa.cl::4cf5125d-f567-4a98-9bb5-4ea9ae908f01" providerId="AD" clId="Web-{7BA15F0B-029B-E7C7-F931-CF0999763482}" dt="2023-09-12T03:31:41.921" v="155" actId="20577"/>
        <pc:sldMkLst>
          <pc:docMk/>
          <pc:sldMk cId="729372892" sldId="2076137718"/>
        </pc:sldMkLst>
        <pc:spChg chg="add mod">
          <ac:chgData name="Alejandra Bravo Garcia" userId="S::abravo@ciisa.cl::4cf5125d-f567-4a98-9bb5-4ea9ae908f01" providerId="AD" clId="Web-{7BA15F0B-029B-E7C7-F931-CF0999763482}" dt="2023-09-12T03:31:41.921" v="155" actId="20577"/>
          <ac:spMkLst>
            <pc:docMk/>
            <pc:sldMk cId="729372892" sldId="2076137718"/>
            <ac:spMk id="2" creationId="{7D6BBE6D-6364-2A96-9BD0-B43BAB212637}"/>
          </ac:spMkLst>
        </pc:spChg>
        <pc:spChg chg="del mod">
          <ac:chgData name="Alejandra Bravo Garcia" userId="S::abravo@ciisa.cl::4cf5125d-f567-4a98-9bb5-4ea9ae908f01" providerId="AD" clId="Web-{7BA15F0B-029B-E7C7-F931-CF0999763482}" dt="2023-09-12T03:30:25.028" v="142"/>
          <ac:spMkLst>
            <pc:docMk/>
            <pc:sldMk cId="729372892" sldId="2076137718"/>
            <ac:spMk id="4" creationId="{89401DFB-4589-4A40-1CF4-5D132DD2EF72}"/>
          </ac:spMkLst>
        </pc:spChg>
        <pc:spChg chg="del">
          <ac:chgData name="Alejandra Bravo Garcia" userId="S::abravo@ciisa.cl::4cf5125d-f567-4a98-9bb5-4ea9ae908f01" providerId="AD" clId="Web-{7BA15F0B-029B-E7C7-F931-CF0999763482}" dt="2023-09-12T03:30:19.637" v="140"/>
          <ac:spMkLst>
            <pc:docMk/>
            <pc:sldMk cId="729372892" sldId="2076137718"/>
            <ac:spMk id="5" creationId="{A2D74E4D-CBE6-A3D9-BD83-ED8A812243ED}"/>
          </ac:spMkLst>
        </pc:spChg>
        <pc:spChg chg="del">
          <ac:chgData name="Alejandra Bravo Garcia" userId="S::abravo@ciisa.cl::4cf5125d-f567-4a98-9bb5-4ea9ae908f01" providerId="AD" clId="Web-{7BA15F0B-029B-E7C7-F931-CF0999763482}" dt="2023-09-12T03:30:28.184" v="144"/>
          <ac:spMkLst>
            <pc:docMk/>
            <pc:sldMk cId="729372892" sldId="2076137718"/>
            <ac:spMk id="6" creationId="{E7A96764-862C-3475-9311-453A659389A3}"/>
          </ac:spMkLst>
        </pc:spChg>
        <pc:picChg chg="del">
          <ac:chgData name="Alejandra Bravo Garcia" userId="S::abravo@ciisa.cl::4cf5125d-f567-4a98-9bb5-4ea9ae908f01" providerId="AD" clId="Web-{7BA15F0B-029B-E7C7-F931-CF0999763482}" dt="2023-09-12T03:30:26.919" v="143"/>
          <ac:picMkLst>
            <pc:docMk/>
            <pc:sldMk cId="729372892" sldId="2076137718"/>
            <ac:picMk id="5122" creationId="{E54C5135-F610-A35E-7081-EC02C10B7FFC}"/>
          </ac:picMkLst>
        </pc:picChg>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31:39.765" v="154"/>
              <pc2:cmMkLst xmlns:pc2="http://schemas.microsoft.com/office/powerpoint/2019/9/main/command">
                <pc:docMk/>
                <pc:sldMk cId="729372892" sldId="2076137718"/>
                <pc2:cmMk id="{A4CF5ACE-D39B-432C-8A7B-88D220DC3AF0}"/>
              </pc2:cmMkLst>
            </pc226:cmChg>
          </p:ext>
        </pc:extLst>
      </pc:sldChg>
    </pc:docChg>
  </pc:docChgLst>
  <pc:docChgLst>
    <pc:chgData name="Jorge Alejandro Bravo Pizarro" userId="866f4d59-4e3d-4420-8a8b-3d6ddbb5c639" providerId="ADAL" clId="{DE23248A-A13B-BF4D-9142-89CCBC631F3F}"/>
    <pc:docChg chg="custSel addSld delSld modSld sldOrd">
      <pc:chgData name="Jorge Alejandro Bravo Pizarro" userId="866f4d59-4e3d-4420-8a8b-3d6ddbb5c639" providerId="ADAL" clId="{DE23248A-A13B-BF4D-9142-89CCBC631F3F}" dt="2024-06-12T15:31:04.183" v="160" actId="20577"/>
      <pc:docMkLst>
        <pc:docMk/>
      </pc:docMkLst>
      <pc:sldChg chg="modSp mod">
        <pc:chgData name="Jorge Alejandro Bravo Pizarro" userId="866f4d59-4e3d-4420-8a8b-3d6ddbb5c639" providerId="ADAL" clId="{DE23248A-A13B-BF4D-9142-89CCBC631F3F}" dt="2024-06-12T15:22:07.990" v="38" actId="2710"/>
        <pc:sldMkLst>
          <pc:docMk/>
          <pc:sldMk cId="1136515697" sldId="2076137702"/>
        </pc:sldMkLst>
        <pc:spChg chg="mod">
          <ac:chgData name="Jorge Alejandro Bravo Pizarro" userId="866f4d59-4e3d-4420-8a8b-3d6ddbb5c639" providerId="ADAL" clId="{DE23248A-A13B-BF4D-9142-89CCBC631F3F}" dt="2024-06-12T15:22:07.990" v="38" actId="2710"/>
          <ac:spMkLst>
            <pc:docMk/>
            <pc:sldMk cId="1136515697" sldId="2076137702"/>
            <ac:spMk id="3" creationId="{2A7BF873-53DC-D508-8E6A-31A26DB43DA6}"/>
          </ac:spMkLst>
        </pc:spChg>
      </pc:sldChg>
      <pc:sldChg chg="modSp mod">
        <pc:chgData name="Jorge Alejandro Bravo Pizarro" userId="866f4d59-4e3d-4420-8a8b-3d6ddbb5c639" providerId="ADAL" clId="{DE23248A-A13B-BF4D-9142-89CCBC631F3F}" dt="2024-06-12T15:21:48.909" v="35" actId="20577"/>
        <pc:sldMkLst>
          <pc:docMk/>
          <pc:sldMk cId="868812523" sldId="2076137703"/>
        </pc:sldMkLst>
        <pc:spChg chg="mod">
          <ac:chgData name="Jorge Alejandro Bravo Pizarro" userId="866f4d59-4e3d-4420-8a8b-3d6ddbb5c639" providerId="ADAL" clId="{DE23248A-A13B-BF4D-9142-89CCBC631F3F}" dt="2024-06-12T15:21:48.909" v="35" actId="20577"/>
          <ac:spMkLst>
            <pc:docMk/>
            <pc:sldMk cId="868812523" sldId="2076137703"/>
            <ac:spMk id="2" creationId="{A3C1683D-3F2C-514D-52C2-E5502AEA6BCB}"/>
          </ac:spMkLst>
        </pc:spChg>
      </pc:sldChg>
      <pc:sldChg chg="del">
        <pc:chgData name="Jorge Alejandro Bravo Pizarro" userId="866f4d59-4e3d-4420-8a8b-3d6ddbb5c639" providerId="ADAL" clId="{DE23248A-A13B-BF4D-9142-89CCBC631F3F}" dt="2024-06-12T15:22:50.603" v="56" actId="2696"/>
        <pc:sldMkLst>
          <pc:docMk/>
          <pc:sldMk cId="1943926825" sldId="2076137704"/>
        </pc:sldMkLst>
      </pc:sldChg>
      <pc:sldChg chg="modSp mod modCm">
        <pc:chgData name="Jorge Alejandro Bravo Pizarro" userId="866f4d59-4e3d-4420-8a8b-3d6ddbb5c639" providerId="ADAL" clId="{DE23248A-A13B-BF4D-9142-89CCBC631F3F}" dt="2024-06-12T15:29:37.165" v="117" actId="20577"/>
        <pc:sldMkLst>
          <pc:docMk/>
          <pc:sldMk cId="3167001994" sldId="2076137705"/>
        </pc:sldMkLst>
        <pc:spChg chg="mod">
          <ac:chgData name="Jorge Alejandro Bravo Pizarro" userId="866f4d59-4e3d-4420-8a8b-3d6ddbb5c639" providerId="ADAL" clId="{DE23248A-A13B-BF4D-9142-89CCBC631F3F}" dt="2024-06-12T15:29:33.924" v="110" actId="20577"/>
          <ac:spMkLst>
            <pc:docMk/>
            <pc:sldMk cId="3167001994" sldId="2076137705"/>
            <ac:spMk id="2" creationId="{972BB412-0761-08C0-91B5-7D184FDF0428}"/>
          </ac:spMkLst>
        </pc:spChg>
        <pc:spChg chg="mod">
          <ac:chgData name="Jorge Alejandro Bravo Pizarro" userId="866f4d59-4e3d-4420-8a8b-3d6ddbb5c639" providerId="ADAL" clId="{DE23248A-A13B-BF4D-9142-89CCBC631F3F}" dt="2024-06-12T15:29:37.165" v="117" actId="20577"/>
          <ac:spMkLst>
            <pc:docMk/>
            <pc:sldMk cId="3167001994" sldId="2076137705"/>
            <ac:spMk id="3" creationId="{317770C8-A12B-436B-AB8E-9FC2932E0DB7}"/>
          </ac:spMkLst>
        </pc:sp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DE23248A-A13B-BF4D-9142-89CCBC631F3F}" dt="2024-06-12T15:29:37.165" v="117" actId="20577"/>
              <pc2:cmMkLst xmlns:pc2="http://schemas.microsoft.com/office/powerpoint/2019/9/main/command">
                <pc:docMk/>
                <pc:sldMk cId="3167001994" sldId="2076137705"/>
                <pc2:cmMk id="{6ACC9BD5-3395-4EED-95E2-0F111C252A4D}"/>
              </pc2:cmMkLst>
            </pc226:cmChg>
          </p:ext>
        </pc:extLst>
      </pc:sldChg>
      <pc:sldChg chg="modSp mod">
        <pc:chgData name="Jorge Alejandro Bravo Pizarro" userId="866f4d59-4e3d-4420-8a8b-3d6ddbb5c639" providerId="ADAL" clId="{DE23248A-A13B-BF4D-9142-89CCBC631F3F}" dt="2024-06-12T15:21:09.633" v="10" actId="20577"/>
        <pc:sldMkLst>
          <pc:docMk/>
          <pc:sldMk cId="2328334949" sldId="2076137706"/>
        </pc:sldMkLst>
        <pc:spChg chg="mod">
          <ac:chgData name="Jorge Alejandro Bravo Pizarro" userId="866f4d59-4e3d-4420-8a8b-3d6ddbb5c639" providerId="ADAL" clId="{DE23248A-A13B-BF4D-9142-89CCBC631F3F}" dt="2024-06-12T15:21:09.633" v="10" actId="20577"/>
          <ac:spMkLst>
            <pc:docMk/>
            <pc:sldMk cId="2328334949" sldId="2076137706"/>
            <ac:spMk id="3" creationId="{E13EDA60-EA13-DE58-247C-0BA1927DF33E}"/>
          </ac:spMkLst>
        </pc:spChg>
      </pc:sldChg>
      <pc:sldChg chg="modSp mod">
        <pc:chgData name="Jorge Alejandro Bravo Pizarro" userId="866f4d59-4e3d-4420-8a8b-3d6ddbb5c639" providerId="ADAL" clId="{DE23248A-A13B-BF4D-9142-89CCBC631F3F}" dt="2024-06-12T15:22:17.443" v="48" actId="20577"/>
        <pc:sldMkLst>
          <pc:docMk/>
          <pc:sldMk cId="3736436638" sldId="2076137707"/>
        </pc:sldMkLst>
        <pc:spChg chg="mod">
          <ac:chgData name="Jorge Alejandro Bravo Pizarro" userId="866f4d59-4e3d-4420-8a8b-3d6ddbb5c639" providerId="ADAL" clId="{DE23248A-A13B-BF4D-9142-89CCBC631F3F}" dt="2024-06-12T15:22:17.443" v="48" actId="20577"/>
          <ac:spMkLst>
            <pc:docMk/>
            <pc:sldMk cId="3736436638" sldId="2076137707"/>
            <ac:spMk id="2" creationId="{A3C1683D-3F2C-514D-52C2-E5502AEA6BCB}"/>
          </ac:spMkLst>
        </pc:spChg>
      </pc:sldChg>
      <pc:sldChg chg="modSp mod">
        <pc:chgData name="Jorge Alejandro Bravo Pizarro" userId="866f4d59-4e3d-4420-8a8b-3d6ddbb5c639" providerId="ADAL" clId="{DE23248A-A13B-BF4D-9142-89CCBC631F3F}" dt="2024-06-12T15:22:37.308" v="55" actId="15"/>
        <pc:sldMkLst>
          <pc:docMk/>
          <pc:sldMk cId="829328944" sldId="2076137708"/>
        </pc:sldMkLst>
        <pc:spChg chg="mod">
          <ac:chgData name="Jorge Alejandro Bravo Pizarro" userId="866f4d59-4e3d-4420-8a8b-3d6ddbb5c639" providerId="ADAL" clId="{DE23248A-A13B-BF4D-9142-89CCBC631F3F}" dt="2024-06-12T15:22:37.308" v="55" actId="15"/>
          <ac:spMkLst>
            <pc:docMk/>
            <pc:sldMk cId="829328944" sldId="2076137708"/>
            <ac:spMk id="3" creationId="{41EA7C5A-B8A2-74CE-3F3C-D46254F8EDEF}"/>
          </ac:spMkLst>
        </pc:spChg>
      </pc:sldChg>
      <pc:sldChg chg="modSp mod">
        <pc:chgData name="Jorge Alejandro Bravo Pizarro" userId="866f4d59-4e3d-4420-8a8b-3d6ddbb5c639" providerId="ADAL" clId="{DE23248A-A13B-BF4D-9142-89CCBC631F3F}" dt="2024-06-12T15:23:16.533" v="76" actId="20577"/>
        <pc:sldMkLst>
          <pc:docMk/>
          <pc:sldMk cId="694389719" sldId="2076137709"/>
        </pc:sldMkLst>
        <pc:spChg chg="mod">
          <ac:chgData name="Jorge Alejandro Bravo Pizarro" userId="866f4d59-4e3d-4420-8a8b-3d6ddbb5c639" providerId="ADAL" clId="{DE23248A-A13B-BF4D-9142-89CCBC631F3F}" dt="2024-06-12T15:23:16.533" v="76" actId="20577"/>
          <ac:spMkLst>
            <pc:docMk/>
            <pc:sldMk cId="694389719" sldId="2076137709"/>
            <ac:spMk id="4" creationId="{9823DD53-074A-AD44-7078-7DFF5F00BB41}"/>
          </ac:spMkLst>
        </pc:spChg>
      </pc:sldChg>
      <pc:sldChg chg="addSp modSp mod">
        <pc:chgData name="Jorge Alejandro Bravo Pizarro" userId="866f4d59-4e3d-4420-8a8b-3d6ddbb5c639" providerId="ADAL" clId="{DE23248A-A13B-BF4D-9142-89CCBC631F3F}" dt="2024-06-12T15:24:05.692" v="90" actId="123"/>
        <pc:sldMkLst>
          <pc:docMk/>
          <pc:sldMk cId="3734186721" sldId="2076137710"/>
        </pc:sldMkLst>
        <pc:spChg chg="mod">
          <ac:chgData name="Jorge Alejandro Bravo Pizarro" userId="866f4d59-4e3d-4420-8a8b-3d6ddbb5c639" providerId="ADAL" clId="{DE23248A-A13B-BF4D-9142-89CCBC631F3F}" dt="2024-06-12T15:23:43.658" v="86" actId="255"/>
          <ac:spMkLst>
            <pc:docMk/>
            <pc:sldMk cId="3734186721" sldId="2076137710"/>
            <ac:spMk id="3" creationId="{6FB5D704-7EC5-2FD6-69CA-90F1F6A87857}"/>
          </ac:spMkLst>
        </pc:spChg>
        <pc:spChg chg="add mod">
          <ac:chgData name="Jorge Alejandro Bravo Pizarro" userId="866f4d59-4e3d-4420-8a8b-3d6ddbb5c639" providerId="ADAL" clId="{DE23248A-A13B-BF4D-9142-89CCBC631F3F}" dt="2024-06-12T15:24:05.692" v="90" actId="123"/>
          <ac:spMkLst>
            <pc:docMk/>
            <pc:sldMk cId="3734186721" sldId="2076137710"/>
            <ac:spMk id="5" creationId="{625A3AAD-5461-10A5-2003-8F15A8D1FF1E}"/>
          </ac:spMkLst>
        </pc:spChg>
      </pc:sldChg>
      <pc:sldChg chg="del">
        <pc:chgData name="Jorge Alejandro Bravo Pizarro" userId="866f4d59-4e3d-4420-8a8b-3d6ddbb5c639" providerId="ADAL" clId="{DE23248A-A13B-BF4D-9142-89CCBC631F3F}" dt="2024-06-12T15:24:15.941" v="91" actId="2696"/>
        <pc:sldMkLst>
          <pc:docMk/>
          <pc:sldMk cId="571905608" sldId="2076137711"/>
        </pc:sldMkLst>
      </pc:sldChg>
      <pc:sldChg chg="del">
        <pc:chgData name="Jorge Alejandro Bravo Pizarro" userId="866f4d59-4e3d-4420-8a8b-3d6ddbb5c639" providerId="ADAL" clId="{DE23248A-A13B-BF4D-9142-89CCBC631F3F}" dt="2024-06-12T15:23:26.586" v="77" actId="2696"/>
        <pc:sldMkLst>
          <pc:docMk/>
          <pc:sldMk cId="536104298" sldId="2076137713"/>
        </pc:sldMkLst>
      </pc:sldChg>
      <pc:sldChg chg="del">
        <pc:chgData name="Jorge Alejandro Bravo Pizarro" userId="866f4d59-4e3d-4420-8a8b-3d6ddbb5c639" providerId="ADAL" clId="{DE23248A-A13B-BF4D-9142-89CCBC631F3F}" dt="2024-06-12T15:22:50.603" v="56" actId="2696"/>
        <pc:sldMkLst>
          <pc:docMk/>
          <pc:sldMk cId="2456185182" sldId="2076137716"/>
        </pc:sldMkLst>
      </pc:sldChg>
      <pc:sldChg chg="modSp mod">
        <pc:chgData name="Jorge Alejandro Bravo Pizarro" userId="866f4d59-4e3d-4420-8a8b-3d6ddbb5c639" providerId="ADAL" clId="{DE23248A-A13B-BF4D-9142-89CCBC631F3F}" dt="2024-06-12T15:21:33.966" v="25" actId="20577"/>
        <pc:sldMkLst>
          <pc:docMk/>
          <pc:sldMk cId="2546042947" sldId="2076137717"/>
        </pc:sldMkLst>
        <pc:spChg chg="mod">
          <ac:chgData name="Jorge Alejandro Bravo Pizarro" userId="866f4d59-4e3d-4420-8a8b-3d6ddbb5c639" providerId="ADAL" clId="{DE23248A-A13B-BF4D-9142-89CCBC631F3F}" dt="2024-06-12T15:21:33.966" v="25" actId="20577"/>
          <ac:spMkLst>
            <pc:docMk/>
            <pc:sldMk cId="2546042947" sldId="2076137717"/>
            <ac:spMk id="3" creationId="{E13EDA60-EA13-DE58-247C-0BA1927DF33E}"/>
          </ac:spMkLst>
        </pc:spChg>
      </pc:sldChg>
      <pc:sldChg chg="del">
        <pc:chgData name="Jorge Alejandro Bravo Pizarro" userId="866f4d59-4e3d-4420-8a8b-3d6ddbb5c639" providerId="ADAL" clId="{DE23248A-A13B-BF4D-9142-89CCBC631F3F}" dt="2024-06-12T15:24:15.941" v="91" actId="2696"/>
        <pc:sldMkLst>
          <pc:docMk/>
          <pc:sldMk cId="3564780999" sldId="2076137719"/>
        </pc:sldMkLst>
      </pc:sldChg>
      <pc:sldChg chg="modSp mod">
        <pc:chgData name="Jorge Alejandro Bravo Pizarro" userId="866f4d59-4e3d-4420-8a8b-3d6ddbb5c639" providerId="ADAL" clId="{DE23248A-A13B-BF4D-9142-89CCBC631F3F}" dt="2024-06-12T15:22:57.381" v="68" actId="20577"/>
        <pc:sldMkLst>
          <pc:docMk/>
          <pc:sldMk cId="907486124" sldId="2076137720"/>
        </pc:sldMkLst>
        <pc:spChg chg="mod">
          <ac:chgData name="Jorge Alejandro Bravo Pizarro" userId="866f4d59-4e3d-4420-8a8b-3d6ddbb5c639" providerId="ADAL" clId="{DE23248A-A13B-BF4D-9142-89CCBC631F3F}" dt="2024-06-12T15:22:57.381" v="68" actId="20577"/>
          <ac:spMkLst>
            <pc:docMk/>
            <pc:sldMk cId="907486124" sldId="2076137720"/>
            <ac:spMk id="2" creationId="{A3C1683D-3F2C-514D-52C2-E5502AEA6BCB}"/>
          </ac:spMkLst>
        </pc:spChg>
      </pc:sldChg>
      <pc:sldChg chg="addSp delSp modSp mod">
        <pc:chgData name="Jorge Alejandro Bravo Pizarro" userId="866f4d59-4e3d-4420-8a8b-3d6ddbb5c639" providerId="ADAL" clId="{DE23248A-A13B-BF4D-9142-89CCBC631F3F}" dt="2024-06-12T15:30:37.066" v="134" actId="20577"/>
        <pc:sldMkLst>
          <pc:docMk/>
          <pc:sldMk cId="624138457" sldId="2076137721"/>
        </pc:sldMkLst>
        <pc:spChg chg="del mod">
          <ac:chgData name="Jorge Alejandro Bravo Pizarro" userId="866f4d59-4e3d-4420-8a8b-3d6ddbb5c639" providerId="ADAL" clId="{DE23248A-A13B-BF4D-9142-89CCBC631F3F}" dt="2024-06-12T15:29:48.467" v="118" actId="478"/>
          <ac:spMkLst>
            <pc:docMk/>
            <pc:sldMk cId="624138457" sldId="2076137721"/>
            <ac:spMk id="2" creationId="{A3C1683D-3F2C-514D-52C2-E5502AEA6BCB}"/>
          </ac:spMkLst>
        </pc:spChg>
        <pc:spChg chg="add del mod">
          <ac:chgData name="Jorge Alejandro Bravo Pizarro" userId="866f4d59-4e3d-4420-8a8b-3d6ddbb5c639" providerId="ADAL" clId="{DE23248A-A13B-BF4D-9142-89CCBC631F3F}" dt="2024-06-12T15:29:51.079" v="119" actId="478"/>
          <ac:spMkLst>
            <pc:docMk/>
            <pc:sldMk cId="624138457" sldId="2076137721"/>
            <ac:spMk id="4" creationId="{B7EF0A76-25A3-A41B-1547-0F4752EB3187}"/>
          </ac:spMkLst>
        </pc:spChg>
        <pc:spChg chg="add mod">
          <ac:chgData name="Jorge Alejandro Bravo Pizarro" userId="866f4d59-4e3d-4420-8a8b-3d6ddbb5c639" providerId="ADAL" clId="{DE23248A-A13B-BF4D-9142-89CCBC631F3F}" dt="2024-06-12T15:30:37.066" v="134" actId="20577"/>
          <ac:spMkLst>
            <pc:docMk/>
            <pc:sldMk cId="624138457" sldId="2076137721"/>
            <ac:spMk id="5" creationId="{17FD6E8C-3E38-4245-D926-41D3516AFE7B}"/>
          </ac:spMkLst>
        </pc:spChg>
      </pc:sldChg>
      <pc:sldChg chg="delSp add del mod">
        <pc:chgData name="Jorge Alejandro Bravo Pizarro" userId="866f4d59-4e3d-4420-8a8b-3d6ddbb5c639" providerId="ADAL" clId="{DE23248A-A13B-BF4D-9142-89CCBC631F3F}" dt="2024-06-12T15:30:52.905" v="136" actId="2696"/>
        <pc:sldMkLst>
          <pc:docMk/>
          <pc:sldMk cId="1701186754" sldId="2076137722"/>
        </pc:sldMkLst>
        <pc:spChg chg="del">
          <ac:chgData name="Jorge Alejandro Bravo Pizarro" userId="866f4d59-4e3d-4420-8a8b-3d6ddbb5c639" providerId="ADAL" clId="{DE23248A-A13B-BF4D-9142-89CCBC631F3F}" dt="2024-06-12T15:24:27.521" v="95" actId="478"/>
          <ac:spMkLst>
            <pc:docMk/>
            <pc:sldMk cId="1701186754" sldId="2076137722"/>
            <ac:spMk id="5" creationId="{625A3AAD-5461-10A5-2003-8F15A8D1FF1E}"/>
          </ac:spMkLst>
        </pc:spChg>
      </pc:sldChg>
      <pc:sldChg chg="add del setBg">
        <pc:chgData name="Jorge Alejandro Bravo Pizarro" userId="866f4d59-4e3d-4420-8a8b-3d6ddbb5c639" providerId="ADAL" clId="{DE23248A-A13B-BF4D-9142-89CCBC631F3F}" dt="2024-06-12T15:24:21.676" v="93" actId="2696"/>
        <pc:sldMkLst>
          <pc:docMk/>
          <pc:sldMk cId="3970397557" sldId="2076137722"/>
        </pc:sldMkLst>
      </pc:sldChg>
      <pc:sldChg chg="delSp modSp add mod">
        <pc:chgData name="Jorge Alejandro Bravo Pizarro" userId="866f4d59-4e3d-4420-8a8b-3d6ddbb5c639" providerId="ADAL" clId="{DE23248A-A13B-BF4D-9142-89CCBC631F3F}" dt="2024-06-12T15:24:56.917" v="104" actId="2710"/>
        <pc:sldMkLst>
          <pc:docMk/>
          <pc:sldMk cId="2016431464" sldId="2076137723"/>
        </pc:sldMkLst>
        <pc:spChg chg="mod">
          <ac:chgData name="Jorge Alejandro Bravo Pizarro" userId="866f4d59-4e3d-4420-8a8b-3d6ddbb5c639" providerId="ADAL" clId="{DE23248A-A13B-BF4D-9142-89CCBC631F3F}" dt="2024-06-12T15:24:56.917" v="104" actId="2710"/>
          <ac:spMkLst>
            <pc:docMk/>
            <pc:sldMk cId="2016431464" sldId="2076137723"/>
            <ac:spMk id="3" creationId="{6FB5D704-7EC5-2FD6-69CA-90F1F6A87857}"/>
          </ac:spMkLst>
        </pc:spChg>
        <pc:spChg chg="del">
          <ac:chgData name="Jorge Alejandro Bravo Pizarro" userId="866f4d59-4e3d-4420-8a8b-3d6ddbb5c639" providerId="ADAL" clId="{DE23248A-A13B-BF4D-9142-89CCBC631F3F}" dt="2024-06-12T15:24:48.626" v="101" actId="478"/>
          <ac:spMkLst>
            <pc:docMk/>
            <pc:sldMk cId="2016431464" sldId="2076137723"/>
            <ac:spMk id="5" creationId="{625A3AAD-5461-10A5-2003-8F15A8D1FF1E}"/>
          </ac:spMkLst>
        </pc:spChg>
      </pc:sldChg>
      <pc:sldChg chg="add del">
        <pc:chgData name="Jorge Alejandro Bravo Pizarro" userId="866f4d59-4e3d-4420-8a8b-3d6ddbb5c639" providerId="ADAL" clId="{DE23248A-A13B-BF4D-9142-89CCBC631F3F}" dt="2024-06-12T15:24:37.876" v="99"/>
        <pc:sldMkLst>
          <pc:docMk/>
          <pc:sldMk cId="2188246679" sldId="2076137723"/>
        </pc:sldMkLst>
      </pc:sldChg>
      <pc:sldChg chg="modSp add mod">
        <pc:chgData name="Jorge Alejandro Bravo Pizarro" userId="866f4d59-4e3d-4420-8a8b-3d6ddbb5c639" providerId="ADAL" clId="{DE23248A-A13B-BF4D-9142-89CCBC631F3F}" dt="2024-06-12T15:25:13.996" v="108" actId="2710"/>
        <pc:sldMkLst>
          <pc:docMk/>
          <pc:sldMk cId="179731686" sldId="2076137724"/>
        </pc:sldMkLst>
        <pc:spChg chg="mod">
          <ac:chgData name="Jorge Alejandro Bravo Pizarro" userId="866f4d59-4e3d-4420-8a8b-3d6ddbb5c639" providerId="ADAL" clId="{DE23248A-A13B-BF4D-9142-89CCBC631F3F}" dt="2024-06-12T15:25:13.996" v="108" actId="2710"/>
          <ac:spMkLst>
            <pc:docMk/>
            <pc:sldMk cId="179731686" sldId="2076137724"/>
            <ac:spMk id="3" creationId="{6FB5D704-7EC5-2FD6-69CA-90F1F6A87857}"/>
          </ac:spMkLst>
        </pc:spChg>
      </pc:sldChg>
      <pc:sldChg chg="add del">
        <pc:chgData name="Jorge Alejandro Bravo Pizarro" userId="866f4d59-4e3d-4420-8a8b-3d6ddbb5c639" providerId="ADAL" clId="{DE23248A-A13B-BF4D-9142-89CCBC631F3F}" dt="2024-06-12T15:24:37.338" v="98"/>
        <pc:sldMkLst>
          <pc:docMk/>
          <pc:sldMk cId="2114816837" sldId="2076137724"/>
        </pc:sldMkLst>
      </pc:sldChg>
      <pc:sldChg chg="addSp modSp add mod ord setBg">
        <pc:chgData name="Jorge Alejandro Bravo Pizarro" userId="866f4d59-4e3d-4420-8a8b-3d6ddbb5c639" providerId="ADAL" clId="{DE23248A-A13B-BF4D-9142-89CCBC631F3F}" dt="2024-06-12T15:30:59.464" v="145" actId="20577"/>
        <pc:sldMkLst>
          <pc:docMk/>
          <pc:sldMk cId="3588008966" sldId="2076137725"/>
        </pc:sldMkLst>
        <pc:spChg chg="add mod">
          <ac:chgData name="Jorge Alejandro Bravo Pizarro" userId="866f4d59-4e3d-4420-8a8b-3d6ddbb5c639" providerId="ADAL" clId="{DE23248A-A13B-BF4D-9142-89CCBC631F3F}" dt="2024-06-12T15:30:59.464" v="145" actId="20577"/>
          <ac:spMkLst>
            <pc:docMk/>
            <pc:sldMk cId="3588008966" sldId="2076137725"/>
            <ac:spMk id="3" creationId="{B5C92C4E-E1E1-FDFA-8985-C1E82BB1EACF}"/>
          </ac:spMkLst>
        </pc:spChg>
        <pc:picChg chg="add mod">
          <ac:chgData name="Jorge Alejandro Bravo Pizarro" userId="866f4d59-4e3d-4420-8a8b-3d6ddbb5c639" providerId="ADAL" clId="{DE23248A-A13B-BF4D-9142-89CCBC631F3F}" dt="2024-06-12T15:30:17.545" v="124" actId="14100"/>
          <ac:picMkLst>
            <pc:docMk/>
            <pc:sldMk cId="3588008966" sldId="2076137725"/>
            <ac:picMk id="2" creationId="{8A9130DB-070D-F3F5-5C49-D65D2C023060}"/>
          </ac:picMkLst>
        </pc:picChg>
      </pc:sldChg>
      <pc:sldChg chg="add del setBg">
        <pc:chgData name="Jorge Alejandro Bravo Pizarro" userId="866f4d59-4e3d-4420-8a8b-3d6ddbb5c639" providerId="ADAL" clId="{DE23248A-A13B-BF4D-9142-89CCBC631F3F}" dt="2024-06-12T15:30:23.111" v="126"/>
        <pc:sldMkLst>
          <pc:docMk/>
          <pc:sldMk cId="1859446579" sldId="2076137726"/>
        </pc:sldMkLst>
      </pc:sldChg>
      <pc:sldChg chg="modSp add mod ord">
        <pc:chgData name="Jorge Alejandro Bravo Pizarro" userId="866f4d59-4e3d-4420-8a8b-3d6ddbb5c639" providerId="ADAL" clId="{DE23248A-A13B-BF4D-9142-89CCBC631F3F}" dt="2024-06-12T15:31:04.183" v="160" actId="20577"/>
        <pc:sldMkLst>
          <pc:docMk/>
          <pc:sldMk cId="4130976900" sldId="2076137726"/>
        </pc:sldMkLst>
        <pc:spChg chg="mod">
          <ac:chgData name="Jorge Alejandro Bravo Pizarro" userId="866f4d59-4e3d-4420-8a8b-3d6ddbb5c639" providerId="ADAL" clId="{DE23248A-A13B-BF4D-9142-89CCBC631F3F}" dt="2024-06-12T15:31:04.183" v="160" actId="20577"/>
          <ac:spMkLst>
            <pc:docMk/>
            <pc:sldMk cId="4130976900" sldId="2076137726"/>
            <ac:spMk id="3" creationId="{B5C92C4E-E1E1-FDFA-8985-C1E82BB1EACF}"/>
          </ac:spMkLst>
        </pc:spChg>
      </pc:sldChg>
    </pc:docChg>
  </pc:docChgLst>
  <pc:docChgLst>
    <pc:chgData name="Carolina Lastra Avendaño" userId="S::clastra@ciisa.cl::81d2f08a-669f-4504-b713-9505f7f274c4" providerId="AD" clId="Web-{5CA01B3C-B536-6762-EAA4-E33501866A87}"/>
    <pc:docChg chg="addSld delSld modSld modMainMaster">
      <pc:chgData name="Carolina Lastra Avendaño" userId="S::clastra@ciisa.cl::81d2f08a-669f-4504-b713-9505f7f274c4" providerId="AD" clId="Web-{5CA01B3C-B536-6762-EAA4-E33501866A87}" dt="2024-05-22T15:43:42.882" v="61" actId="20577"/>
      <pc:docMkLst>
        <pc:docMk/>
      </pc:docMkLst>
      <pc:sldChg chg="del mod">
        <pc:chgData name="Carolina Lastra Avendaño" userId="S::clastra@ciisa.cl::81d2f08a-669f-4504-b713-9505f7f274c4" providerId="AD" clId="Web-{5CA01B3C-B536-6762-EAA4-E33501866A87}" dt="2024-05-22T15:41:22.611" v="45"/>
        <pc:sldMkLst>
          <pc:docMk/>
          <pc:sldMk cId="242947854" sldId="2076137701"/>
        </pc:sldMkLst>
      </pc:sldChg>
      <pc:sldChg chg="mod">
        <pc:chgData name="Carolina Lastra Avendaño" userId="S::clastra@ciisa.cl::81d2f08a-669f-4504-b713-9505f7f274c4" providerId="AD" clId="Web-{5CA01B3C-B536-6762-EAA4-E33501866A87}" dt="2024-05-22T15:38:24.043" v="1"/>
        <pc:sldMkLst>
          <pc:docMk/>
          <pc:sldMk cId="1136515697" sldId="2076137702"/>
        </pc:sldMkLst>
      </pc:sldChg>
      <pc:sldChg chg="modSp mod setBg modCm">
        <pc:chgData name="Carolina Lastra Avendaño" userId="S::clastra@ciisa.cl::81d2f08a-669f-4504-b713-9505f7f274c4" providerId="AD" clId="Web-{5CA01B3C-B536-6762-EAA4-E33501866A87}" dt="2024-05-22T15:40:20.562" v="31" actId="20577"/>
        <pc:sldMkLst>
          <pc:docMk/>
          <pc:sldMk cId="868812523" sldId="2076137703"/>
        </pc:sldMkLst>
        <pc:spChg chg="mod">
          <ac:chgData name="Carolina Lastra Avendaño" userId="S::clastra@ciisa.cl::81d2f08a-669f-4504-b713-9505f7f274c4" providerId="AD" clId="Web-{5CA01B3C-B536-6762-EAA4-E33501866A87}" dt="2024-05-22T15:40:20.562" v="31" actId="20577"/>
          <ac:spMkLst>
            <pc:docMk/>
            <pc:sldMk cId="868812523" sldId="2076137703"/>
            <ac:spMk id="2" creationId="{A3C1683D-3F2C-514D-52C2-E5502AEA6BCB}"/>
          </ac:spMkLst>
        </pc:spChg>
        <pc:extLst>
          <p:ext xmlns:p="http://schemas.openxmlformats.org/presentationml/2006/main" uri="{D6D511B9-2390-475A-947B-AFAB55BFBCF1}">
            <pc226:cmChg xmlns:pc226="http://schemas.microsoft.com/office/powerpoint/2022/06/main/command" chg="mod">
              <pc226:chgData name="Carolina Lastra Avendaño" userId="S::clastra@ciisa.cl::81d2f08a-669f-4504-b713-9505f7f274c4" providerId="AD" clId="Web-{5CA01B3C-B536-6762-EAA4-E33501866A87}" dt="2024-05-22T15:40:20.562" v="31" actId="20577"/>
              <pc2:cmMkLst xmlns:pc2="http://schemas.microsoft.com/office/powerpoint/2019/9/main/command">
                <pc:docMk/>
                <pc:sldMk cId="868812523" sldId="2076137703"/>
                <pc2:cmMk id="{1EA8D883-5044-4AAA-BBAD-F5A58475186B}"/>
              </pc2:cmMkLst>
            </pc226:cmChg>
          </p:ext>
        </pc:extLst>
      </pc:sldChg>
      <pc:sldChg chg="mod">
        <pc:chgData name="Carolina Lastra Avendaño" userId="S::clastra@ciisa.cl::81d2f08a-669f-4504-b713-9505f7f274c4" providerId="AD" clId="Web-{5CA01B3C-B536-6762-EAA4-E33501866A87}" dt="2024-05-22T15:38:24.043" v="1"/>
        <pc:sldMkLst>
          <pc:docMk/>
          <pc:sldMk cId="1943926825" sldId="2076137704"/>
        </pc:sldMkLst>
      </pc:sldChg>
      <pc:sldChg chg="modSp mod setBg modCm">
        <pc:chgData name="Carolina Lastra Avendaño" userId="S::clastra@ciisa.cl::81d2f08a-669f-4504-b713-9505f7f274c4" providerId="AD" clId="Web-{5CA01B3C-B536-6762-EAA4-E33501866A87}" dt="2024-05-22T15:39:11.748" v="25" actId="20577"/>
        <pc:sldMkLst>
          <pc:docMk/>
          <pc:sldMk cId="3167001994" sldId="2076137705"/>
        </pc:sldMkLst>
        <pc:spChg chg="mod">
          <ac:chgData name="Carolina Lastra Avendaño" userId="S::clastra@ciisa.cl::81d2f08a-669f-4504-b713-9505f7f274c4" providerId="AD" clId="Web-{5CA01B3C-B536-6762-EAA4-E33501866A87}" dt="2024-05-22T15:38:58.185" v="12" actId="20577"/>
          <ac:spMkLst>
            <pc:docMk/>
            <pc:sldMk cId="3167001994" sldId="2076137705"/>
            <ac:spMk id="2" creationId="{972BB412-0761-08C0-91B5-7D184FDF0428}"/>
          </ac:spMkLst>
        </pc:spChg>
        <pc:spChg chg="mod">
          <ac:chgData name="Carolina Lastra Avendaño" userId="S::clastra@ciisa.cl::81d2f08a-669f-4504-b713-9505f7f274c4" providerId="AD" clId="Web-{5CA01B3C-B536-6762-EAA4-E33501866A87}" dt="2024-05-22T15:39:11.748" v="25" actId="20577"/>
          <ac:spMkLst>
            <pc:docMk/>
            <pc:sldMk cId="3167001994" sldId="2076137705"/>
            <ac:spMk id="3" creationId="{317770C8-A12B-436B-AB8E-9FC2932E0DB7}"/>
          </ac:spMkLst>
        </pc:spChg>
        <pc:extLst>
          <p:ext xmlns:p="http://schemas.openxmlformats.org/presentationml/2006/main" uri="{D6D511B9-2390-475A-947B-AFAB55BFBCF1}">
            <pc226:cmChg xmlns:pc226="http://schemas.microsoft.com/office/powerpoint/2022/06/main/command" chg="mod">
              <pc226:chgData name="Carolina Lastra Avendaño" userId="S::clastra@ciisa.cl::81d2f08a-669f-4504-b713-9505f7f274c4" providerId="AD" clId="Web-{5CA01B3C-B536-6762-EAA4-E33501866A87}" dt="2024-05-22T15:39:11.748" v="25" actId="20577"/>
              <pc2:cmMkLst xmlns:pc2="http://schemas.microsoft.com/office/powerpoint/2019/9/main/command">
                <pc:docMk/>
                <pc:sldMk cId="3167001994" sldId="2076137705"/>
                <pc2:cmMk id="{6ACC9BD5-3395-4EED-95E2-0F111C252A4D}"/>
              </pc2:cmMkLst>
            </pc226:cmChg>
          </p:ext>
        </pc:extLst>
      </pc:sldChg>
      <pc:sldChg chg="modSp mod">
        <pc:chgData name="Carolina Lastra Avendaño" userId="S::clastra@ciisa.cl::81d2f08a-669f-4504-b713-9505f7f274c4" providerId="AD" clId="Web-{5CA01B3C-B536-6762-EAA4-E33501866A87}" dt="2024-05-22T15:42:29.379" v="51" actId="1076"/>
        <pc:sldMkLst>
          <pc:docMk/>
          <pc:sldMk cId="2328334949" sldId="2076137706"/>
        </pc:sldMkLst>
        <pc:spChg chg="mod">
          <ac:chgData name="Carolina Lastra Avendaño" userId="S::clastra@ciisa.cl::81d2f08a-669f-4504-b713-9505f7f274c4" providerId="AD" clId="Web-{5CA01B3C-B536-6762-EAA4-E33501866A87}" dt="2024-05-22T15:42:15.316" v="49" actId="1076"/>
          <ac:spMkLst>
            <pc:docMk/>
            <pc:sldMk cId="2328334949" sldId="2076137706"/>
            <ac:spMk id="2" creationId="{B6EFDCBE-E499-3103-92A5-28F5D6427A64}"/>
          </ac:spMkLst>
        </pc:spChg>
        <pc:spChg chg="mod">
          <ac:chgData name="Carolina Lastra Avendaño" userId="S::clastra@ciisa.cl::81d2f08a-669f-4504-b713-9505f7f274c4" providerId="AD" clId="Web-{5CA01B3C-B536-6762-EAA4-E33501866A87}" dt="2024-05-22T15:42:29.379" v="51" actId="1076"/>
          <ac:spMkLst>
            <pc:docMk/>
            <pc:sldMk cId="2328334949" sldId="2076137706"/>
            <ac:spMk id="3" creationId="{E13EDA60-EA13-DE58-247C-0BA1927DF33E}"/>
          </ac:spMkLst>
        </pc:spChg>
      </pc:sldChg>
      <pc:sldChg chg="modSp mod setBg modCm">
        <pc:chgData name="Carolina Lastra Avendaño" userId="S::clastra@ciisa.cl::81d2f08a-669f-4504-b713-9505f7f274c4" providerId="AD" clId="Web-{5CA01B3C-B536-6762-EAA4-E33501866A87}" dt="2024-05-22T15:40:52.173" v="43" actId="20577"/>
        <pc:sldMkLst>
          <pc:docMk/>
          <pc:sldMk cId="3736436638" sldId="2076137707"/>
        </pc:sldMkLst>
        <pc:spChg chg="mod">
          <ac:chgData name="Carolina Lastra Avendaño" userId="S::clastra@ciisa.cl::81d2f08a-669f-4504-b713-9505f7f274c4" providerId="AD" clId="Web-{5CA01B3C-B536-6762-EAA4-E33501866A87}" dt="2024-05-22T15:40:52.173" v="43" actId="20577"/>
          <ac:spMkLst>
            <pc:docMk/>
            <pc:sldMk cId="3736436638" sldId="2076137707"/>
            <ac:spMk id="2" creationId="{A3C1683D-3F2C-514D-52C2-E5502AEA6BCB}"/>
          </ac:spMkLst>
        </pc:spChg>
        <pc:extLst>
          <p:ext xmlns:p="http://schemas.openxmlformats.org/presentationml/2006/main" uri="{D6D511B9-2390-475A-947B-AFAB55BFBCF1}">
            <pc226:cmChg xmlns:pc226="http://schemas.microsoft.com/office/powerpoint/2022/06/main/command" chg="mod">
              <pc226:chgData name="Carolina Lastra Avendaño" userId="S::clastra@ciisa.cl::81d2f08a-669f-4504-b713-9505f7f274c4" providerId="AD" clId="Web-{5CA01B3C-B536-6762-EAA4-E33501866A87}" dt="2024-05-22T15:40:52.173" v="43" actId="20577"/>
              <pc2:cmMkLst xmlns:pc2="http://schemas.microsoft.com/office/powerpoint/2019/9/main/command">
                <pc:docMk/>
                <pc:sldMk cId="3736436638" sldId="2076137707"/>
                <pc2:cmMk id="{07EF16F2-FDF7-459F-8065-373D6580A19D}"/>
              </pc2:cmMkLst>
            </pc226:cmChg>
          </p:ext>
        </pc:extLst>
      </pc:sldChg>
      <pc:sldChg chg="mod">
        <pc:chgData name="Carolina Lastra Avendaño" userId="S::clastra@ciisa.cl::81d2f08a-669f-4504-b713-9505f7f274c4" providerId="AD" clId="Web-{5CA01B3C-B536-6762-EAA4-E33501866A87}" dt="2024-05-22T15:38:24.043" v="1"/>
        <pc:sldMkLst>
          <pc:docMk/>
          <pc:sldMk cId="829328944" sldId="2076137708"/>
        </pc:sldMkLst>
      </pc:sldChg>
      <pc:sldChg chg="mod">
        <pc:chgData name="Carolina Lastra Avendaño" userId="S::clastra@ciisa.cl::81d2f08a-669f-4504-b713-9505f7f274c4" providerId="AD" clId="Web-{5CA01B3C-B536-6762-EAA4-E33501866A87}" dt="2024-05-22T15:38:24.043" v="1"/>
        <pc:sldMkLst>
          <pc:docMk/>
          <pc:sldMk cId="694389719" sldId="2076137709"/>
        </pc:sldMkLst>
      </pc:sldChg>
      <pc:sldChg chg="mod">
        <pc:chgData name="Carolina Lastra Avendaño" userId="S::clastra@ciisa.cl::81d2f08a-669f-4504-b713-9505f7f274c4" providerId="AD" clId="Web-{5CA01B3C-B536-6762-EAA4-E33501866A87}" dt="2024-05-22T15:38:24.043" v="1"/>
        <pc:sldMkLst>
          <pc:docMk/>
          <pc:sldMk cId="3734186721" sldId="2076137710"/>
        </pc:sldMkLst>
      </pc:sldChg>
      <pc:sldChg chg="mod">
        <pc:chgData name="Carolina Lastra Avendaño" userId="S::clastra@ciisa.cl::81d2f08a-669f-4504-b713-9505f7f274c4" providerId="AD" clId="Web-{5CA01B3C-B536-6762-EAA4-E33501866A87}" dt="2024-05-22T15:38:24.043" v="1"/>
        <pc:sldMkLst>
          <pc:docMk/>
          <pc:sldMk cId="571905608" sldId="2076137711"/>
        </pc:sldMkLst>
      </pc:sldChg>
      <pc:sldChg chg="del mod">
        <pc:chgData name="Carolina Lastra Avendaño" userId="S::clastra@ciisa.cl::81d2f08a-669f-4504-b713-9505f7f274c4" providerId="AD" clId="Web-{5CA01B3C-B536-6762-EAA4-E33501866A87}" dt="2024-05-22T15:41:06.033" v="44"/>
        <pc:sldMkLst>
          <pc:docMk/>
          <pc:sldMk cId="3631252662" sldId="2076137712"/>
        </pc:sldMkLst>
      </pc:sldChg>
      <pc:sldChg chg="mod">
        <pc:chgData name="Carolina Lastra Avendaño" userId="S::clastra@ciisa.cl::81d2f08a-669f-4504-b713-9505f7f274c4" providerId="AD" clId="Web-{5CA01B3C-B536-6762-EAA4-E33501866A87}" dt="2024-05-22T15:38:24.043" v="1"/>
        <pc:sldMkLst>
          <pc:docMk/>
          <pc:sldMk cId="536104298" sldId="2076137713"/>
        </pc:sldMkLst>
      </pc:sldChg>
      <pc:sldChg chg="mod">
        <pc:chgData name="Carolina Lastra Avendaño" userId="S::clastra@ciisa.cl::81d2f08a-669f-4504-b713-9505f7f274c4" providerId="AD" clId="Web-{5CA01B3C-B536-6762-EAA4-E33501866A87}" dt="2024-05-22T15:38:24.043" v="1"/>
        <pc:sldMkLst>
          <pc:docMk/>
          <pc:sldMk cId="4073713596" sldId="2076137714"/>
        </pc:sldMkLst>
      </pc:sldChg>
      <pc:sldChg chg="mod">
        <pc:chgData name="Carolina Lastra Avendaño" userId="S::clastra@ciisa.cl::81d2f08a-669f-4504-b713-9505f7f274c4" providerId="AD" clId="Web-{5CA01B3C-B536-6762-EAA4-E33501866A87}" dt="2024-05-22T15:38:24.043" v="1"/>
        <pc:sldMkLst>
          <pc:docMk/>
          <pc:sldMk cId="3308352145" sldId="2076137715"/>
        </pc:sldMkLst>
      </pc:sldChg>
      <pc:sldChg chg="mod">
        <pc:chgData name="Carolina Lastra Avendaño" userId="S::clastra@ciisa.cl::81d2f08a-669f-4504-b713-9505f7f274c4" providerId="AD" clId="Web-{5CA01B3C-B536-6762-EAA4-E33501866A87}" dt="2024-05-22T15:38:24.043" v="1"/>
        <pc:sldMkLst>
          <pc:docMk/>
          <pc:sldMk cId="2456185182" sldId="2076137716"/>
        </pc:sldMkLst>
      </pc:sldChg>
      <pc:sldChg chg="modSp mod">
        <pc:chgData name="Carolina Lastra Avendaño" userId="S::clastra@ciisa.cl::81d2f08a-669f-4504-b713-9505f7f274c4" providerId="AD" clId="Web-{5CA01B3C-B536-6762-EAA4-E33501866A87}" dt="2024-05-22T15:43:42.882" v="61" actId="20577"/>
        <pc:sldMkLst>
          <pc:docMk/>
          <pc:sldMk cId="2546042947" sldId="2076137717"/>
        </pc:sldMkLst>
        <pc:spChg chg="mod">
          <ac:chgData name="Carolina Lastra Avendaño" userId="S::clastra@ciisa.cl::81d2f08a-669f-4504-b713-9505f7f274c4" providerId="AD" clId="Web-{5CA01B3C-B536-6762-EAA4-E33501866A87}" dt="2024-05-22T15:43:42.882" v="61" actId="20577"/>
          <ac:spMkLst>
            <pc:docMk/>
            <pc:sldMk cId="2546042947" sldId="2076137717"/>
            <ac:spMk id="3" creationId="{E13EDA60-EA13-DE58-247C-0BA1927DF33E}"/>
          </ac:spMkLst>
        </pc:spChg>
      </pc:sldChg>
      <pc:sldChg chg="mod">
        <pc:chgData name="Carolina Lastra Avendaño" userId="S::clastra@ciisa.cl::81d2f08a-669f-4504-b713-9505f7f274c4" providerId="AD" clId="Web-{5CA01B3C-B536-6762-EAA4-E33501866A87}" dt="2024-05-22T15:38:24.043" v="1"/>
        <pc:sldMkLst>
          <pc:docMk/>
          <pc:sldMk cId="729372892" sldId="2076137718"/>
        </pc:sldMkLst>
      </pc:sldChg>
      <pc:sldChg chg="del mod">
        <pc:chgData name="Carolina Lastra Avendaño" userId="S::clastra@ciisa.cl::81d2f08a-669f-4504-b713-9505f7f274c4" providerId="AD" clId="Web-{5CA01B3C-B536-6762-EAA4-E33501866A87}" dt="2024-05-22T15:41:33.080" v="46"/>
        <pc:sldMkLst>
          <pc:docMk/>
          <pc:sldMk cId="2488761824" sldId="2076137719"/>
        </pc:sldMkLst>
      </pc:sldChg>
      <pc:sldChg chg="new">
        <pc:chgData name="Carolina Lastra Avendaño" userId="S::clastra@ciisa.cl::81d2f08a-669f-4504-b713-9505f7f274c4" providerId="AD" clId="Web-{5CA01B3C-B536-6762-EAA4-E33501866A87}" dt="2024-05-22T15:41:53.050" v="47"/>
        <pc:sldMkLst>
          <pc:docMk/>
          <pc:sldMk cId="3564780999" sldId="2076137719"/>
        </pc:sldMkLst>
      </pc:sldChg>
      <pc:sldMasterChg chg="mod setBg modSldLayout">
        <pc:chgData name="Carolina Lastra Avendaño" userId="S::clastra@ciisa.cl::81d2f08a-669f-4504-b713-9505f7f274c4" providerId="AD" clId="Web-{5CA01B3C-B536-6762-EAA4-E33501866A87}" dt="2024-05-22T15:38:24.043" v="1"/>
        <pc:sldMasterMkLst>
          <pc:docMk/>
          <pc:sldMasterMk cId="2491898207" sldId="2147483660"/>
        </pc:sldMasterMkLst>
        <pc:sldLayoutChg chg="mod">
          <pc:chgData name="Carolina Lastra Avendaño" userId="S::clastra@ciisa.cl::81d2f08a-669f-4504-b713-9505f7f274c4" providerId="AD" clId="Web-{5CA01B3C-B536-6762-EAA4-E33501866A87}" dt="2024-05-22T15:38:24.043" v="1"/>
          <pc:sldLayoutMkLst>
            <pc:docMk/>
            <pc:sldMasterMk cId="2491898207" sldId="2147483660"/>
            <pc:sldLayoutMk cId="193636416" sldId="2147483661"/>
          </pc:sldLayoutMkLst>
        </pc:sldLayoutChg>
        <pc:sldLayoutChg chg="mod">
          <pc:chgData name="Carolina Lastra Avendaño" userId="S::clastra@ciisa.cl::81d2f08a-669f-4504-b713-9505f7f274c4" providerId="AD" clId="Web-{5CA01B3C-B536-6762-EAA4-E33501866A87}" dt="2024-05-22T15:38:24.043" v="1"/>
          <pc:sldLayoutMkLst>
            <pc:docMk/>
            <pc:sldMasterMk cId="2491898207" sldId="2147483660"/>
            <pc:sldLayoutMk cId="639590872" sldId="2147483662"/>
          </pc:sldLayoutMkLst>
        </pc:sldLayoutChg>
        <pc:sldLayoutChg chg="mod">
          <pc:chgData name="Carolina Lastra Avendaño" userId="S::clastra@ciisa.cl::81d2f08a-669f-4504-b713-9505f7f274c4" providerId="AD" clId="Web-{5CA01B3C-B536-6762-EAA4-E33501866A87}" dt="2024-05-22T15:38:24.043" v="1"/>
          <pc:sldLayoutMkLst>
            <pc:docMk/>
            <pc:sldMasterMk cId="2491898207" sldId="2147483660"/>
            <pc:sldLayoutMk cId="3411197885" sldId="2147483663"/>
          </pc:sldLayoutMkLst>
        </pc:sldLayoutChg>
        <pc:sldLayoutChg chg="mod">
          <pc:chgData name="Carolina Lastra Avendaño" userId="S::clastra@ciisa.cl::81d2f08a-669f-4504-b713-9505f7f274c4" providerId="AD" clId="Web-{5CA01B3C-B536-6762-EAA4-E33501866A87}" dt="2024-05-22T15:38:24.043" v="1"/>
          <pc:sldLayoutMkLst>
            <pc:docMk/>
            <pc:sldMasterMk cId="2491898207" sldId="2147483660"/>
            <pc:sldLayoutMk cId="1993959781" sldId="2147483665"/>
          </pc:sldLayoutMkLst>
        </pc:sldLayoutChg>
      </pc:sldMasterChg>
    </pc:docChg>
  </pc:docChgLst>
  <pc:docChgLst>
    <pc:chgData name="Alejandra Bravo Garcia" userId="S::abravo@ciisa.cl::4cf5125d-f567-4a98-9bb5-4ea9ae908f01" providerId="AD" clId="Web-{341A84B5-8B6E-3EA9-03A3-74F6E9820380}"/>
    <pc:docChg chg="sldOrd">
      <pc:chgData name="Alejandra Bravo Garcia" userId="S::abravo@ciisa.cl::4cf5125d-f567-4a98-9bb5-4ea9ae908f01" providerId="AD" clId="Web-{341A84B5-8B6E-3EA9-03A3-74F6E9820380}" dt="2023-10-27T15:51:17.925" v="1"/>
      <pc:docMkLst>
        <pc:docMk/>
      </pc:docMkLst>
      <pc:sldChg chg="ord">
        <pc:chgData name="Alejandra Bravo Garcia" userId="S::abravo@ciisa.cl::4cf5125d-f567-4a98-9bb5-4ea9ae908f01" providerId="AD" clId="Web-{341A84B5-8B6E-3EA9-03A3-74F6E9820380}" dt="2023-10-27T15:51:17.925" v="1"/>
        <pc:sldMkLst>
          <pc:docMk/>
          <pc:sldMk cId="242947854" sldId="2076137701"/>
        </pc:sldMkLst>
      </pc:sldChg>
      <pc:sldChg chg="modCm">
        <pc:chgData name="Alejandra Bravo Garcia" userId="S::abravo@ciisa.cl::4cf5125d-f567-4a98-9bb5-4ea9ae908f01" providerId="AD" clId="Web-{341A84B5-8B6E-3EA9-03A3-74F6E9820380}" dt="2023-10-27T15:51:06.831" v="0"/>
        <pc:sldMkLst>
          <pc:docMk/>
          <pc:sldMk cId="3631252662" sldId="2076137712"/>
        </pc:sldMkLst>
        <pc:extLst>
          <p:ext xmlns:p="http://schemas.openxmlformats.org/presentationml/2006/main" uri="{D6D511B9-2390-475A-947B-AFAB55BFBCF1}">
            <pc226:cmChg xmlns:pc226="http://schemas.microsoft.com/office/powerpoint/2022/06/main/command" chg="mod">
              <pc226:chgData name="Alejandra Bravo Garcia" userId="S::abravo@ciisa.cl::4cf5125d-f567-4a98-9bb5-4ea9ae908f01" providerId="AD" clId="Web-{341A84B5-8B6E-3EA9-03A3-74F6E9820380}" dt="2023-10-27T15:51:06.831" v="0"/>
              <pc2:cmMkLst xmlns:pc2="http://schemas.microsoft.com/office/powerpoint/2019/9/main/command">
                <pc:docMk/>
                <pc:sldMk cId="3631252662" sldId="2076137712"/>
                <pc2:cmMk id="{0D333014-9AC8-4346-BB09-9D720E4A3858}"/>
              </pc2:cmMkLst>
            </pc226:cmChg>
          </p:ext>
        </pc:extLst>
      </pc:sldChg>
    </pc:docChg>
  </pc:docChgLst>
  <pc:docChgLst>
    <pc:chgData name="César Díaz" userId="ed34fad7-0c20-4e51-b35e-19bd778b9593" providerId="ADAL" clId="{51ACDB2D-09DD-490E-A1C2-29B24CBAEA85}"/>
    <pc:docChg chg="custSel modSld modMainMaster">
      <pc:chgData name="César Díaz" userId="ed34fad7-0c20-4e51-b35e-19bd778b9593" providerId="ADAL" clId="{51ACDB2D-09DD-490E-A1C2-29B24CBAEA85}" dt="2023-08-08T17:01:27.407" v="8" actId="14100"/>
      <pc:docMkLst>
        <pc:docMk/>
      </pc:docMkLst>
      <pc:sldChg chg="addSp delSp modSp mod">
        <pc:chgData name="César Díaz" userId="ed34fad7-0c20-4e51-b35e-19bd778b9593" providerId="ADAL" clId="{51ACDB2D-09DD-490E-A1C2-29B24CBAEA85}" dt="2023-08-08T16:51:13.533" v="3" actId="21"/>
        <pc:sldMkLst>
          <pc:docMk/>
          <pc:sldMk cId="3167001994" sldId="2076137705"/>
        </pc:sldMkLst>
        <pc:picChg chg="add del mod">
          <ac:chgData name="César Díaz" userId="ed34fad7-0c20-4e51-b35e-19bd778b9593" providerId="ADAL" clId="{51ACDB2D-09DD-490E-A1C2-29B24CBAEA85}" dt="2023-08-08T16:51:13.533" v="3" actId="21"/>
          <ac:picMkLst>
            <pc:docMk/>
            <pc:sldMk cId="3167001994" sldId="2076137705"/>
            <ac:picMk id="5" creationId="{7D7459A5-8102-94A7-EEE8-64E872E249FD}"/>
          </ac:picMkLst>
        </pc:picChg>
      </pc:sldChg>
      <pc:sldMasterChg chg="modSldLayout">
        <pc:chgData name="César Díaz" userId="ed34fad7-0c20-4e51-b35e-19bd778b9593" providerId="ADAL" clId="{51ACDB2D-09DD-490E-A1C2-29B24CBAEA85}" dt="2023-08-08T17:01:27.407" v="8" actId="14100"/>
        <pc:sldMasterMkLst>
          <pc:docMk/>
          <pc:sldMasterMk cId="2491898207" sldId="2147483660"/>
        </pc:sldMasterMkLst>
        <pc:sldLayoutChg chg="addSp delSp modSp mod">
          <pc:chgData name="César Díaz" userId="ed34fad7-0c20-4e51-b35e-19bd778b9593" providerId="ADAL" clId="{51ACDB2D-09DD-490E-A1C2-29B24CBAEA85}" dt="2023-08-08T17:01:27.407" v="8" actId="14100"/>
          <pc:sldLayoutMkLst>
            <pc:docMk/>
            <pc:sldMasterMk cId="2491898207" sldId="2147483660"/>
            <pc:sldLayoutMk cId="639590872" sldId="2147483662"/>
          </pc:sldLayoutMkLst>
          <pc:picChg chg="add mod">
            <ac:chgData name="César Díaz" userId="ed34fad7-0c20-4e51-b35e-19bd778b9593" providerId="ADAL" clId="{51ACDB2D-09DD-490E-A1C2-29B24CBAEA85}" dt="2023-08-08T17:01:27.407" v="8" actId="14100"/>
            <ac:picMkLst>
              <pc:docMk/>
              <pc:sldMasterMk cId="2491898207" sldId="2147483660"/>
              <pc:sldLayoutMk cId="639590872" sldId="2147483662"/>
              <ac:picMk id="2" creationId="{56246E2A-FF94-6B4F-980C-12E7E5DF0CB8}"/>
            </ac:picMkLst>
          </pc:picChg>
          <pc:picChg chg="del">
            <ac:chgData name="César Díaz" userId="ed34fad7-0c20-4e51-b35e-19bd778b9593" providerId="ADAL" clId="{51ACDB2D-09DD-490E-A1C2-29B24CBAEA85}" dt="2023-08-08T16:51:33.751" v="6" actId="478"/>
            <ac:picMkLst>
              <pc:docMk/>
              <pc:sldMasterMk cId="2491898207" sldId="2147483660"/>
              <pc:sldLayoutMk cId="639590872" sldId="2147483662"/>
              <ac:picMk id="3" creationId="{826DD118-0008-9744-EE2F-668939AD7CF2}"/>
            </ac:picMkLst>
          </pc:picChg>
        </pc:sldLayoutChg>
      </pc:sldMasterChg>
    </pc:docChg>
  </pc:docChgLst>
  <pc:docChgLst>
    <pc:chgData name="Jorge Alejandro Bravo Pizarro" userId="866f4d59-4e3d-4420-8a8b-3d6ddbb5c639" providerId="ADAL" clId="{326E3CB4-C2BD-164D-BEF9-3280DF07CE09}"/>
    <pc:docChg chg="undo custSel addSld delSld modSld">
      <pc:chgData name="Jorge Alejandro Bravo Pizarro" userId="866f4d59-4e3d-4420-8a8b-3d6ddbb5c639" providerId="ADAL" clId="{326E3CB4-C2BD-164D-BEF9-3280DF07CE09}" dt="2024-06-17T21:57:31.399" v="511" actId="6549"/>
      <pc:docMkLst>
        <pc:docMk/>
      </pc:docMkLst>
      <pc:sldChg chg="addSp delSp modSp mod">
        <pc:chgData name="Jorge Alejandro Bravo Pizarro" userId="866f4d59-4e3d-4420-8a8b-3d6ddbb5c639" providerId="ADAL" clId="{326E3CB4-C2BD-164D-BEF9-3280DF07CE09}" dt="2024-06-17T21:45:51.461" v="190" actId="1076"/>
        <pc:sldMkLst>
          <pc:docMk/>
          <pc:sldMk cId="1136515697" sldId="2076137702"/>
        </pc:sldMkLst>
        <pc:spChg chg="add mod">
          <ac:chgData name="Jorge Alejandro Bravo Pizarro" userId="866f4d59-4e3d-4420-8a8b-3d6ddbb5c639" providerId="ADAL" clId="{326E3CB4-C2BD-164D-BEF9-3280DF07CE09}" dt="2024-06-17T21:45:34.296" v="185" actId="20577"/>
          <ac:spMkLst>
            <pc:docMk/>
            <pc:sldMk cId="1136515697" sldId="2076137702"/>
            <ac:spMk id="2" creationId="{4D52C909-5DFA-8EB5-EE59-69BD864BF15F}"/>
          </ac:spMkLst>
        </pc:spChg>
        <pc:spChg chg="del">
          <ac:chgData name="Jorge Alejandro Bravo Pizarro" userId="866f4d59-4e3d-4420-8a8b-3d6ddbb5c639" providerId="ADAL" clId="{326E3CB4-C2BD-164D-BEF9-3280DF07CE09}" dt="2024-06-17T21:45:37.345" v="186" actId="478"/>
          <ac:spMkLst>
            <pc:docMk/>
            <pc:sldMk cId="1136515697" sldId="2076137702"/>
            <ac:spMk id="3" creationId="{2A7BF873-53DC-D508-8E6A-31A26DB43DA6}"/>
          </ac:spMkLst>
        </pc:spChg>
        <pc:picChg chg="add mod">
          <ac:chgData name="Jorge Alejandro Bravo Pizarro" userId="866f4d59-4e3d-4420-8a8b-3d6ddbb5c639" providerId="ADAL" clId="{326E3CB4-C2BD-164D-BEF9-3280DF07CE09}" dt="2024-06-17T21:45:51.461" v="190" actId="1076"/>
          <ac:picMkLst>
            <pc:docMk/>
            <pc:sldMk cId="1136515697" sldId="2076137702"/>
            <ac:picMk id="4" creationId="{A98A01F7-FB78-34BC-192A-5AD67095ADB1}"/>
          </ac:picMkLst>
        </pc:picChg>
      </pc:sldChg>
      <pc:sldChg chg="del">
        <pc:chgData name="Jorge Alejandro Bravo Pizarro" userId="866f4d59-4e3d-4420-8a8b-3d6ddbb5c639" providerId="ADAL" clId="{326E3CB4-C2BD-164D-BEF9-3280DF07CE09}" dt="2024-06-17T21:45:20.323" v="170" actId="2696"/>
        <pc:sldMkLst>
          <pc:docMk/>
          <pc:sldMk cId="868812523" sldId="2076137703"/>
        </pc:sldMkLst>
      </pc:sldChg>
      <pc:sldChg chg="modSp mod">
        <pc:chgData name="Jorge Alejandro Bravo Pizarro" userId="866f4d59-4e3d-4420-8a8b-3d6ddbb5c639" providerId="ADAL" clId="{326E3CB4-C2BD-164D-BEF9-3280DF07CE09}" dt="2024-06-17T21:43:12.673" v="150" actId="6549"/>
        <pc:sldMkLst>
          <pc:docMk/>
          <pc:sldMk cId="2328334949" sldId="2076137706"/>
        </pc:sldMkLst>
        <pc:spChg chg="mod">
          <ac:chgData name="Jorge Alejandro Bravo Pizarro" userId="866f4d59-4e3d-4420-8a8b-3d6ddbb5c639" providerId="ADAL" clId="{326E3CB4-C2BD-164D-BEF9-3280DF07CE09}" dt="2024-06-17T21:43:12.673" v="150" actId="6549"/>
          <ac:spMkLst>
            <pc:docMk/>
            <pc:sldMk cId="2328334949" sldId="2076137706"/>
            <ac:spMk id="3" creationId="{E13EDA60-EA13-DE58-247C-0BA1927DF33E}"/>
          </ac:spMkLst>
        </pc:spChg>
      </pc:sldChg>
      <pc:sldChg chg="del">
        <pc:chgData name="Jorge Alejandro Bravo Pizarro" userId="866f4d59-4e3d-4420-8a8b-3d6ddbb5c639" providerId="ADAL" clId="{326E3CB4-C2BD-164D-BEF9-3280DF07CE09}" dt="2024-06-17T21:45:57.913" v="191" actId="2696"/>
        <pc:sldMkLst>
          <pc:docMk/>
          <pc:sldMk cId="3736436638" sldId="2076137707"/>
        </pc:sldMkLst>
      </pc:sldChg>
      <pc:sldChg chg="addSp delSp modSp mod modCm">
        <pc:chgData name="Jorge Alejandro Bravo Pizarro" userId="866f4d59-4e3d-4420-8a8b-3d6ddbb5c639" providerId="ADAL" clId="{326E3CB4-C2BD-164D-BEF9-3280DF07CE09}" dt="2024-06-17T21:47:24.860" v="241" actId="6549"/>
        <pc:sldMkLst>
          <pc:docMk/>
          <pc:sldMk cId="829328944" sldId="2076137708"/>
        </pc:sldMkLst>
        <pc:spChg chg="del">
          <ac:chgData name="Jorge Alejandro Bravo Pizarro" userId="866f4d59-4e3d-4420-8a8b-3d6ddbb5c639" providerId="ADAL" clId="{326E3CB4-C2BD-164D-BEF9-3280DF07CE09}" dt="2024-06-17T21:47:00.549" v="228" actId="478"/>
          <ac:spMkLst>
            <pc:docMk/>
            <pc:sldMk cId="829328944" sldId="2076137708"/>
            <ac:spMk id="2" creationId="{A3C1683D-3F2C-514D-52C2-E5502AEA6BCB}"/>
          </ac:spMkLst>
        </pc:spChg>
        <pc:spChg chg="mod">
          <ac:chgData name="Jorge Alejandro Bravo Pizarro" userId="866f4d59-4e3d-4420-8a8b-3d6ddbb5c639" providerId="ADAL" clId="{326E3CB4-C2BD-164D-BEF9-3280DF07CE09}" dt="2024-06-17T21:47:24.860" v="241" actId="6549"/>
          <ac:spMkLst>
            <pc:docMk/>
            <pc:sldMk cId="829328944" sldId="2076137708"/>
            <ac:spMk id="3" creationId="{41EA7C5A-B8A2-74CE-3F3C-D46254F8EDEF}"/>
          </ac:spMkLst>
        </pc:spChg>
        <pc:spChg chg="add mod">
          <ac:chgData name="Jorge Alejandro Bravo Pizarro" userId="866f4d59-4e3d-4420-8a8b-3d6ddbb5c639" providerId="ADAL" clId="{326E3CB4-C2BD-164D-BEF9-3280DF07CE09}" dt="2024-06-17T21:46:06.142" v="195"/>
          <ac:spMkLst>
            <pc:docMk/>
            <pc:sldMk cId="829328944" sldId="2076137708"/>
            <ac:spMk id="4" creationId="{E9A81447-C792-B801-1110-76A6137DC05B}"/>
          </ac:spMkLst>
        </pc:spChg>
        <pc:spChg chg="add mod">
          <ac:chgData name="Jorge Alejandro Bravo Pizarro" userId="866f4d59-4e3d-4420-8a8b-3d6ddbb5c639" providerId="ADAL" clId="{326E3CB4-C2BD-164D-BEF9-3280DF07CE09}" dt="2024-06-17T21:46:56.400" v="227" actId="20577"/>
          <ac:spMkLst>
            <pc:docMk/>
            <pc:sldMk cId="829328944" sldId="2076137708"/>
            <ac:spMk id="5" creationId="{DD5A250C-4861-3DF8-1788-8DEF66D3413E}"/>
          </ac:spMkLst>
        </pc:spChg>
        <pc:spChg chg="add del mod">
          <ac:chgData name="Jorge Alejandro Bravo Pizarro" userId="866f4d59-4e3d-4420-8a8b-3d6ddbb5c639" providerId="ADAL" clId="{326E3CB4-C2BD-164D-BEF9-3280DF07CE09}" dt="2024-06-17T21:47:03.424" v="230" actId="478"/>
          <ac:spMkLst>
            <pc:docMk/>
            <pc:sldMk cId="829328944" sldId="2076137708"/>
            <ac:spMk id="7" creationId="{4663ADD9-11A8-D774-B183-29A91E06E905}"/>
          </ac:spMkLst>
        </pc:sp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326E3CB4-C2BD-164D-BEF9-3280DF07CE09}" dt="2024-06-17T21:47:00.590" v="229" actId="2056"/>
              <pc2:cmMkLst xmlns:pc2="http://schemas.microsoft.com/office/powerpoint/2019/9/main/command">
                <pc:docMk/>
                <pc:sldMk cId="829328944" sldId="2076137708"/>
                <pc2:cmMk id="{D267BE4A-61DE-40D3-A24C-59F6D7967C8C}"/>
              </pc2:cmMkLst>
            </pc226:cmChg>
          </p:ext>
        </pc:extLst>
      </pc:sldChg>
      <pc:sldChg chg="del">
        <pc:chgData name="Jorge Alejandro Bravo Pizarro" userId="866f4d59-4e3d-4420-8a8b-3d6ddbb5c639" providerId="ADAL" clId="{326E3CB4-C2BD-164D-BEF9-3280DF07CE09}" dt="2024-06-17T21:47:33.853" v="242" actId="2696"/>
        <pc:sldMkLst>
          <pc:docMk/>
          <pc:sldMk cId="694389719" sldId="2076137709"/>
        </pc:sldMkLst>
      </pc:sldChg>
      <pc:sldChg chg="del">
        <pc:chgData name="Jorge Alejandro Bravo Pizarro" userId="866f4d59-4e3d-4420-8a8b-3d6ddbb5c639" providerId="ADAL" clId="{326E3CB4-C2BD-164D-BEF9-3280DF07CE09}" dt="2024-06-17T21:47:33.853" v="242" actId="2696"/>
        <pc:sldMkLst>
          <pc:docMk/>
          <pc:sldMk cId="3734186721" sldId="2076137710"/>
        </pc:sldMkLst>
      </pc:sldChg>
      <pc:sldChg chg="modSp mod">
        <pc:chgData name="Jorge Alejandro Bravo Pizarro" userId="866f4d59-4e3d-4420-8a8b-3d6ddbb5c639" providerId="ADAL" clId="{326E3CB4-C2BD-164D-BEF9-3280DF07CE09}" dt="2024-06-17T21:45:09.328" v="169" actId="1076"/>
        <pc:sldMkLst>
          <pc:docMk/>
          <pc:sldMk cId="2546042947" sldId="2076137717"/>
        </pc:sldMkLst>
        <pc:spChg chg="mod">
          <ac:chgData name="Jorge Alejandro Bravo Pizarro" userId="866f4d59-4e3d-4420-8a8b-3d6ddbb5c639" providerId="ADAL" clId="{326E3CB4-C2BD-164D-BEF9-3280DF07CE09}" dt="2024-06-17T21:45:09.328" v="169" actId="1076"/>
          <ac:spMkLst>
            <pc:docMk/>
            <pc:sldMk cId="2546042947" sldId="2076137717"/>
            <ac:spMk id="3" creationId="{E13EDA60-EA13-DE58-247C-0BA1927DF33E}"/>
          </ac:spMkLst>
        </pc:spChg>
      </pc:sldChg>
      <pc:sldChg chg="modSp add mod">
        <pc:chgData name="Jorge Alejandro Bravo Pizarro" userId="866f4d59-4e3d-4420-8a8b-3d6ddbb5c639" providerId="ADAL" clId="{326E3CB4-C2BD-164D-BEF9-3280DF07CE09}" dt="2024-06-17T21:48:50.060" v="306" actId="6549"/>
        <pc:sldMkLst>
          <pc:docMk/>
          <pc:sldMk cId="655618774" sldId="2076137718"/>
        </pc:sldMkLst>
        <pc:spChg chg="mod">
          <ac:chgData name="Jorge Alejandro Bravo Pizarro" userId="866f4d59-4e3d-4420-8a8b-3d6ddbb5c639" providerId="ADAL" clId="{326E3CB4-C2BD-164D-BEF9-3280DF07CE09}" dt="2024-06-17T21:48:50.060" v="306" actId="6549"/>
          <ac:spMkLst>
            <pc:docMk/>
            <pc:sldMk cId="655618774" sldId="2076137718"/>
            <ac:spMk id="3" creationId="{41EA7C5A-B8A2-74CE-3F3C-D46254F8EDEF}"/>
          </ac:spMkLst>
        </pc:spChg>
        <pc:spChg chg="mod">
          <ac:chgData name="Jorge Alejandro Bravo Pizarro" userId="866f4d59-4e3d-4420-8a8b-3d6ddbb5c639" providerId="ADAL" clId="{326E3CB4-C2BD-164D-BEF9-3280DF07CE09}" dt="2024-06-17T21:48:12.654" v="290" actId="20577"/>
          <ac:spMkLst>
            <pc:docMk/>
            <pc:sldMk cId="655618774" sldId="2076137718"/>
            <ac:spMk id="5" creationId="{DD5A250C-4861-3DF8-1788-8DEF66D3413E}"/>
          </ac:spMkLst>
        </pc:spChg>
      </pc:sldChg>
      <pc:sldChg chg="modSp add mod">
        <pc:chgData name="Jorge Alejandro Bravo Pizarro" userId="866f4d59-4e3d-4420-8a8b-3d6ddbb5c639" providerId="ADAL" clId="{326E3CB4-C2BD-164D-BEF9-3280DF07CE09}" dt="2024-06-17T21:48:45.717" v="305" actId="6549"/>
        <pc:sldMkLst>
          <pc:docMk/>
          <pc:sldMk cId="52731123" sldId="2076137719"/>
        </pc:sldMkLst>
        <pc:spChg chg="mod">
          <ac:chgData name="Jorge Alejandro Bravo Pizarro" userId="866f4d59-4e3d-4420-8a8b-3d6ddbb5c639" providerId="ADAL" clId="{326E3CB4-C2BD-164D-BEF9-3280DF07CE09}" dt="2024-06-17T21:48:45.717" v="305" actId="6549"/>
          <ac:spMkLst>
            <pc:docMk/>
            <pc:sldMk cId="52731123" sldId="2076137719"/>
            <ac:spMk id="3" creationId="{41EA7C5A-B8A2-74CE-3F3C-D46254F8EDEF}"/>
          </ac:spMkLst>
        </pc:spChg>
      </pc:sldChg>
      <pc:sldChg chg="del">
        <pc:chgData name="Jorge Alejandro Bravo Pizarro" userId="866f4d59-4e3d-4420-8a8b-3d6ddbb5c639" providerId="ADAL" clId="{326E3CB4-C2BD-164D-BEF9-3280DF07CE09}" dt="2024-06-17T21:47:33.853" v="242" actId="2696"/>
        <pc:sldMkLst>
          <pc:docMk/>
          <pc:sldMk cId="907486124" sldId="2076137720"/>
        </pc:sldMkLst>
      </pc:sldChg>
      <pc:sldChg chg="modSp add mod">
        <pc:chgData name="Jorge Alejandro Bravo Pizarro" userId="866f4d59-4e3d-4420-8a8b-3d6ddbb5c639" providerId="ADAL" clId="{326E3CB4-C2BD-164D-BEF9-3280DF07CE09}" dt="2024-06-17T21:49:35.656" v="345" actId="6549"/>
        <pc:sldMkLst>
          <pc:docMk/>
          <pc:sldMk cId="3725916270" sldId="2076137720"/>
        </pc:sldMkLst>
        <pc:spChg chg="mod">
          <ac:chgData name="Jorge Alejandro Bravo Pizarro" userId="866f4d59-4e3d-4420-8a8b-3d6ddbb5c639" providerId="ADAL" clId="{326E3CB4-C2BD-164D-BEF9-3280DF07CE09}" dt="2024-06-17T21:49:35.656" v="345" actId="6549"/>
          <ac:spMkLst>
            <pc:docMk/>
            <pc:sldMk cId="3725916270" sldId="2076137720"/>
            <ac:spMk id="3" creationId="{41EA7C5A-B8A2-74CE-3F3C-D46254F8EDEF}"/>
          </ac:spMkLst>
        </pc:spChg>
        <pc:spChg chg="mod">
          <ac:chgData name="Jorge Alejandro Bravo Pizarro" userId="866f4d59-4e3d-4420-8a8b-3d6ddbb5c639" providerId="ADAL" clId="{326E3CB4-C2BD-164D-BEF9-3280DF07CE09}" dt="2024-06-17T21:49:21.770" v="338" actId="20577"/>
          <ac:spMkLst>
            <pc:docMk/>
            <pc:sldMk cId="3725916270" sldId="2076137720"/>
            <ac:spMk id="5" creationId="{DD5A250C-4861-3DF8-1788-8DEF66D3413E}"/>
          </ac:spMkLst>
        </pc:spChg>
      </pc:sldChg>
      <pc:sldChg chg="del">
        <pc:chgData name="Jorge Alejandro Bravo Pizarro" userId="866f4d59-4e3d-4420-8a8b-3d6ddbb5c639" providerId="ADAL" clId="{326E3CB4-C2BD-164D-BEF9-3280DF07CE09}" dt="2024-06-17T21:47:33.853" v="242" actId="2696"/>
        <pc:sldMkLst>
          <pc:docMk/>
          <pc:sldMk cId="624138457" sldId="2076137721"/>
        </pc:sldMkLst>
      </pc:sldChg>
      <pc:sldChg chg="modSp add mod">
        <pc:chgData name="Jorge Alejandro Bravo Pizarro" userId="866f4d59-4e3d-4420-8a8b-3d6ddbb5c639" providerId="ADAL" clId="{326E3CB4-C2BD-164D-BEF9-3280DF07CE09}" dt="2024-06-17T21:49:47.843" v="352" actId="6549"/>
        <pc:sldMkLst>
          <pc:docMk/>
          <pc:sldMk cId="1860988142" sldId="2076137721"/>
        </pc:sldMkLst>
        <pc:spChg chg="mod">
          <ac:chgData name="Jorge Alejandro Bravo Pizarro" userId="866f4d59-4e3d-4420-8a8b-3d6ddbb5c639" providerId="ADAL" clId="{326E3CB4-C2BD-164D-BEF9-3280DF07CE09}" dt="2024-06-17T21:49:47.843" v="352" actId="6549"/>
          <ac:spMkLst>
            <pc:docMk/>
            <pc:sldMk cId="1860988142" sldId="2076137721"/>
            <ac:spMk id="3" creationId="{41EA7C5A-B8A2-74CE-3F3C-D46254F8EDEF}"/>
          </ac:spMkLst>
        </pc:spChg>
      </pc:sldChg>
      <pc:sldChg chg="modSp add mod">
        <pc:chgData name="Jorge Alejandro Bravo Pizarro" userId="866f4d59-4e3d-4420-8a8b-3d6ddbb5c639" providerId="ADAL" clId="{326E3CB4-C2BD-164D-BEF9-3280DF07CE09}" dt="2024-06-17T21:52:52.420" v="397" actId="6549"/>
        <pc:sldMkLst>
          <pc:docMk/>
          <pc:sldMk cId="3507390962" sldId="2076137722"/>
        </pc:sldMkLst>
        <pc:spChg chg="mod">
          <ac:chgData name="Jorge Alejandro Bravo Pizarro" userId="866f4d59-4e3d-4420-8a8b-3d6ddbb5c639" providerId="ADAL" clId="{326E3CB4-C2BD-164D-BEF9-3280DF07CE09}" dt="2024-06-17T21:52:52.420" v="397" actId="6549"/>
          <ac:spMkLst>
            <pc:docMk/>
            <pc:sldMk cId="3507390962" sldId="2076137722"/>
            <ac:spMk id="3" creationId="{41EA7C5A-B8A2-74CE-3F3C-D46254F8EDEF}"/>
          </ac:spMkLst>
        </pc:spChg>
        <pc:spChg chg="mod">
          <ac:chgData name="Jorge Alejandro Bravo Pizarro" userId="866f4d59-4e3d-4420-8a8b-3d6ddbb5c639" providerId="ADAL" clId="{326E3CB4-C2BD-164D-BEF9-3280DF07CE09}" dt="2024-06-17T21:50:24.659" v="386" actId="20577"/>
          <ac:spMkLst>
            <pc:docMk/>
            <pc:sldMk cId="3507390962" sldId="2076137722"/>
            <ac:spMk id="5" creationId="{DD5A250C-4861-3DF8-1788-8DEF66D3413E}"/>
          </ac:spMkLst>
        </pc:spChg>
      </pc:sldChg>
      <pc:sldChg chg="modSp add mod">
        <pc:chgData name="Jorge Alejandro Bravo Pizarro" userId="866f4d59-4e3d-4420-8a8b-3d6ddbb5c639" providerId="ADAL" clId="{326E3CB4-C2BD-164D-BEF9-3280DF07CE09}" dt="2024-06-17T21:53:06.471" v="406" actId="20577"/>
        <pc:sldMkLst>
          <pc:docMk/>
          <pc:sldMk cId="1379284200" sldId="2076137723"/>
        </pc:sldMkLst>
        <pc:spChg chg="mod">
          <ac:chgData name="Jorge Alejandro Bravo Pizarro" userId="866f4d59-4e3d-4420-8a8b-3d6ddbb5c639" providerId="ADAL" clId="{326E3CB4-C2BD-164D-BEF9-3280DF07CE09}" dt="2024-06-17T21:53:06.471" v="406" actId="20577"/>
          <ac:spMkLst>
            <pc:docMk/>
            <pc:sldMk cId="1379284200" sldId="2076137723"/>
            <ac:spMk id="3" creationId="{41EA7C5A-B8A2-74CE-3F3C-D46254F8EDEF}"/>
          </ac:spMkLst>
        </pc:spChg>
      </pc:sldChg>
      <pc:sldChg chg="del">
        <pc:chgData name="Jorge Alejandro Bravo Pizarro" userId="866f4d59-4e3d-4420-8a8b-3d6ddbb5c639" providerId="ADAL" clId="{326E3CB4-C2BD-164D-BEF9-3280DF07CE09}" dt="2024-06-17T21:47:33.853" v="242" actId="2696"/>
        <pc:sldMkLst>
          <pc:docMk/>
          <pc:sldMk cId="2016431464" sldId="2076137723"/>
        </pc:sldMkLst>
      </pc:sldChg>
      <pc:sldChg chg="del">
        <pc:chgData name="Jorge Alejandro Bravo Pizarro" userId="866f4d59-4e3d-4420-8a8b-3d6ddbb5c639" providerId="ADAL" clId="{326E3CB4-C2BD-164D-BEF9-3280DF07CE09}" dt="2024-06-17T21:47:33.853" v="242" actId="2696"/>
        <pc:sldMkLst>
          <pc:docMk/>
          <pc:sldMk cId="179731686" sldId="2076137724"/>
        </pc:sldMkLst>
      </pc:sldChg>
      <pc:sldChg chg="modSp add mod">
        <pc:chgData name="Jorge Alejandro Bravo Pizarro" userId="866f4d59-4e3d-4420-8a8b-3d6ddbb5c639" providerId="ADAL" clId="{326E3CB4-C2BD-164D-BEF9-3280DF07CE09}" dt="2024-06-17T21:53:55.937" v="441" actId="20577"/>
        <pc:sldMkLst>
          <pc:docMk/>
          <pc:sldMk cId="2290854836" sldId="2076137724"/>
        </pc:sldMkLst>
        <pc:spChg chg="mod">
          <ac:chgData name="Jorge Alejandro Bravo Pizarro" userId="866f4d59-4e3d-4420-8a8b-3d6ddbb5c639" providerId="ADAL" clId="{326E3CB4-C2BD-164D-BEF9-3280DF07CE09}" dt="2024-06-17T21:53:55.937" v="441" actId="20577"/>
          <ac:spMkLst>
            <pc:docMk/>
            <pc:sldMk cId="2290854836" sldId="2076137724"/>
            <ac:spMk id="3" creationId="{41EA7C5A-B8A2-74CE-3F3C-D46254F8EDEF}"/>
          </ac:spMkLst>
        </pc:spChg>
        <pc:spChg chg="mod">
          <ac:chgData name="Jorge Alejandro Bravo Pizarro" userId="866f4d59-4e3d-4420-8a8b-3d6ddbb5c639" providerId="ADAL" clId="{326E3CB4-C2BD-164D-BEF9-3280DF07CE09}" dt="2024-06-17T21:53:40.542" v="429" actId="20577"/>
          <ac:spMkLst>
            <pc:docMk/>
            <pc:sldMk cId="2290854836" sldId="2076137724"/>
            <ac:spMk id="5" creationId="{DD5A250C-4861-3DF8-1788-8DEF66D3413E}"/>
          </ac:spMkLst>
        </pc:spChg>
      </pc:sldChg>
      <pc:sldChg chg="addSp modSp add mod">
        <pc:chgData name="Jorge Alejandro Bravo Pizarro" userId="866f4d59-4e3d-4420-8a8b-3d6ddbb5c639" providerId="ADAL" clId="{326E3CB4-C2BD-164D-BEF9-3280DF07CE09}" dt="2024-06-17T21:54:25.653" v="459" actId="1076"/>
        <pc:sldMkLst>
          <pc:docMk/>
          <pc:sldMk cId="2352105277" sldId="2076137725"/>
        </pc:sldMkLst>
        <pc:spChg chg="add mod">
          <ac:chgData name="Jorge Alejandro Bravo Pizarro" userId="866f4d59-4e3d-4420-8a8b-3d6ddbb5c639" providerId="ADAL" clId="{326E3CB4-C2BD-164D-BEF9-3280DF07CE09}" dt="2024-06-17T21:54:22.496" v="458" actId="571"/>
          <ac:spMkLst>
            <pc:docMk/>
            <pc:sldMk cId="2352105277" sldId="2076137725"/>
            <ac:spMk id="2" creationId="{56F9F70F-1F6E-5CBF-3DAD-779E22E1B3A3}"/>
          </ac:spMkLst>
        </pc:spChg>
        <pc:spChg chg="mod">
          <ac:chgData name="Jorge Alejandro Bravo Pizarro" userId="866f4d59-4e3d-4420-8a8b-3d6ddbb5c639" providerId="ADAL" clId="{326E3CB4-C2BD-164D-BEF9-3280DF07CE09}" dt="2024-06-17T21:54:25.653" v="459" actId="1076"/>
          <ac:spMkLst>
            <pc:docMk/>
            <pc:sldMk cId="2352105277" sldId="2076137725"/>
            <ac:spMk id="3" creationId="{41EA7C5A-B8A2-74CE-3F3C-D46254F8EDEF}"/>
          </ac:spMkLst>
        </pc:spChg>
      </pc:sldChg>
      <pc:sldChg chg="del">
        <pc:chgData name="Jorge Alejandro Bravo Pizarro" userId="866f4d59-4e3d-4420-8a8b-3d6ddbb5c639" providerId="ADAL" clId="{326E3CB4-C2BD-164D-BEF9-3280DF07CE09}" dt="2024-06-17T21:47:33.853" v="242" actId="2696"/>
        <pc:sldMkLst>
          <pc:docMk/>
          <pc:sldMk cId="3588008966" sldId="2076137725"/>
        </pc:sldMkLst>
      </pc:sldChg>
      <pc:sldChg chg="modSp add mod">
        <pc:chgData name="Jorge Alejandro Bravo Pizarro" userId="866f4d59-4e3d-4420-8a8b-3d6ddbb5c639" providerId="ADAL" clId="{326E3CB4-C2BD-164D-BEF9-3280DF07CE09}" dt="2024-06-17T21:56:15.165" v="491" actId="6549"/>
        <pc:sldMkLst>
          <pc:docMk/>
          <pc:sldMk cId="3431190566" sldId="2076137726"/>
        </pc:sldMkLst>
        <pc:spChg chg="mod">
          <ac:chgData name="Jorge Alejandro Bravo Pizarro" userId="866f4d59-4e3d-4420-8a8b-3d6ddbb5c639" providerId="ADAL" clId="{326E3CB4-C2BD-164D-BEF9-3280DF07CE09}" dt="2024-06-17T21:56:15.165" v="491" actId="6549"/>
          <ac:spMkLst>
            <pc:docMk/>
            <pc:sldMk cId="3431190566" sldId="2076137726"/>
            <ac:spMk id="3" creationId="{41EA7C5A-B8A2-74CE-3F3C-D46254F8EDEF}"/>
          </ac:spMkLst>
        </pc:spChg>
        <pc:spChg chg="mod">
          <ac:chgData name="Jorge Alejandro Bravo Pizarro" userId="866f4d59-4e3d-4420-8a8b-3d6ddbb5c639" providerId="ADAL" clId="{326E3CB4-C2BD-164D-BEF9-3280DF07CE09}" dt="2024-06-17T21:55:25.214" v="481" actId="20577"/>
          <ac:spMkLst>
            <pc:docMk/>
            <pc:sldMk cId="3431190566" sldId="2076137726"/>
            <ac:spMk id="5" creationId="{DD5A250C-4861-3DF8-1788-8DEF66D3413E}"/>
          </ac:spMkLst>
        </pc:spChg>
      </pc:sldChg>
      <pc:sldChg chg="del">
        <pc:chgData name="Jorge Alejandro Bravo Pizarro" userId="866f4d59-4e3d-4420-8a8b-3d6ddbb5c639" providerId="ADAL" clId="{326E3CB4-C2BD-164D-BEF9-3280DF07CE09}" dt="2024-06-17T21:47:33.853" v="242" actId="2696"/>
        <pc:sldMkLst>
          <pc:docMk/>
          <pc:sldMk cId="4130976900" sldId="2076137726"/>
        </pc:sldMkLst>
      </pc:sldChg>
      <pc:sldChg chg="modSp add mod">
        <pc:chgData name="Jorge Alejandro Bravo Pizarro" userId="866f4d59-4e3d-4420-8a8b-3d6ddbb5c639" providerId="ADAL" clId="{326E3CB4-C2BD-164D-BEF9-3280DF07CE09}" dt="2024-06-17T21:56:23.423" v="497" actId="6549"/>
        <pc:sldMkLst>
          <pc:docMk/>
          <pc:sldMk cId="3101129928" sldId="2076137727"/>
        </pc:sldMkLst>
        <pc:spChg chg="mod">
          <ac:chgData name="Jorge Alejandro Bravo Pizarro" userId="866f4d59-4e3d-4420-8a8b-3d6ddbb5c639" providerId="ADAL" clId="{326E3CB4-C2BD-164D-BEF9-3280DF07CE09}" dt="2024-06-17T21:56:23.423" v="497" actId="6549"/>
          <ac:spMkLst>
            <pc:docMk/>
            <pc:sldMk cId="3101129928" sldId="2076137727"/>
            <ac:spMk id="3" creationId="{41EA7C5A-B8A2-74CE-3F3C-D46254F8EDEF}"/>
          </ac:spMkLst>
        </pc:spChg>
      </pc:sldChg>
      <pc:sldChg chg="modSp add mod">
        <pc:chgData name="Jorge Alejandro Bravo Pizarro" userId="866f4d59-4e3d-4420-8a8b-3d6ddbb5c639" providerId="ADAL" clId="{326E3CB4-C2BD-164D-BEF9-3280DF07CE09}" dt="2024-06-17T21:57:10.353" v="508" actId="1076"/>
        <pc:sldMkLst>
          <pc:docMk/>
          <pc:sldMk cId="3512969398" sldId="2076137728"/>
        </pc:sldMkLst>
        <pc:spChg chg="mod">
          <ac:chgData name="Jorge Alejandro Bravo Pizarro" userId="866f4d59-4e3d-4420-8a8b-3d6ddbb5c639" providerId="ADAL" clId="{326E3CB4-C2BD-164D-BEF9-3280DF07CE09}" dt="2024-06-17T21:57:10.353" v="508" actId="1076"/>
          <ac:spMkLst>
            <pc:docMk/>
            <pc:sldMk cId="3512969398" sldId="2076137728"/>
            <ac:spMk id="3" creationId="{41EA7C5A-B8A2-74CE-3F3C-D46254F8EDEF}"/>
          </ac:spMkLst>
        </pc:spChg>
        <pc:spChg chg="mod">
          <ac:chgData name="Jorge Alejandro Bravo Pizarro" userId="866f4d59-4e3d-4420-8a8b-3d6ddbb5c639" providerId="ADAL" clId="{326E3CB4-C2BD-164D-BEF9-3280DF07CE09}" dt="2024-06-17T21:56:44.601" v="504" actId="20577"/>
          <ac:spMkLst>
            <pc:docMk/>
            <pc:sldMk cId="3512969398" sldId="2076137728"/>
            <ac:spMk id="5" creationId="{DD5A250C-4861-3DF8-1788-8DEF66D3413E}"/>
          </ac:spMkLst>
        </pc:spChg>
      </pc:sldChg>
      <pc:sldChg chg="modSp add mod">
        <pc:chgData name="Jorge Alejandro Bravo Pizarro" userId="866f4d59-4e3d-4420-8a8b-3d6ddbb5c639" providerId="ADAL" clId="{326E3CB4-C2BD-164D-BEF9-3280DF07CE09}" dt="2024-06-17T21:57:31.399" v="511" actId="6549"/>
        <pc:sldMkLst>
          <pc:docMk/>
          <pc:sldMk cId="3791719887" sldId="2076137729"/>
        </pc:sldMkLst>
        <pc:spChg chg="mod">
          <ac:chgData name="Jorge Alejandro Bravo Pizarro" userId="866f4d59-4e3d-4420-8a8b-3d6ddbb5c639" providerId="ADAL" clId="{326E3CB4-C2BD-164D-BEF9-3280DF07CE09}" dt="2024-06-17T21:57:31.399" v="511" actId="6549"/>
          <ac:spMkLst>
            <pc:docMk/>
            <pc:sldMk cId="3791719887" sldId="2076137729"/>
            <ac:spMk id="3" creationId="{41EA7C5A-B8A2-74CE-3F3C-D46254F8EDEF}"/>
          </ac:spMkLst>
        </pc:spChg>
      </pc:sldChg>
    </pc:docChg>
  </pc:docChgLst>
  <pc:docChgLst>
    <pc:chgData name="César Díaz" userId="ed34fad7-0c20-4e51-b35e-19bd778b9593" providerId="ADAL" clId="{6AA14F88-E02C-4444-8F5B-F91059C2D162}"/>
    <pc:docChg chg="undo custSel addSld delSld modSld sldOrd modMainMaster">
      <pc:chgData name="César Díaz" userId="ed34fad7-0c20-4e51-b35e-19bd778b9593" providerId="ADAL" clId="{6AA14F88-E02C-4444-8F5B-F91059C2D162}" dt="2023-08-05T09:40:54.473" v="265"/>
      <pc:docMkLst>
        <pc:docMk/>
      </pc:docMkLst>
      <pc:sldChg chg="modSp del mod">
        <pc:chgData name="César Díaz" userId="ed34fad7-0c20-4e51-b35e-19bd778b9593" providerId="ADAL" clId="{6AA14F88-E02C-4444-8F5B-F91059C2D162}" dt="2023-08-05T08:21:58.323" v="103" actId="2696"/>
        <pc:sldMkLst>
          <pc:docMk/>
          <pc:sldMk cId="2180290103" sldId="263"/>
        </pc:sldMkLst>
        <pc:spChg chg="mod">
          <ac:chgData name="César Díaz" userId="ed34fad7-0c20-4e51-b35e-19bd778b9593" providerId="ADAL" clId="{6AA14F88-E02C-4444-8F5B-F91059C2D162}" dt="2023-08-05T08:15:33.819" v="4" actId="242"/>
          <ac:spMkLst>
            <pc:docMk/>
            <pc:sldMk cId="2180290103" sldId="263"/>
            <ac:spMk id="2" creationId="{1C4898CC-2EB7-701E-6844-7482F6FA4A69}"/>
          </ac:spMkLst>
        </pc:spChg>
      </pc:sldChg>
      <pc:sldChg chg="del">
        <pc:chgData name="César Díaz" userId="ed34fad7-0c20-4e51-b35e-19bd778b9593" providerId="ADAL" clId="{6AA14F88-E02C-4444-8F5B-F91059C2D162}" dt="2023-08-05T08:21:18.507" v="97" actId="2696"/>
        <pc:sldMkLst>
          <pc:docMk/>
          <pc:sldMk cId="2380871566" sldId="2076137697"/>
        </pc:sldMkLst>
      </pc:sldChg>
      <pc:sldChg chg="delSp mod">
        <pc:chgData name="César Díaz" userId="ed34fad7-0c20-4e51-b35e-19bd778b9593" providerId="ADAL" clId="{6AA14F88-E02C-4444-8F5B-F91059C2D162}" dt="2023-08-05T08:14:58.901" v="2" actId="478"/>
        <pc:sldMkLst>
          <pc:docMk/>
          <pc:sldMk cId="242947854" sldId="2076137701"/>
        </pc:sldMkLst>
        <pc:spChg chg="del">
          <ac:chgData name="César Díaz" userId="ed34fad7-0c20-4e51-b35e-19bd778b9593" providerId="ADAL" clId="{6AA14F88-E02C-4444-8F5B-F91059C2D162}" dt="2023-08-05T08:14:58.901" v="2" actId="478"/>
          <ac:spMkLst>
            <pc:docMk/>
            <pc:sldMk cId="242947854" sldId="2076137701"/>
            <ac:spMk id="7" creationId="{E40272B1-8C74-F64E-B653-A5E8C7533142}"/>
          </ac:spMkLst>
        </pc:spChg>
        <pc:picChg chg="del">
          <ac:chgData name="César Díaz" userId="ed34fad7-0c20-4e51-b35e-19bd778b9593" providerId="ADAL" clId="{6AA14F88-E02C-4444-8F5B-F91059C2D162}" dt="2023-08-05T08:14:47.675" v="1" actId="478"/>
          <ac:picMkLst>
            <pc:docMk/>
            <pc:sldMk cId="242947854" sldId="2076137701"/>
            <ac:picMk id="6" creationId="{47099FD4-1A24-DB53-BEB8-EE041AE5C18C}"/>
          </ac:picMkLst>
        </pc:picChg>
      </pc:sldChg>
      <pc:sldChg chg="new">
        <pc:chgData name="César Díaz" userId="ed34fad7-0c20-4e51-b35e-19bd778b9593" providerId="ADAL" clId="{6AA14F88-E02C-4444-8F5B-F91059C2D162}" dt="2023-08-05T08:21:26.339" v="98" actId="680"/>
        <pc:sldMkLst>
          <pc:docMk/>
          <pc:sldMk cId="1136515697" sldId="2076137702"/>
        </pc:sldMkLst>
      </pc:sldChg>
      <pc:sldChg chg="new">
        <pc:chgData name="César Díaz" userId="ed34fad7-0c20-4e51-b35e-19bd778b9593" providerId="ADAL" clId="{6AA14F88-E02C-4444-8F5B-F91059C2D162}" dt="2023-08-05T08:21:31.335" v="99" actId="680"/>
        <pc:sldMkLst>
          <pc:docMk/>
          <pc:sldMk cId="868812523" sldId="2076137703"/>
        </pc:sldMkLst>
      </pc:sldChg>
      <pc:sldChg chg="new ord">
        <pc:chgData name="César Díaz" userId="ed34fad7-0c20-4e51-b35e-19bd778b9593" providerId="ADAL" clId="{6AA14F88-E02C-4444-8F5B-F91059C2D162}" dt="2023-08-05T08:21:41.090" v="102"/>
        <pc:sldMkLst>
          <pc:docMk/>
          <pc:sldMk cId="1943926825" sldId="2076137704"/>
        </pc:sldMkLst>
      </pc:sldChg>
      <pc:sldChg chg="modSp new mod ord">
        <pc:chgData name="César Díaz" userId="ed34fad7-0c20-4e51-b35e-19bd778b9593" providerId="ADAL" clId="{6AA14F88-E02C-4444-8F5B-F91059C2D162}" dt="2023-08-05T08:32:15.067" v="108" actId="27636"/>
        <pc:sldMkLst>
          <pc:docMk/>
          <pc:sldMk cId="3167001994" sldId="2076137705"/>
        </pc:sldMkLst>
        <pc:spChg chg="mod">
          <ac:chgData name="César Díaz" userId="ed34fad7-0c20-4e51-b35e-19bd778b9593" providerId="ADAL" clId="{6AA14F88-E02C-4444-8F5B-F91059C2D162}" dt="2023-08-05T08:32:15.067" v="108" actId="27636"/>
          <ac:spMkLst>
            <pc:docMk/>
            <pc:sldMk cId="3167001994" sldId="2076137705"/>
            <ac:spMk id="2" creationId="{972BB412-0761-08C0-91B5-7D184FDF0428}"/>
          </ac:spMkLst>
        </pc:spChg>
      </pc:sldChg>
      <pc:sldChg chg="modSp new mod ord">
        <pc:chgData name="César Díaz" userId="ed34fad7-0c20-4e51-b35e-19bd778b9593" providerId="ADAL" clId="{6AA14F88-E02C-4444-8F5B-F91059C2D162}" dt="2023-08-05T09:40:54.473" v="265"/>
        <pc:sldMkLst>
          <pc:docMk/>
          <pc:sldMk cId="2328334949" sldId="2076137706"/>
        </pc:sldMkLst>
        <pc:spChg chg="mod">
          <ac:chgData name="César Díaz" userId="ed34fad7-0c20-4e51-b35e-19bd778b9593" providerId="ADAL" clId="{6AA14F88-E02C-4444-8F5B-F91059C2D162}" dt="2023-08-05T09:40:54.473" v="265"/>
          <ac:spMkLst>
            <pc:docMk/>
            <pc:sldMk cId="2328334949" sldId="2076137706"/>
            <ac:spMk id="2" creationId="{B6EFDCBE-E499-3103-92A5-28F5D6427A64}"/>
          </ac:spMkLst>
        </pc:spChg>
      </pc:sldChg>
      <pc:sldChg chg="del">
        <pc:chgData name="César Díaz" userId="ed34fad7-0c20-4e51-b35e-19bd778b9593" providerId="ADAL" clId="{6AA14F88-E02C-4444-8F5B-F91059C2D162}" dt="2023-08-05T08:21:18.507" v="97" actId="2696"/>
        <pc:sldMkLst>
          <pc:docMk/>
          <pc:sldMk cId="3093188721" sldId="2076137721"/>
        </pc:sldMkLst>
      </pc:sldChg>
      <pc:sldChg chg="new del">
        <pc:chgData name="César Díaz" userId="ed34fad7-0c20-4e51-b35e-19bd778b9593" providerId="ADAL" clId="{6AA14F88-E02C-4444-8F5B-F91059C2D162}" dt="2023-08-05T08:21:18.507" v="97" actId="2696"/>
        <pc:sldMkLst>
          <pc:docMk/>
          <pc:sldMk cId="824086885" sldId="2076137722"/>
        </pc:sldMkLst>
      </pc:sldChg>
      <pc:sldChg chg="del">
        <pc:chgData name="César Díaz" userId="ed34fad7-0c20-4e51-b35e-19bd778b9593" providerId="ADAL" clId="{6AA14F88-E02C-4444-8F5B-F91059C2D162}" dt="2023-08-05T08:14:27.881" v="0" actId="2696"/>
        <pc:sldMkLst>
          <pc:docMk/>
          <pc:sldMk cId="2375113497" sldId="2076137722"/>
        </pc:sldMkLst>
      </pc:sldChg>
      <pc:sldChg chg="del">
        <pc:chgData name="César Díaz" userId="ed34fad7-0c20-4e51-b35e-19bd778b9593" providerId="ADAL" clId="{6AA14F88-E02C-4444-8F5B-F91059C2D162}" dt="2023-08-05T08:14:27.881" v="0" actId="2696"/>
        <pc:sldMkLst>
          <pc:docMk/>
          <pc:sldMk cId="2561145371" sldId="2076137723"/>
        </pc:sldMkLst>
      </pc:sldChg>
      <pc:sldChg chg="del">
        <pc:chgData name="César Díaz" userId="ed34fad7-0c20-4e51-b35e-19bd778b9593" providerId="ADAL" clId="{6AA14F88-E02C-4444-8F5B-F91059C2D162}" dt="2023-08-05T08:14:27.881" v="0" actId="2696"/>
        <pc:sldMkLst>
          <pc:docMk/>
          <pc:sldMk cId="1882251725" sldId="2076137724"/>
        </pc:sldMkLst>
      </pc:sldChg>
      <pc:sldChg chg="del">
        <pc:chgData name="César Díaz" userId="ed34fad7-0c20-4e51-b35e-19bd778b9593" providerId="ADAL" clId="{6AA14F88-E02C-4444-8F5B-F91059C2D162}" dt="2023-08-05T08:14:27.881" v="0" actId="2696"/>
        <pc:sldMkLst>
          <pc:docMk/>
          <pc:sldMk cId="720776564" sldId="2076137725"/>
        </pc:sldMkLst>
      </pc:sldChg>
      <pc:sldChg chg="del">
        <pc:chgData name="César Díaz" userId="ed34fad7-0c20-4e51-b35e-19bd778b9593" providerId="ADAL" clId="{6AA14F88-E02C-4444-8F5B-F91059C2D162}" dt="2023-08-05T08:14:27.881" v="0" actId="2696"/>
        <pc:sldMkLst>
          <pc:docMk/>
          <pc:sldMk cId="2090911809" sldId="2076137726"/>
        </pc:sldMkLst>
      </pc:sldChg>
      <pc:sldChg chg="del">
        <pc:chgData name="César Díaz" userId="ed34fad7-0c20-4e51-b35e-19bd778b9593" providerId="ADAL" clId="{6AA14F88-E02C-4444-8F5B-F91059C2D162}" dt="2023-08-05T08:14:27.881" v="0" actId="2696"/>
        <pc:sldMkLst>
          <pc:docMk/>
          <pc:sldMk cId="1135814727" sldId="2076137727"/>
        </pc:sldMkLst>
      </pc:sldChg>
      <pc:sldChg chg="del">
        <pc:chgData name="César Díaz" userId="ed34fad7-0c20-4e51-b35e-19bd778b9593" providerId="ADAL" clId="{6AA14F88-E02C-4444-8F5B-F91059C2D162}" dt="2023-08-05T08:14:27.881" v="0" actId="2696"/>
        <pc:sldMkLst>
          <pc:docMk/>
          <pc:sldMk cId="1872769915" sldId="2076137728"/>
        </pc:sldMkLst>
      </pc:sldChg>
      <pc:sldChg chg="del">
        <pc:chgData name="César Díaz" userId="ed34fad7-0c20-4e51-b35e-19bd778b9593" providerId="ADAL" clId="{6AA14F88-E02C-4444-8F5B-F91059C2D162}" dt="2023-08-05T08:14:27.881" v="0" actId="2696"/>
        <pc:sldMkLst>
          <pc:docMk/>
          <pc:sldMk cId="399057769" sldId="2076137732"/>
        </pc:sldMkLst>
      </pc:sldChg>
      <pc:sldChg chg="del">
        <pc:chgData name="César Díaz" userId="ed34fad7-0c20-4e51-b35e-19bd778b9593" providerId="ADAL" clId="{6AA14F88-E02C-4444-8F5B-F91059C2D162}" dt="2023-08-05T08:14:27.881" v="0" actId="2696"/>
        <pc:sldMkLst>
          <pc:docMk/>
          <pc:sldMk cId="3395306383" sldId="2076137733"/>
        </pc:sldMkLst>
      </pc:sldChg>
      <pc:sldChg chg="del">
        <pc:chgData name="César Díaz" userId="ed34fad7-0c20-4e51-b35e-19bd778b9593" providerId="ADAL" clId="{6AA14F88-E02C-4444-8F5B-F91059C2D162}" dt="2023-08-05T08:14:27.881" v="0" actId="2696"/>
        <pc:sldMkLst>
          <pc:docMk/>
          <pc:sldMk cId="1561499501" sldId="2076137734"/>
        </pc:sldMkLst>
      </pc:sldChg>
      <pc:sldChg chg="del">
        <pc:chgData name="César Díaz" userId="ed34fad7-0c20-4e51-b35e-19bd778b9593" providerId="ADAL" clId="{6AA14F88-E02C-4444-8F5B-F91059C2D162}" dt="2023-08-05T08:14:27.881" v="0" actId="2696"/>
        <pc:sldMkLst>
          <pc:docMk/>
          <pc:sldMk cId="265105091" sldId="2076137735"/>
        </pc:sldMkLst>
      </pc:sldChg>
      <pc:sldChg chg="del">
        <pc:chgData name="César Díaz" userId="ed34fad7-0c20-4e51-b35e-19bd778b9593" providerId="ADAL" clId="{6AA14F88-E02C-4444-8F5B-F91059C2D162}" dt="2023-08-05T08:14:27.881" v="0" actId="2696"/>
        <pc:sldMkLst>
          <pc:docMk/>
          <pc:sldMk cId="3501716721" sldId="2076137736"/>
        </pc:sldMkLst>
      </pc:sldChg>
      <pc:sldMasterChg chg="mod addSldLayout delSldLayout modSldLayout sldLayoutOrd">
        <pc:chgData name="César Díaz" userId="ed34fad7-0c20-4e51-b35e-19bd778b9593" providerId="ADAL" clId="{6AA14F88-E02C-4444-8F5B-F91059C2D162}" dt="2023-08-05T09:39:40.309" v="255"/>
        <pc:sldMasterMkLst>
          <pc:docMk/>
          <pc:sldMasterMk cId="2491898207" sldId="2147483660"/>
        </pc:sldMasterMkLst>
        <pc:sldLayoutChg chg="addSp delSp modSp mod ord">
          <pc:chgData name="César Díaz" userId="ed34fad7-0c20-4e51-b35e-19bd778b9593" providerId="ADAL" clId="{6AA14F88-E02C-4444-8F5B-F91059C2D162}" dt="2023-08-05T09:25:25.794" v="209"/>
          <pc:sldLayoutMkLst>
            <pc:docMk/>
            <pc:sldMasterMk cId="2491898207" sldId="2147483660"/>
            <pc:sldLayoutMk cId="193636416" sldId="2147483661"/>
          </pc:sldLayoutMkLst>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 creationId="{9817448B-2CEF-84E7-B6FA-7BB6FEB8825D}"/>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3" creationId="{5776D17F-7F16-5A42-76CA-EED9FCC89CE1}"/>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4" creationId="{9E8D7D9A-DF18-26A4-34C1-B1E2E48E8367}"/>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5" creationId="{247629C2-A7BF-BC0C-91E7-81CD72988FB9}"/>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6" creationId="{AA3DD3D1-1868-5C62-71B8-9A4FB1645FAA}"/>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7" creationId="{BCAC5671-9085-57BB-3279-5C0C58395059}"/>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8" creationId="{A0FA0B4D-7436-83DD-ED4B-B814975C153B}"/>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9" creationId="{16EC5FB8-3747-83C8-8212-989451117C6F}"/>
            </ac:spMkLst>
          </pc:spChg>
          <pc:spChg chg="mod">
            <ac:chgData name="César Díaz" userId="ed34fad7-0c20-4e51-b35e-19bd778b9593" providerId="ADAL" clId="{6AA14F88-E02C-4444-8F5B-F91059C2D162}" dt="2023-08-05T08:16:51.884" v="6" actId="242"/>
            <ac:spMkLst>
              <pc:docMk/>
              <pc:sldMasterMk cId="2491898207" sldId="2147483660"/>
              <pc:sldLayoutMk cId="193636416" sldId="2147483661"/>
              <ac:spMk id="10" creationId="{00000000-0000-0000-0000-000000000000}"/>
            </ac:spMkLst>
          </pc:spChg>
          <pc:spChg chg="del mod">
            <ac:chgData name="César Díaz" userId="ed34fad7-0c20-4e51-b35e-19bd778b9593" providerId="ADAL" clId="{6AA14F88-E02C-4444-8F5B-F91059C2D162}" dt="2023-08-05T08:45:27.548" v="117" actId="478"/>
            <ac:spMkLst>
              <pc:docMk/>
              <pc:sldMasterMk cId="2491898207" sldId="2147483660"/>
              <pc:sldLayoutMk cId="193636416" sldId="2147483661"/>
              <ac:spMk id="11" creationId="{00000000-0000-0000-0000-000000000000}"/>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2" creationId="{93AC3A46-D850-3CC0-F2DA-A4B88862D95F}"/>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3" creationId="{D6A85713-F37E-2E30-6DE4-590324B30106}"/>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4" creationId="{33A5133A-990C-3AD7-F110-3AC6711EC511}"/>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5" creationId="{1AC3AC07-CF6C-2BCC-8079-CB6498D5B898}"/>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6" creationId="{878DC026-789E-247B-5EE2-7ABE61237173}"/>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7" creationId="{9E644528-F9C1-F809-4F87-88D7BEB551A6}"/>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8" creationId="{94F88725-49A8-81C9-9FCD-70EC301BE9AD}"/>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9" creationId="{5D1DA822-57EC-C377-2617-FFC29D0CD560}"/>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0" creationId="{F7C2753B-6611-FE21-3CB3-E63CC80CC279}"/>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1" creationId="{C9F2E952-D510-95AA-D18E-30731A54A443}"/>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2" creationId="{DC6DD388-16DF-6E9B-ADE8-1F907A776FB7}"/>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3" creationId="{4188D6B5-27E0-C906-1C7A-F1D155ABD3F6}"/>
            </ac:spMkLst>
          </pc:spChg>
          <pc:spChg chg="add mod">
            <ac:chgData name="César Díaz" userId="ed34fad7-0c20-4e51-b35e-19bd778b9593" providerId="ADAL" clId="{6AA14F88-E02C-4444-8F5B-F91059C2D162}" dt="2023-08-05T08:50:20.257" v="139" actId="14100"/>
            <ac:spMkLst>
              <pc:docMk/>
              <pc:sldMasterMk cId="2491898207" sldId="2147483660"/>
              <pc:sldLayoutMk cId="193636416" sldId="2147483661"/>
              <ac:spMk id="24" creationId="{9F27A9AB-A7BE-9FA7-F500-F6CF68A77BF7}"/>
            </ac:spMkLst>
          </pc:spChg>
          <pc:spChg chg="add mod ord">
            <ac:chgData name="César Díaz" userId="ed34fad7-0c20-4e51-b35e-19bd778b9593" providerId="ADAL" clId="{6AA14F88-E02C-4444-8F5B-F91059C2D162}" dt="2023-08-05T08:52:11.553" v="146" actId="692"/>
            <ac:spMkLst>
              <pc:docMk/>
              <pc:sldMasterMk cId="2491898207" sldId="2147483660"/>
              <pc:sldLayoutMk cId="193636416" sldId="2147483661"/>
              <ac:spMk id="25" creationId="{711C8671-DA54-2D1F-2A56-D6D9731A934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6" creationId="{010BEBA7-CEE1-EC05-6FC7-80ECB9C2A258}"/>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7" creationId="{DE0EC932-4212-D8A0-C313-D0046EA8D78F}"/>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8" creationId="{88124312-F651-F7F0-EC25-ED909E32D95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9" creationId="{324F877B-8AB3-CC61-386F-DBA2C712DA11}"/>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0" creationId="{B7E52825-42F9-05A0-DB1D-9202A71B6DF5}"/>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1" creationId="{C631DFEF-9DB9-E2FE-7877-D5AAA530218F}"/>
            </ac:spMkLst>
          </pc:spChg>
          <pc:spChg chg="add del mod">
            <ac:chgData name="César Díaz" userId="ed34fad7-0c20-4e51-b35e-19bd778b9593" providerId="ADAL" clId="{6AA14F88-E02C-4444-8F5B-F91059C2D162}" dt="2023-08-05T08:59:27.993" v="159" actId="21"/>
            <ac:spMkLst>
              <pc:docMk/>
              <pc:sldMasterMk cId="2491898207" sldId="2147483660"/>
              <pc:sldLayoutMk cId="193636416" sldId="2147483661"/>
              <ac:spMk id="32" creationId="{403A76AC-0A65-B663-7B7C-C9B4FE822E92}"/>
            </ac:spMkLst>
          </pc:spChg>
          <pc:spChg chg="add del mod">
            <ac:chgData name="César Díaz" userId="ed34fad7-0c20-4e51-b35e-19bd778b9593" providerId="ADAL" clId="{6AA14F88-E02C-4444-8F5B-F91059C2D162}" dt="2023-08-05T08:59:27.993" v="159" actId="21"/>
            <ac:spMkLst>
              <pc:docMk/>
              <pc:sldMasterMk cId="2491898207" sldId="2147483660"/>
              <pc:sldLayoutMk cId="193636416" sldId="2147483661"/>
              <ac:spMk id="33" creationId="{F8E2413A-D43F-A9A0-61A2-A5DA3CEE7090}"/>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4" creationId="{3FEA2B92-F0EB-8615-BA7A-12E1A12657B7}"/>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5" creationId="{2FE5F5F4-2E47-B8E2-553E-69E18A5FFCD1}"/>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6" creationId="{3AFD068C-FADD-C44B-4F9B-4AC7F71D501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7" creationId="{43D4CA4E-339C-5132-7A08-8AB147A86F3D}"/>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8" creationId="{8A12D3FD-1E2D-EF97-D45A-8F3254B135DB}"/>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9" creationId="{7E2D2219-51DE-8F83-ED49-F4FE322044B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0" creationId="{33851F51-6E08-5A42-5479-EB65200EA398}"/>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1" creationId="{A2EF1C64-5780-0366-9619-88BBFC5D04DD}"/>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2" creationId="{4A015501-4EC3-402F-6DB2-FFDB50F24186}"/>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3" creationId="{69E73F3A-FFDD-C091-24FB-9AB9CB89E761}"/>
            </ac:spMkLst>
          </pc:spChg>
          <pc:spChg chg="add del mod">
            <ac:chgData name="César Díaz" userId="ed34fad7-0c20-4e51-b35e-19bd778b9593" providerId="ADAL" clId="{6AA14F88-E02C-4444-8F5B-F91059C2D162}" dt="2023-08-05T09:24:58.907" v="206" actId="478"/>
            <ac:spMkLst>
              <pc:docMk/>
              <pc:sldMasterMk cId="2491898207" sldId="2147483660"/>
              <pc:sldLayoutMk cId="193636416" sldId="2147483661"/>
              <ac:spMk id="45" creationId="{A669CD1B-0E03-ABA9-763C-5D948F0B8EB8}"/>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6" creationId="{A7A49B42-AACC-50B4-5169-545FD38EF97B}"/>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7" creationId="{024370F0-34C6-0E0F-CB33-03242E12CDC9}"/>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8" creationId="{69D70CA9-6E37-6D42-5FB7-082BDD4D2EB8}"/>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9" creationId="{16C714F7-4D1F-30F6-E01E-D1584A21F7E9}"/>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0" creationId="{FBABC6A1-BDEE-C126-FE63-3E26C8FDB2AA}"/>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1" creationId="{4CBC9838-6FED-0DAE-51FA-884081CB6EDF}"/>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2" creationId="{8873EAA1-D211-0415-3BC5-86045F127F3B}"/>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3" creationId="{2AA0CDC5-FFFA-1CF4-78CA-A36553387595}"/>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4" creationId="{7BF320BB-3E12-2A4F-9337-3C1D924A7553}"/>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5" creationId="{4823E324-6B33-8391-7441-5ED3CD47BD47}"/>
            </ac:spMkLst>
          </pc:spChg>
          <pc:spChg chg="add mod">
            <ac:chgData name="César Díaz" userId="ed34fad7-0c20-4e51-b35e-19bd778b9593" providerId="ADAL" clId="{6AA14F88-E02C-4444-8F5B-F91059C2D162}" dt="2023-08-05T09:25:25.794" v="209"/>
            <ac:spMkLst>
              <pc:docMk/>
              <pc:sldMasterMk cId="2491898207" sldId="2147483660"/>
              <pc:sldLayoutMk cId="193636416" sldId="2147483661"/>
              <ac:spMk id="56" creationId="{25AF31D7-DDAD-AE10-0239-B0B639942F05}"/>
            </ac:spMkLst>
          </pc:spChg>
          <pc:grpChg chg="add del mod">
            <ac:chgData name="César Díaz" userId="ed34fad7-0c20-4e51-b35e-19bd778b9593" providerId="ADAL" clId="{6AA14F88-E02C-4444-8F5B-F91059C2D162}" dt="2023-08-05T08:59:30.763" v="160" actId="478"/>
            <ac:grpSpMkLst>
              <pc:docMk/>
              <pc:sldMasterMk cId="2491898207" sldId="2147483660"/>
              <pc:sldLayoutMk cId="193636416" sldId="2147483661"/>
              <ac:grpSpMk id="44" creationId="{7EC77878-C4D2-183D-D7B7-228BCC143CB3}"/>
            </ac:grpSpMkLst>
          </pc:grpChg>
        </pc:sldLayoutChg>
        <pc:sldLayoutChg chg="addSp modSp mod">
          <pc:chgData name="César Díaz" userId="ed34fad7-0c20-4e51-b35e-19bd778b9593" providerId="ADAL" clId="{6AA14F88-E02C-4444-8F5B-F91059C2D162}" dt="2023-08-05T08:32:31.880" v="110" actId="14100"/>
          <pc:sldLayoutMkLst>
            <pc:docMk/>
            <pc:sldMasterMk cId="2491898207" sldId="2147483660"/>
            <pc:sldLayoutMk cId="639590872" sldId="2147483662"/>
          </pc:sldLayoutMkLst>
          <pc:spChg chg="mod">
            <ac:chgData name="César Díaz" userId="ed34fad7-0c20-4e51-b35e-19bd778b9593" providerId="ADAL" clId="{6AA14F88-E02C-4444-8F5B-F91059C2D162}" dt="2023-08-05T08:18:02.592" v="89" actId="14100"/>
            <ac:spMkLst>
              <pc:docMk/>
              <pc:sldMasterMk cId="2491898207" sldId="2147483660"/>
              <pc:sldLayoutMk cId="639590872" sldId="2147483662"/>
              <ac:spMk id="4" creationId="{F39BCFA7-EFF0-AE3A-4D5A-F54C59C5A639}"/>
            </ac:spMkLst>
          </pc:spChg>
          <pc:spChg chg="mod">
            <ac:chgData name="César Díaz" userId="ed34fad7-0c20-4e51-b35e-19bd778b9593" providerId="ADAL" clId="{6AA14F88-E02C-4444-8F5B-F91059C2D162}" dt="2023-08-05T08:18:11.248" v="90" actId="14100"/>
            <ac:spMkLst>
              <pc:docMk/>
              <pc:sldMasterMk cId="2491898207" sldId="2147483660"/>
              <pc:sldLayoutMk cId="639590872" sldId="2147483662"/>
              <ac:spMk id="5" creationId="{4329DCCD-8CF6-9BA5-1F82-4885C19BA23B}"/>
            </ac:spMkLst>
          </pc:spChg>
          <pc:picChg chg="add mod">
            <ac:chgData name="César Díaz" userId="ed34fad7-0c20-4e51-b35e-19bd778b9593" providerId="ADAL" clId="{6AA14F88-E02C-4444-8F5B-F91059C2D162}" dt="2023-08-05T08:32:31.880" v="110" actId="14100"/>
            <ac:picMkLst>
              <pc:docMk/>
              <pc:sldMasterMk cId="2491898207" sldId="2147483660"/>
              <pc:sldLayoutMk cId="639590872" sldId="2147483662"/>
              <ac:picMk id="3" creationId="{826DD118-0008-9744-EE2F-668939AD7CF2}"/>
            </ac:picMkLst>
          </pc:picChg>
        </pc:sldLayoutChg>
        <pc:sldLayoutChg chg="modSp mod">
          <pc:chgData name="César Díaz" userId="ed34fad7-0c20-4e51-b35e-19bd778b9593" providerId="ADAL" clId="{6AA14F88-E02C-4444-8F5B-F91059C2D162}" dt="2023-08-05T09:30:56.244" v="240" actId="6014"/>
          <pc:sldLayoutMkLst>
            <pc:docMk/>
            <pc:sldMasterMk cId="2491898207" sldId="2147483660"/>
            <pc:sldLayoutMk cId="3411197885" sldId="2147483663"/>
          </pc:sldLayoutMkLst>
          <pc:spChg chg="mod">
            <ac:chgData name="César Díaz" userId="ed34fad7-0c20-4e51-b35e-19bd778b9593" providerId="ADAL" clId="{6AA14F88-E02C-4444-8F5B-F91059C2D162}" dt="2023-08-05T08:18:33.751" v="91"/>
            <ac:spMkLst>
              <pc:docMk/>
              <pc:sldMasterMk cId="2491898207" sldId="2147483660"/>
              <pc:sldLayoutMk cId="3411197885" sldId="2147483663"/>
              <ac:spMk id="2" creationId="{0BBA8F40-9B3F-63B9-DD8C-BB01669C23EF}"/>
            </ac:spMkLst>
          </pc:spChg>
        </pc:sldLayoutChg>
        <pc:sldLayoutChg chg="add del mod ord modTransition">
          <pc:chgData name="César Díaz" userId="ed34fad7-0c20-4e51-b35e-19bd778b9593" providerId="ADAL" clId="{6AA14F88-E02C-4444-8F5B-F91059C2D162}" dt="2023-08-05T09:25:35.226" v="210" actId="2696"/>
          <pc:sldLayoutMkLst>
            <pc:docMk/>
            <pc:sldMasterMk cId="2491898207" sldId="2147483660"/>
            <pc:sldLayoutMk cId="3986583989" sldId="2147483664"/>
          </pc:sldLayoutMkLst>
        </pc:sldLayoutChg>
        <pc:sldLayoutChg chg="addSp delSp modSp add mod ord modTransition">
          <pc:chgData name="César Díaz" userId="ed34fad7-0c20-4e51-b35e-19bd778b9593" providerId="ADAL" clId="{6AA14F88-E02C-4444-8F5B-F91059C2D162}" dt="2023-08-05T09:39:40.309" v="255"/>
          <pc:sldLayoutMkLst>
            <pc:docMk/>
            <pc:sldMasterMk cId="2491898207" sldId="2147483660"/>
            <pc:sldLayoutMk cId="1993959781" sldId="2147483665"/>
          </pc:sldLayoutMkLst>
          <pc:spChg chg="add del mod">
            <ac:chgData name="César Díaz" userId="ed34fad7-0c20-4e51-b35e-19bd778b9593" providerId="ADAL" clId="{6AA14F88-E02C-4444-8F5B-F91059C2D162}" dt="2023-08-05T09:39:11.595" v="243" actId="478"/>
            <ac:spMkLst>
              <pc:docMk/>
              <pc:sldMasterMk cId="2491898207" sldId="2147483660"/>
              <pc:sldLayoutMk cId="1993959781" sldId="2147483665"/>
              <ac:spMk id="2" creationId="{35BA3E18-D985-4059-32CF-2403DEA9DAFB}"/>
            </ac:spMkLst>
          </pc:spChg>
          <pc:spChg chg="mod">
            <ac:chgData name="César Díaz" userId="ed34fad7-0c20-4e51-b35e-19bd778b9593" providerId="ADAL" clId="{6AA14F88-E02C-4444-8F5B-F91059C2D162}" dt="2023-08-05T09:39:40.309" v="255"/>
            <ac:spMkLst>
              <pc:docMk/>
              <pc:sldMasterMk cId="2491898207" sldId="2147483660"/>
              <pc:sldLayoutMk cId="1993959781" sldId="2147483665"/>
              <ac:spMk id="10" creationId="{00000000-0000-0000-0000-000000000000}"/>
            </ac:spMkLst>
          </pc:spChg>
          <pc:spChg chg="mod">
            <ac:chgData name="César Díaz" userId="ed34fad7-0c20-4e51-b35e-19bd778b9593" providerId="ADAL" clId="{6AA14F88-E02C-4444-8F5B-F91059C2D162}" dt="2023-08-05T09:29:51.252" v="238" actId="207"/>
            <ac:spMkLst>
              <pc:docMk/>
              <pc:sldMasterMk cId="2491898207" sldId="2147483660"/>
              <pc:sldLayoutMk cId="1993959781" sldId="2147483665"/>
              <ac:spMk id="45" creationId="{A669CD1B-0E03-ABA9-763C-5D948F0B8EB8}"/>
            </ac:spMkLst>
          </pc:spChg>
          <pc:spChg chg="del mod">
            <ac:chgData name="César Díaz" userId="ed34fad7-0c20-4e51-b35e-19bd778b9593" providerId="ADAL" clId="{6AA14F88-E02C-4444-8F5B-F91059C2D162}" dt="2023-08-05T09:05:21.463" v="202" actId="478"/>
            <ac:spMkLst>
              <pc:docMk/>
              <pc:sldMasterMk cId="2491898207" sldId="2147483660"/>
              <pc:sldLayoutMk cId="1993959781" sldId="2147483665"/>
              <ac:spMk id="46" creationId="{A7A49B42-AACC-50B4-5169-545FD38EF97B}"/>
            </ac:spMkLst>
          </pc:spChg>
          <pc:spChg chg="mod">
            <ac:chgData name="César Díaz" userId="ed34fad7-0c20-4e51-b35e-19bd778b9593" providerId="ADAL" clId="{6AA14F88-E02C-4444-8F5B-F91059C2D162}" dt="2023-08-05T09:26:25.934" v="212" actId="14100"/>
            <ac:spMkLst>
              <pc:docMk/>
              <pc:sldMasterMk cId="2491898207" sldId="2147483660"/>
              <pc:sldLayoutMk cId="1993959781" sldId="2147483665"/>
              <ac:spMk id="47" creationId="{024370F0-34C6-0E0F-CB33-03242E12CDC9}"/>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48" creationId="{69D70CA9-6E37-6D42-5FB7-082BDD4D2EB8}"/>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49" creationId="{16C714F7-4D1F-30F6-E01E-D1584A21F7E9}"/>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0" creationId="{FBABC6A1-BDEE-C126-FE63-3E26C8FDB2AA}"/>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1" creationId="{4CBC9838-6FED-0DAE-51FA-884081CB6EDF}"/>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2" creationId="{8873EAA1-D211-0415-3BC5-86045F127F3B}"/>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3" creationId="{2AA0CDC5-FFFA-1CF4-78CA-A36553387595}"/>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4" creationId="{7BF320BB-3E12-2A4F-9337-3C1D924A7553}"/>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5" creationId="{4823E324-6B33-8391-7441-5ED3CD47BD47}"/>
            </ac:spMkLst>
          </pc:spChg>
          <pc:picChg chg="add mod">
            <ac:chgData name="César Díaz" userId="ed34fad7-0c20-4e51-b35e-19bd778b9593" providerId="ADAL" clId="{6AA14F88-E02C-4444-8F5B-F91059C2D162}" dt="2023-08-05T09:39:28.203" v="248" actId="1076"/>
            <ac:picMkLst>
              <pc:docMk/>
              <pc:sldMasterMk cId="2491898207" sldId="2147483660"/>
              <pc:sldLayoutMk cId="1993959781" sldId="2147483665"/>
              <ac:picMk id="4" creationId="{EC37FD03-A8F4-6CC0-494F-F7761EB371DE}"/>
            </ac:picMkLst>
          </pc:picChg>
        </pc:sldLayoutChg>
      </pc:sldMasterChg>
    </pc:docChg>
  </pc:docChgLst>
  <pc:docChgLst>
    <pc:chgData name="Alejandra Bravo Garcia" userId="S::abravo@ciisa.cl::4cf5125d-f567-4a98-9bb5-4ea9ae908f01" providerId="AD" clId="Web-{6589F081-40D9-A7C8-9580-D96A0F1B5800}"/>
    <pc:docChg chg="addSld modSld">
      <pc:chgData name="Alejandra Bravo Garcia" userId="S::abravo@ciisa.cl::4cf5125d-f567-4a98-9bb5-4ea9ae908f01" providerId="AD" clId="Web-{6589F081-40D9-A7C8-9580-D96A0F1B5800}" dt="2024-03-14T09:41:50.543" v="3"/>
      <pc:docMkLst>
        <pc:docMk/>
      </pc:docMkLst>
      <pc:sldChg chg="addSp delSp modSp add mod replId modClrScheme chgLayout">
        <pc:chgData name="Alejandra Bravo Garcia" userId="S::abravo@ciisa.cl::4cf5125d-f567-4a98-9bb5-4ea9ae908f01" providerId="AD" clId="Web-{6589F081-40D9-A7C8-9580-D96A0F1B5800}" dt="2024-03-14T09:41:50.543" v="3"/>
        <pc:sldMkLst>
          <pc:docMk/>
          <pc:sldMk cId="2488761824" sldId="2076137719"/>
        </pc:sldMkLst>
        <pc:spChg chg="del">
          <ac:chgData name="Alejandra Bravo Garcia" userId="S::abravo@ciisa.cl::4cf5125d-f567-4a98-9bb5-4ea9ae908f01" providerId="AD" clId="Web-{6589F081-40D9-A7C8-9580-D96A0F1B5800}" dt="2024-03-14T09:41:25.433" v="1"/>
          <ac:spMkLst>
            <pc:docMk/>
            <pc:sldMk cId="2488761824" sldId="2076137719"/>
            <ac:spMk id="2" creationId="{7D6BBE6D-6364-2A96-9BD0-B43BAB212637}"/>
          </ac:spMkLst>
        </pc:spChg>
        <pc:spChg chg="add del mod">
          <ac:chgData name="Alejandra Bravo Garcia" userId="S::abravo@ciisa.cl::4cf5125d-f567-4a98-9bb5-4ea9ae908f01" providerId="AD" clId="Web-{6589F081-40D9-A7C8-9580-D96A0F1B5800}" dt="2024-03-14T09:41:50.543" v="3"/>
          <ac:spMkLst>
            <pc:docMk/>
            <pc:sldMk cId="2488761824" sldId="2076137719"/>
            <ac:spMk id="6" creationId="{BB8CCBD9-F387-90A3-9164-76CA2FEAA14E}"/>
          </ac:spMkLst>
        </pc:spChg>
      </pc:sldChg>
    </pc:docChg>
  </pc:docChgLst>
  <pc:docChgLst>
    <pc:chgData name="Alejandra Bravo Garcia" userId="4cf5125d-f567-4a98-9bb5-4ea9ae908f01" providerId="ADAL" clId="{20B9C4F6-F537-4BE7-987D-554A3B4B781E}"/>
    <pc:docChg chg="undo redo custSel addSld delSld modSld sldOrd">
      <pc:chgData name="Alejandra Bravo Garcia" userId="4cf5125d-f567-4a98-9bb5-4ea9ae908f01" providerId="ADAL" clId="{20B9C4F6-F537-4BE7-987D-554A3B4B781E}" dt="2023-09-05T02:53:38.287" v="444" actId="207"/>
      <pc:docMkLst>
        <pc:docMk/>
      </pc:docMkLst>
      <pc:sldChg chg="delSp modSp add del mod">
        <pc:chgData name="Alejandra Bravo Garcia" userId="4cf5125d-f567-4a98-9bb5-4ea9ae908f01" providerId="ADAL" clId="{20B9C4F6-F537-4BE7-987D-554A3B4B781E}" dt="2023-09-05T02:05:50.448" v="206" actId="2696"/>
        <pc:sldMkLst>
          <pc:docMk/>
          <pc:sldMk cId="1405910239" sldId="256"/>
        </pc:sldMkLst>
        <pc:picChg chg="del mod">
          <ac:chgData name="Alejandra Bravo Garcia" userId="4cf5125d-f567-4a98-9bb5-4ea9ae908f01" providerId="ADAL" clId="{20B9C4F6-F537-4BE7-987D-554A3B4B781E}" dt="2023-09-05T02:04:20.290" v="189" actId="21"/>
          <ac:picMkLst>
            <pc:docMk/>
            <pc:sldMk cId="1405910239" sldId="256"/>
            <ac:picMk id="5" creationId="{5D13AF6A-98A1-5A66-4A8B-CC3E858DF87F}"/>
          </ac:picMkLst>
        </pc:picChg>
      </pc:sldChg>
      <pc:sldChg chg="modSp mod">
        <pc:chgData name="Alejandra Bravo Garcia" userId="4cf5125d-f567-4a98-9bb5-4ea9ae908f01" providerId="ADAL" clId="{20B9C4F6-F537-4BE7-987D-554A3B4B781E}" dt="2023-09-05T02:22:50.420" v="431" actId="20577"/>
        <pc:sldMkLst>
          <pc:docMk/>
          <pc:sldMk cId="242947854" sldId="2076137701"/>
        </pc:sldMkLst>
        <pc:spChg chg="mod">
          <ac:chgData name="Alejandra Bravo Garcia" userId="4cf5125d-f567-4a98-9bb5-4ea9ae908f01" providerId="ADAL" clId="{20B9C4F6-F537-4BE7-987D-554A3B4B781E}" dt="2023-09-05T02:22:50.420" v="431" actId="20577"/>
          <ac:spMkLst>
            <pc:docMk/>
            <pc:sldMk cId="242947854" sldId="2076137701"/>
            <ac:spMk id="2" creationId="{1C4898CC-2EB7-701E-6844-7482F6FA4A69}"/>
          </ac:spMkLst>
        </pc:spChg>
      </pc:sldChg>
      <pc:sldChg chg="addSp delSp modSp mod">
        <pc:chgData name="Alejandra Bravo Garcia" userId="4cf5125d-f567-4a98-9bb5-4ea9ae908f01" providerId="ADAL" clId="{20B9C4F6-F537-4BE7-987D-554A3B4B781E}" dt="2023-09-05T02:04:49.891" v="195" actId="1076"/>
        <pc:sldMkLst>
          <pc:docMk/>
          <pc:sldMk cId="1136515697" sldId="2076137702"/>
        </pc:sldMkLst>
        <pc:spChg chg="del">
          <ac:chgData name="Alejandra Bravo Garcia" userId="4cf5125d-f567-4a98-9bb5-4ea9ae908f01" providerId="ADAL" clId="{20B9C4F6-F537-4BE7-987D-554A3B4B781E}" dt="2023-09-05T02:04:46.394" v="194" actId="478"/>
          <ac:spMkLst>
            <pc:docMk/>
            <pc:sldMk cId="1136515697" sldId="2076137702"/>
            <ac:spMk id="2" creationId="{25376074-10EA-2E38-7734-116EE817E5ED}"/>
          </ac:spMkLst>
        </pc:spChg>
        <pc:spChg chg="del">
          <ac:chgData name="Alejandra Bravo Garcia" userId="4cf5125d-f567-4a98-9bb5-4ea9ae908f01" providerId="ADAL" clId="{20B9C4F6-F537-4BE7-987D-554A3B4B781E}" dt="2023-09-05T02:04:26.748" v="190" actId="478"/>
          <ac:spMkLst>
            <pc:docMk/>
            <pc:sldMk cId="1136515697" sldId="2076137702"/>
            <ac:spMk id="3" creationId="{C836C6C3-E8D0-94B1-E144-DD41ECFB4453}"/>
          </ac:spMkLst>
        </pc:spChg>
        <pc:picChg chg="add mod">
          <ac:chgData name="Alejandra Bravo Garcia" userId="4cf5125d-f567-4a98-9bb5-4ea9ae908f01" providerId="ADAL" clId="{20B9C4F6-F537-4BE7-987D-554A3B4B781E}" dt="2023-09-05T02:04:49.891" v="195" actId="1076"/>
          <ac:picMkLst>
            <pc:docMk/>
            <pc:sldMk cId="1136515697" sldId="2076137702"/>
            <ac:picMk id="4" creationId="{7E0A5725-EB83-A829-7460-CA7FA618AF8E}"/>
          </ac:picMkLst>
        </pc:picChg>
      </pc:sldChg>
      <pc:sldChg chg="modSp mod ord">
        <pc:chgData name="Alejandra Bravo Garcia" userId="4cf5125d-f567-4a98-9bb5-4ea9ae908f01" providerId="ADAL" clId="{20B9C4F6-F537-4BE7-987D-554A3B4B781E}" dt="2023-09-05T02:03:21.324" v="182" actId="14100"/>
        <pc:sldMkLst>
          <pc:docMk/>
          <pc:sldMk cId="868812523" sldId="2076137703"/>
        </pc:sldMkLst>
        <pc:spChg chg="mod">
          <ac:chgData name="Alejandra Bravo Garcia" userId="4cf5125d-f567-4a98-9bb5-4ea9ae908f01" providerId="ADAL" clId="{20B9C4F6-F537-4BE7-987D-554A3B4B781E}" dt="2023-09-05T02:03:21.324" v="182" actId="14100"/>
          <ac:spMkLst>
            <pc:docMk/>
            <pc:sldMk cId="868812523" sldId="2076137703"/>
            <ac:spMk id="2" creationId="{A3C1683D-3F2C-514D-52C2-E5502AEA6BCB}"/>
          </ac:spMkLst>
        </pc:spChg>
      </pc:sldChg>
      <pc:sldChg chg="addSp delSp modSp mod ord">
        <pc:chgData name="Alejandra Bravo Garcia" userId="4cf5125d-f567-4a98-9bb5-4ea9ae908f01" providerId="ADAL" clId="{20B9C4F6-F537-4BE7-987D-554A3B4B781E}" dt="2023-09-05T02:12:32.721" v="318" actId="113"/>
        <pc:sldMkLst>
          <pc:docMk/>
          <pc:sldMk cId="1943926825" sldId="2076137704"/>
        </pc:sldMkLst>
        <pc:spChg chg="mod">
          <ac:chgData name="Alejandra Bravo Garcia" userId="4cf5125d-f567-4a98-9bb5-4ea9ae908f01" providerId="ADAL" clId="{20B9C4F6-F537-4BE7-987D-554A3B4B781E}" dt="2023-09-05T02:12:32.721" v="318" actId="113"/>
          <ac:spMkLst>
            <pc:docMk/>
            <pc:sldMk cId="1943926825" sldId="2076137704"/>
            <ac:spMk id="2" creationId="{65692239-D7A4-8289-9A70-5DE5384D5E01}"/>
          </ac:spMkLst>
        </pc:spChg>
        <pc:spChg chg="del">
          <ac:chgData name="Alejandra Bravo Garcia" userId="4cf5125d-f567-4a98-9bb5-4ea9ae908f01" providerId="ADAL" clId="{20B9C4F6-F537-4BE7-987D-554A3B4B781E}" dt="2023-09-05T02:11:58.246" v="308" actId="478"/>
          <ac:spMkLst>
            <pc:docMk/>
            <pc:sldMk cId="1943926825" sldId="2076137704"/>
            <ac:spMk id="3" creationId="{22ACFD13-C7FA-F4C3-0B07-3BE2A9BDD524}"/>
          </ac:spMkLst>
        </pc:spChg>
        <pc:picChg chg="add mod">
          <ac:chgData name="Alejandra Bravo Garcia" userId="4cf5125d-f567-4a98-9bb5-4ea9ae908f01" providerId="ADAL" clId="{20B9C4F6-F537-4BE7-987D-554A3B4B781E}" dt="2023-09-05T02:12:14.281" v="314" actId="1076"/>
          <ac:picMkLst>
            <pc:docMk/>
            <pc:sldMk cId="1943926825" sldId="2076137704"/>
            <ac:picMk id="2050" creationId="{3F21FD4D-CAA2-76D4-8B35-B7D0509C8200}"/>
          </ac:picMkLst>
        </pc:picChg>
      </pc:sldChg>
      <pc:sldChg chg="modSp mod">
        <pc:chgData name="Alejandra Bravo Garcia" userId="4cf5125d-f567-4a98-9bb5-4ea9ae908f01" providerId="ADAL" clId="{20B9C4F6-F537-4BE7-987D-554A3B4B781E}" dt="2023-09-05T01:58:04.930" v="63" actId="20577"/>
        <pc:sldMkLst>
          <pc:docMk/>
          <pc:sldMk cId="3167001994" sldId="2076137705"/>
        </pc:sldMkLst>
        <pc:spChg chg="mod">
          <ac:chgData name="Alejandra Bravo Garcia" userId="4cf5125d-f567-4a98-9bb5-4ea9ae908f01" providerId="ADAL" clId="{20B9C4F6-F537-4BE7-987D-554A3B4B781E}" dt="2023-09-05T01:58:04.930" v="63" actId="20577"/>
          <ac:spMkLst>
            <pc:docMk/>
            <pc:sldMk cId="3167001994" sldId="2076137705"/>
            <ac:spMk id="2" creationId="{972BB412-0761-08C0-91B5-7D184FDF0428}"/>
          </ac:spMkLst>
        </pc:spChg>
        <pc:spChg chg="mod">
          <ac:chgData name="Alejandra Bravo Garcia" userId="4cf5125d-f567-4a98-9bb5-4ea9ae908f01" providerId="ADAL" clId="{20B9C4F6-F537-4BE7-987D-554A3B4B781E}" dt="2023-09-05T01:51:50.923" v="36" actId="20577"/>
          <ac:spMkLst>
            <pc:docMk/>
            <pc:sldMk cId="3167001994" sldId="2076137705"/>
            <ac:spMk id="3" creationId="{317770C8-A12B-436B-AB8E-9FC2932E0DB7}"/>
          </ac:spMkLst>
        </pc:spChg>
      </pc:sldChg>
      <pc:sldChg chg="addSp modSp mod setBg">
        <pc:chgData name="Alejandra Bravo Garcia" userId="4cf5125d-f567-4a98-9bb5-4ea9ae908f01" providerId="ADAL" clId="{20B9C4F6-F537-4BE7-987D-554A3B4B781E}" dt="2023-09-05T02:53:38.287" v="444" actId="207"/>
        <pc:sldMkLst>
          <pc:docMk/>
          <pc:sldMk cId="2328334949" sldId="2076137706"/>
        </pc:sldMkLst>
        <pc:spChg chg="mod">
          <ac:chgData name="Alejandra Bravo Garcia" userId="4cf5125d-f567-4a98-9bb5-4ea9ae908f01" providerId="ADAL" clId="{20B9C4F6-F537-4BE7-987D-554A3B4B781E}" dt="2023-09-05T01:58:17.012" v="65" actId="14100"/>
          <ac:spMkLst>
            <pc:docMk/>
            <pc:sldMk cId="2328334949" sldId="2076137706"/>
            <ac:spMk id="2" creationId="{B6EFDCBE-E499-3103-92A5-28F5D6427A64}"/>
          </ac:spMkLst>
        </pc:spChg>
        <pc:spChg chg="add mod">
          <ac:chgData name="Alejandra Bravo Garcia" userId="4cf5125d-f567-4a98-9bb5-4ea9ae908f01" providerId="ADAL" clId="{20B9C4F6-F537-4BE7-987D-554A3B4B781E}" dt="2023-09-05T02:53:38.287" v="444" actId="207"/>
          <ac:spMkLst>
            <pc:docMk/>
            <pc:sldMk cId="2328334949" sldId="2076137706"/>
            <ac:spMk id="3" creationId="{E13EDA60-EA13-DE58-247C-0BA1927DF33E}"/>
          </ac:spMkLst>
        </pc:spChg>
      </pc:sldChg>
      <pc:sldChg chg="modSp add mod ord">
        <pc:chgData name="Alejandra Bravo Garcia" userId="4cf5125d-f567-4a98-9bb5-4ea9ae908f01" providerId="ADAL" clId="{20B9C4F6-F537-4BE7-987D-554A3B4B781E}" dt="2023-09-05T02:05:38.074" v="202" actId="14100"/>
        <pc:sldMkLst>
          <pc:docMk/>
          <pc:sldMk cId="3736436638" sldId="2076137707"/>
        </pc:sldMkLst>
        <pc:spChg chg="mod">
          <ac:chgData name="Alejandra Bravo Garcia" userId="4cf5125d-f567-4a98-9bb5-4ea9ae908f01" providerId="ADAL" clId="{20B9C4F6-F537-4BE7-987D-554A3B4B781E}" dt="2023-09-05T02:05:38.074" v="202" actId="14100"/>
          <ac:spMkLst>
            <pc:docMk/>
            <pc:sldMk cId="3736436638" sldId="2076137707"/>
            <ac:spMk id="2" creationId="{A3C1683D-3F2C-514D-52C2-E5502AEA6BCB}"/>
          </ac:spMkLst>
        </pc:spChg>
      </pc:sldChg>
      <pc:sldChg chg="modSp add mod ord">
        <pc:chgData name="Alejandra Bravo Garcia" userId="4cf5125d-f567-4a98-9bb5-4ea9ae908f01" providerId="ADAL" clId="{20B9C4F6-F537-4BE7-987D-554A3B4B781E}" dt="2023-09-05T02:07:55.535" v="238" actId="20577"/>
        <pc:sldMkLst>
          <pc:docMk/>
          <pc:sldMk cId="829328944" sldId="2076137708"/>
        </pc:sldMkLst>
        <pc:spChg chg="mod">
          <ac:chgData name="Alejandra Bravo Garcia" userId="4cf5125d-f567-4a98-9bb5-4ea9ae908f01" providerId="ADAL" clId="{20B9C4F6-F537-4BE7-987D-554A3B4B781E}" dt="2023-09-05T02:07:55.535" v="238" actId="20577"/>
          <ac:spMkLst>
            <pc:docMk/>
            <pc:sldMk cId="829328944" sldId="2076137708"/>
            <ac:spMk id="2" creationId="{A3C1683D-3F2C-514D-52C2-E5502AEA6BCB}"/>
          </ac:spMkLst>
        </pc:spChg>
      </pc:sldChg>
      <pc:sldChg chg="modSp add mod">
        <pc:chgData name="Alejandra Bravo Garcia" userId="4cf5125d-f567-4a98-9bb5-4ea9ae908f01" providerId="ADAL" clId="{20B9C4F6-F537-4BE7-987D-554A3B4B781E}" dt="2023-09-05T02:08:29.494" v="243" actId="20577"/>
        <pc:sldMkLst>
          <pc:docMk/>
          <pc:sldMk cId="694389719" sldId="2076137709"/>
        </pc:sldMkLst>
        <pc:spChg chg="mod">
          <ac:chgData name="Alejandra Bravo Garcia" userId="4cf5125d-f567-4a98-9bb5-4ea9ae908f01" providerId="ADAL" clId="{20B9C4F6-F537-4BE7-987D-554A3B4B781E}" dt="2023-09-05T02:08:29.494" v="243" actId="20577"/>
          <ac:spMkLst>
            <pc:docMk/>
            <pc:sldMk cId="694389719" sldId="2076137709"/>
            <ac:spMk id="2" creationId="{A3C1683D-3F2C-514D-52C2-E5502AEA6BCB}"/>
          </ac:spMkLst>
        </pc:spChg>
      </pc:sldChg>
      <pc:sldChg chg="modSp add mod">
        <pc:chgData name="Alejandra Bravo Garcia" userId="4cf5125d-f567-4a98-9bb5-4ea9ae908f01" providerId="ADAL" clId="{20B9C4F6-F537-4BE7-987D-554A3B4B781E}" dt="2023-09-05T02:08:53.284" v="250" actId="20577"/>
        <pc:sldMkLst>
          <pc:docMk/>
          <pc:sldMk cId="3734186721" sldId="2076137710"/>
        </pc:sldMkLst>
        <pc:spChg chg="mod">
          <ac:chgData name="Alejandra Bravo Garcia" userId="4cf5125d-f567-4a98-9bb5-4ea9ae908f01" providerId="ADAL" clId="{20B9C4F6-F537-4BE7-987D-554A3B4B781E}" dt="2023-09-05T02:08:53.284" v="250" actId="20577"/>
          <ac:spMkLst>
            <pc:docMk/>
            <pc:sldMk cId="3734186721" sldId="2076137710"/>
            <ac:spMk id="2" creationId="{A3C1683D-3F2C-514D-52C2-E5502AEA6BCB}"/>
          </ac:spMkLst>
        </pc:spChg>
      </pc:sldChg>
      <pc:sldChg chg="modSp add mod">
        <pc:chgData name="Alejandra Bravo Garcia" userId="4cf5125d-f567-4a98-9bb5-4ea9ae908f01" providerId="ADAL" clId="{20B9C4F6-F537-4BE7-987D-554A3B4B781E}" dt="2023-09-05T02:10:39.157" v="303" actId="20577"/>
        <pc:sldMkLst>
          <pc:docMk/>
          <pc:sldMk cId="571905608" sldId="2076137711"/>
        </pc:sldMkLst>
        <pc:spChg chg="mod">
          <ac:chgData name="Alejandra Bravo Garcia" userId="4cf5125d-f567-4a98-9bb5-4ea9ae908f01" providerId="ADAL" clId="{20B9C4F6-F537-4BE7-987D-554A3B4B781E}" dt="2023-09-05T02:10:39.157" v="303" actId="20577"/>
          <ac:spMkLst>
            <pc:docMk/>
            <pc:sldMk cId="571905608" sldId="2076137711"/>
            <ac:spMk id="2" creationId="{A3C1683D-3F2C-514D-52C2-E5502AEA6BCB}"/>
          </ac:spMkLst>
        </pc:spChg>
      </pc:sldChg>
      <pc:sldChg chg="add del">
        <pc:chgData name="Alejandra Bravo Garcia" userId="4cf5125d-f567-4a98-9bb5-4ea9ae908f01" providerId="ADAL" clId="{20B9C4F6-F537-4BE7-987D-554A3B4B781E}" dt="2023-09-05T02:06:17.425" v="211" actId="2696"/>
        <pc:sldMkLst>
          <pc:docMk/>
          <pc:sldMk cId="1618824746" sldId="2076137712"/>
        </pc:sldMkLst>
      </pc:sldChg>
      <pc:sldChg chg="addSp delSp modSp add mod ord">
        <pc:chgData name="Alejandra Bravo Garcia" userId="4cf5125d-f567-4a98-9bb5-4ea9ae908f01" providerId="ADAL" clId="{20B9C4F6-F537-4BE7-987D-554A3B4B781E}" dt="2023-09-05T02:11:25.147" v="305"/>
        <pc:sldMkLst>
          <pc:docMk/>
          <pc:sldMk cId="3631252662" sldId="2076137712"/>
        </pc:sldMkLst>
        <pc:spChg chg="del">
          <ac:chgData name="Alejandra Bravo Garcia" userId="4cf5125d-f567-4a98-9bb5-4ea9ae908f01" providerId="ADAL" clId="{20B9C4F6-F537-4BE7-987D-554A3B4B781E}" dt="2023-09-05T02:07:08.601" v="226" actId="478"/>
          <ac:spMkLst>
            <pc:docMk/>
            <pc:sldMk cId="3631252662" sldId="2076137712"/>
            <ac:spMk id="2" creationId="{65692239-D7A4-8289-9A70-5DE5384D5E01}"/>
          </ac:spMkLst>
        </pc:spChg>
        <pc:spChg chg="del">
          <ac:chgData name="Alejandra Bravo Garcia" userId="4cf5125d-f567-4a98-9bb5-4ea9ae908f01" providerId="ADAL" clId="{20B9C4F6-F537-4BE7-987D-554A3B4B781E}" dt="2023-09-05T02:07:00.520" v="224" actId="478"/>
          <ac:spMkLst>
            <pc:docMk/>
            <pc:sldMk cId="3631252662" sldId="2076137712"/>
            <ac:spMk id="3" creationId="{22ACFD13-C7FA-F4C3-0B07-3BE2A9BDD524}"/>
          </ac:spMkLst>
        </pc:spChg>
        <pc:picChg chg="add mod">
          <ac:chgData name="Alejandra Bravo Garcia" userId="4cf5125d-f567-4a98-9bb5-4ea9ae908f01" providerId="ADAL" clId="{20B9C4F6-F537-4BE7-987D-554A3B4B781E}" dt="2023-09-05T02:07:19.973" v="227" actId="1076"/>
          <ac:picMkLst>
            <pc:docMk/>
            <pc:sldMk cId="3631252662" sldId="2076137712"/>
            <ac:picMk id="1026" creationId="{DC153E5B-DFF3-D2D8-88FC-43C6A850998F}"/>
          </ac:picMkLst>
        </pc:picChg>
      </pc:sldChg>
      <pc:sldChg chg="addSp delSp modSp add mod ord">
        <pc:chgData name="Alejandra Bravo Garcia" userId="4cf5125d-f567-4a98-9bb5-4ea9ae908f01" providerId="ADAL" clId="{20B9C4F6-F537-4BE7-987D-554A3B4B781E}" dt="2023-09-05T02:17:56.182" v="351" actId="1076"/>
        <pc:sldMkLst>
          <pc:docMk/>
          <pc:sldMk cId="536104298" sldId="2076137713"/>
        </pc:sldMkLst>
        <pc:spChg chg="del mod">
          <ac:chgData name="Alejandra Bravo Garcia" userId="4cf5125d-f567-4a98-9bb5-4ea9ae908f01" providerId="ADAL" clId="{20B9C4F6-F537-4BE7-987D-554A3B4B781E}" dt="2023-09-05T02:15:31.170" v="338" actId="478"/>
          <ac:spMkLst>
            <pc:docMk/>
            <pc:sldMk cId="536104298" sldId="2076137713"/>
            <ac:spMk id="2" creationId="{65692239-D7A4-8289-9A70-5DE5384D5E01}"/>
          </ac:spMkLst>
        </pc:spChg>
        <pc:spChg chg="del">
          <ac:chgData name="Alejandra Bravo Garcia" userId="4cf5125d-f567-4a98-9bb5-4ea9ae908f01" providerId="ADAL" clId="{20B9C4F6-F537-4BE7-987D-554A3B4B781E}" dt="2023-09-05T02:15:07.040" v="332" actId="478"/>
          <ac:spMkLst>
            <pc:docMk/>
            <pc:sldMk cId="536104298" sldId="2076137713"/>
            <ac:spMk id="3" creationId="{22ACFD13-C7FA-F4C3-0B07-3BE2A9BDD524}"/>
          </ac:spMkLst>
        </pc:spChg>
        <pc:spChg chg="add mod">
          <ac:chgData name="Alejandra Bravo Garcia" userId="4cf5125d-f567-4a98-9bb5-4ea9ae908f01" providerId="ADAL" clId="{20B9C4F6-F537-4BE7-987D-554A3B4B781E}" dt="2023-09-05T02:16:49.285" v="345" actId="14100"/>
          <ac:spMkLst>
            <pc:docMk/>
            <pc:sldMk cId="536104298" sldId="2076137713"/>
            <ac:spMk id="4" creationId="{50FEBFAF-F16F-D3D3-04EB-C957FF331333}"/>
          </ac:spMkLst>
        </pc:spChg>
        <pc:spChg chg="add mod">
          <ac:chgData name="Alejandra Bravo Garcia" userId="4cf5125d-f567-4a98-9bb5-4ea9ae908f01" providerId="ADAL" clId="{20B9C4F6-F537-4BE7-987D-554A3B4B781E}" dt="2023-09-05T02:17:09.306" v="348" actId="255"/>
          <ac:spMkLst>
            <pc:docMk/>
            <pc:sldMk cId="536104298" sldId="2076137713"/>
            <ac:spMk id="5" creationId="{396D43B6-C001-8635-3ECC-22C243D08BBD}"/>
          </ac:spMkLst>
        </pc:spChg>
        <pc:spChg chg="add mod">
          <ac:chgData name="Alejandra Bravo Garcia" userId="4cf5125d-f567-4a98-9bb5-4ea9ae908f01" providerId="ADAL" clId="{20B9C4F6-F537-4BE7-987D-554A3B4B781E}" dt="2023-09-05T02:17:56.182" v="351" actId="1076"/>
          <ac:spMkLst>
            <pc:docMk/>
            <pc:sldMk cId="536104298" sldId="2076137713"/>
            <ac:spMk id="6" creationId="{C5827CDD-A6E4-25EA-3A20-58D43697366D}"/>
          </ac:spMkLst>
        </pc:spChg>
        <pc:spChg chg="add mod">
          <ac:chgData name="Alejandra Bravo Garcia" userId="4cf5125d-f567-4a98-9bb5-4ea9ae908f01" providerId="ADAL" clId="{20B9C4F6-F537-4BE7-987D-554A3B4B781E}" dt="2023-09-05T02:17:46.310" v="350" actId="20577"/>
          <ac:spMkLst>
            <pc:docMk/>
            <pc:sldMk cId="536104298" sldId="2076137713"/>
            <ac:spMk id="7" creationId="{22E3879B-FFF9-187A-E988-98E80FBEF22E}"/>
          </ac:spMkLst>
        </pc:spChg>
      </pc:sldChg>
      <pc:sldChg chg="addSp delSp modSp add mod ord">
        <pc:chgData name="Alejandra Bravo Garcia" userId="4cf5125d-f567-4a98-9bb5-4ea9ae908f01" providerId="ADAL" clId="{20B9C4F6-F537-4BE7-987D-554A3B4B781E}" dt="2023-09-05T02:20:31.766" v="368" actId="113"/>
        <pc:sldMkLst>
          <pc:docMk/>
          <pc:sldMk cId="4073713596" sldId="2076137714"/>
        </pc:sldMkLst>
        <pc:spChg chg="del">
          <ac:chgData name="Alejandra Bravo Garcia" userId="4cf5125d-f567-4a98-9bb5-4ea9ae908f01" providerId="ADAL" clId="{20B9C4F6-F537-4BE7-987D-554A3B4B781E}" dt="2023-09-05T02:18:28.266" v="352" actId="478"/>
          <ac:spMkLst>
            <pc:docMk/>
            <pc:sldMk cId="4073713596" sldId="2076137714"/>
            <ac:spMk id="2" creationId="{65692239-D7A4-8289-9A70-5DE5384D5E01}"/>
          </ac:spMkLst>
        </pc:spChg>
        <pc:spChg chg="del">
          <ac:chgData name="Alejandra Bravo Garcia" userId="4cf5125d-f567-4a98-9bb5-4ea9ae908f01" providerId="ADAL" clId="{20B9C4F6-F537-4BE7-987D-554A3B4B781E}" dt="2023-09-05T02:18:29.875" v="353" actId="478"/>
          <ac:spMkLst>
            <pc:docMk/>
            <pc:sldMk cId="4073713596" sldId="2076137714"/>
            <ac:spMk id="3" creationId="{22ACFD13-C7FA-F4C3-0B07-3BE2A9BDD524}"/>
          </ac:spMkLst>
        </pc:spChg>
        <pc:spChg chg="add mod">
          <ac:chgData name="Alejandra Bravo Garcia" userId="4cf5125d-f567-4a98-9bb5-4ea9ae908f01" providerId="ADAL" clId="{20B9C4F6-F537-4BE7-987D-554A3B4B781E}" dt="2023-09-05T02:20:15.953" v="363" actId="14100"/>
          <ac:spMkLst>
            <pc:docMk/>
            <pc:sldMk cId="4073713596" sldId="2076137714"/>
            <ac:spMk id="4" creationId="{A4110A9C-3C0C-FFE0-8B27-DD567C75CC9C}"/>
          </ac:spMkLst>
        </pc:spChg>
        <pc:spChg chg="add mod">
          <ac:chgData name="Alejandra Bravo Garcia" userId="4cf5125d-f567-4a98-9bb5-4ea9ae908f01" providerId="ADAL" clId="{20B9C4F6-F537-4BE7-987D-554A3B4B781E}" dt="2023-09-05T02:20:19.067" v="364" actId="14100"/>
          <ac:spMkLst>
            <pc:docMk/>
            <pc:sldMk cId="4073713596" sldId="2076137714"/>
            <ac:spMk id="5" creationId="{D12BFC78-BB1A-5DF7-4A24-B2D125E3F549}"/>
          </ac:spMkLst>
        </pc:spChg>
        <pc:spChg chg="add mod">
          <ac:chgData name="Alejandra Bravo Garcia" userId="4cf5125d-f567-4a98-9bb5-4ea9ae908f01" providerId="ADAL" clId="{20B9C4F6-F537-4BE7-987D-554A3B4B781E}" dt="2023-09-05T02:20:31.766" v="368" actId="113"/>
          <ac:spMkLst>
            <pc:docMk/>
            <pc:sldMk cId="4073713596" sldId="2076137714"/>
            <ac:spMk id="6" creationId="{C5B670E2-61D2-BDE5-CA30-D2856F15D7DD}"/>
          </ac:spMkLst>
        </pc:spChg>
        <pc:picChg chg="add mod">
          <ac:chgData name="Alejandra Bravo Garcia" userId="4cf5125d-f567-4a98-9bb5-4ea9ae908f01" providerId="ADAL" clId="{20B9C4F6-F537-4BE7-987D-554A3B4B781E}" dt="2023-09-05T02:19:48.535" v="361" actId="1440"/>
          <ac:picMkLst>
            <pc:docMk/>
            <pc:sldMk cId="4073713596" sldId="2076137714"/>
            <ac:picMk id="4098" creationId="{341E7F11-1D29-5C4D-77E0-B8E3E6750D91}"/>
          </ac:picMkLst>
        </pc:picChg>
        <pc:picChg chg="add mod">
          <ac:chgData name="Alejandra Bravo Garcia" userId="4cf5125d-f567-4a98-9bb5-4ea9ae908f01" providerId="ADAL" clId="{20B9C4F6-F537-4BE7-987D-554A3B4B781E}" dt="2023-09-05T02:19:50.590" v="362" actId="1440"/>
          <ac:picMkLst>
            <pc:docMk/>
            <pc:sldMk cId="4073713596" sldId="2076137714"/>
            <ac:picMk id="4099" creationId="{DBB5197D-7643-3A44-BB24-E3E9AA538EDC}"/>
          </ac:picMkLst>
        </pc:picChg>
      </pc:sldChg>
      <pc:sldChg chg="addSp delSp modSp add mod ord">
        <pc:chgData name="Alejandra Bravo Garcia" userId="4cf5125d-f567-4a98-9bb5-4ea9ae908f01" providerId="ADAL" clId="{20B9C4F6-F537-4BE7-987D-554A3B4B781E}" dt="2023-09-05T02:22:00.112" v="379" actId="207"/>
        <pc:sldMkLst>
          <pc:docMk/>
          <pc:sldMk cId="3308352145" sldId="2076137715"/>
        </pc:sldMkLst>
        <pc:spChg chg="del">
          <ac:chgData name="Alejandra Bravo Garcia" userId="4cf5125d-f567-4a98-9bb5-4ea9ae908f01" providerId="ADAL" clId="{20B9C4F6-F537-4BE7-987D-554A3B4B781E}" dt="2023-09-05T02:21:04.214" v="370" actId="478"/>
          <ac:spMkLst>
            <pc:docMk/>
            <pc:sldMk cId="3308352145" sldId="2076137715"/>
            <ac:spMk id="2" creationId="{65692239-D7A4-8289-9A70-5DE5384D5E01}"/>
          </ac:spMkLst>
        </pc:spChg>
        <pc:spChg chg="del">
          <ac:chgData name="Alejandra Bravo Garcia" userId="4cf5125d-f567-4a98-9bb5-4ea9ae908f01" providerId="ADAL" clId="{20B9C4F6-F537-4BE7-987D-554A3B4B781E}" dt="2023-09-05T02:21:02.471" v="369" actId="478"/>
          <ac:spMkLst>
            <pc:docMk/>
            <pc:sldMk cId="3308352145" sldId="2076137715"/>
            <ac:spMk id="3" creationId="{22ACFD13-C7FA-F4C3-0B07-3BE2A9BDD524}"/>
          </ac:spMkLst>
        </pc:spChg>
        <pc:spChg chg="add mod">
          <ac:chgData name="Alejandra Bravo Garcia" userId="4cf5125d-f567-4a98-9bb5-4ea9ae908f01" providerId="ADAL" clId="{20B9C4F6-F537-4BE7-987D-554A3B4B781E}" dt="2023-09-05T02:21:52.352" v="378" actId="113"/>
          <ac:spMkLst>
            <pc:docMk/>
            <pc:sldMk cId="3308352145" sldId="2076137715"/>
            <ac:spMk id="4" creationId="{89401DFB-4589-4A40-1CF4-5D132DD2EF72}"/>
          </ac:spMkLst>
        </pc:spChg>
        <pc:spChg chg="add mod">
          <ac:chgData name="Alejandra Bravo Garcia" userId="4cf5125d-f567-4a98-9bb5-4ea9ae908f01" providerId="ADAL" clId="{20B9C4F6-F537-4BE7-987D-554A3B4B781E}" dt="2023-09-05T02:22:00.112" v="379" actId="207"/>
          <ac:spMkLst>
            <pc:docMk/>
            <pc:sldMk cId="3308352145" sldId="2076137715"/>
            <ac:spMk id="5" creationId="{A2D74E4D-CBE6-A3D9-BD83-ED8A812243ED}"/>
          </ac:spMkLst>
        </pc:spChg>
        <pc:spChg chg="add mod">
          <ac:chgData name="Alejandra Bravo Garcia" userId="4cf5125d-f567-4a98-9bb5-4ea9ae908f01" providerId="ADAL" clId="{20B9C4F6-F537-4BE7-987D-554A3B4B781E}" dt="2023-09-05T02:21:32.961" v="374" actId="1076"/>
          <ac:spMkLst>
            <pc:docMk/>
            <pc:sldMk cId="3308352145" sldId="2076137715"/>
            <ac:spMk id="6" creationId="{E7A96764-862C-3475-9311-453A659389A3}"/>
          </ac:spMkLst>
        </pc:spChg>
        <pc:picChg chg="add mod">
          <ac:chgData name="Alejandra Bravo Garcia" userId="4cf5125d-f567-4a98-9bb5-4ea9ae908f01" providerId="ADAL" clId="{20B9C4F6-F537-4BE7-987D-554A3B4B781E}" dt="2023-09-05T02:21:39.376" v="376" actId="1440"/>
          <ac:picMkLst>
            <pc:docMk/>
            <pc:sldMk cId="3308352145" sldId="2076137715"/>
            <ac:picMk id="5122" creationId="{E54C5135-F610-A35E-7081-EC02C10B7FFC}"/>
          </ac:picMkLst>
        </pc:picChg>
      </pc:sldChg>
      <pc:sldChg chg="addSp delSp modSp add mod">
        <pc:chgData name="Alejandra Bravo Garcia" userId="4cf5125d-f567-4a98-9bb5-4ea9ae908f01" providerId="ADAL" clId="{20B9C4F6-F537-4BE7-987D-554A3B4B781E}" dt="2023-09-05T02:14:13.054" v="331" actId="14100"/>
        <pc:sldMkLst>
          <pc:docMk/>
          <pc:sldMk cId="2456185182" sldId="2076137716"/>
        </pc:sldMkLst>
        <pc:spChg chg="mod">
          <ac:chgData name="Alejandra Bravo Garcia" userId="4cf5125d-f567-4a98-9bb5-4ea9ae908f01" providerId="ADAL" clId="{20B9C4F6-F537-4BE7-987D-554A3B4B781E}" dt="2023-09-05T02:13:26.277" v="324" actId="5793"/>
          <ac:spMkLst>
            <pc:docMk/>
            <pc:sldMk cId="2456185182" sldId="2076137716"/>
            <ac:spMk id="2" creationId="{65692239-D7A4-8289-9A70-5DE5384D5E01}"/>
          </ac:spMkLst>
        </pc:spChg>
        <pc:picChg chg="del">
          <ac:chgData name="Alejandra Bravo Garcia" userId="4cf5125d-f567-4a98-9bb5-4ea9ae908f01" providerId="ADAL" clId="{20B9C4F6-F537-4BE7-987D-554A3B4B781E}" dt="2023-09-05T02:12:59.294" v="320" actId="478"/>
          <ac:picMkLst>
            <pc:docMk/>
            <pc:sldMk cId="2456185182" sldId="2076137716"/>
            <ac:picMk id="2050" creationId="{3F21FD4D-CAA2-76D4-8B35-B7D0509C8200}"/>
          </ac:picMkLst>
        </pc:picChg>
        <pc:picChg chg="add mod">
          <ac:chgData name="Alejandra Bravo Garcia" userId="4cf5125d-f567-4a98-9bb5-4ea9ae908f01" providerId="ADAL" clId="{20B9C4F6-F537-4BE7-987D-554A3B4B781E}" dt="2023-09-05T02:14:13.054" v="331" actId="14100"/>
          <ac:picMkLst>
            <pc:docMk/>
            <pc:sldMk cId="2456185182" sldId="2076137716"/>
            <ac:picMk id="3074" creationId="{0E5561CE-0A7C-B717-8D59-304DF82310BC}"/>
          </ac:picMkLst>
        </pc:picChg>
      </pc:sldChg>
      <pc:sldMasterChg chg="delSldLayout">
        <pc:chgData name="Alejandra Bravo Garcia" userId="4cf5125d-f567-4a98-9bb5-4ea9ae908f01" providerId="ADAL" clId="{20B9C4F6-F537-4BE7-987D-554A3B4B781E}" dt="2023-09-05T02:05:50.448" v="206" actId="2696"/>
        <pc:sldMasterMkLst>
          <pc:docMk/>
          <pc:sldMasterMk cId="2491898207" sldId="2147483660"/>
        </pc:sldMasterMkLst>
        <pc:sldLayoutChg chg="del">
          <pc:chgData name="Alejandra Bravo Garcia" userId="4cf5125d-f567-4a98-9bb5-4ea9ae908f01" providerId="ADAL" clId="{20B9C4F6-F537-4BE7-987D-554A3B4B781E}" dt="2023-09-05T02:05:50.448" v="206" actId="2696"/>
          <pc:sldLayoutMkLst>
            <pc:docMk/>
            <pc:sldMasterMk cId="2491898207" sldId="2147483660"/>
            <pc:sldLayoutMk cId="1493273478" sldId="2147483666"/>
          </pc:sldLayoutMkLst>
        </pc:sldLayoutChg>
      </pc:sldMasterChg>
    </pc:docChg>
  </pc:docChgLst>
  <pc:docChgLst>
    <pc:chgData name="Alejandra Bravo Garcia" userId="S::alejandra.bravo@ipss.cl::4cf5125d-f567-4a98-9bb5-4ea9ae908f01" providerId="AD" clId="Web-{05E7CB29-12E1-5939-1313-556B4C81E519}"/>
    <pc:docChg chg="addSld modSld">
      <pc:chgData name="Alejandra Bravo Garcia" userId="S::alejandra.bravo@ipss.cl::4cf5125d-f567-4a98-9bb5-4ea9ae908f01" providerId="AD" clId="Web-{05E7CB29-12E1-5939-1313-556B4C81E519}" dt="2024-08-16T07:38:39.100" v="258" actId="14100"/>
      <pc:docMkLst>
        <pc:docMk/>
      </pc:docMkLst>
      <pc:sldChg chg="addSp modSp">
        <pc:chgData name="Alejandra Bravo Garcia" userId="S::alejandra.bravo@ipss.cl::4cf5125d-f567-4a98-9bb5-4ea9ae908f01" providerId="AD" clId="Web-{05E7CB29-12E1-5939-1313-556B4C81E519}" dt="2024-08-16T07:18:12.816" v="25" actId="14100"/>
        <pc:sldMkLst>
          <pc:docMk/>
          <pc:sldMk cId="1136515697" sldId="2076137702"/>
        </pc:sldMkLst>
        <pc:picChg chg="add mod modCrop">
          <ac:chgData name="Alejandra Bravo Garcia" userId="S::alejandra.bravo@ipss.cl::4cf5125d-f567-4a98-9bb5-4ea9ae908f01" providerId="AD" clId="Web-{05E7CB29-12E1-5939-1313-556B4C81E519}" dt="2024-08-16T07:18:12.816" v="25" actId="14100"/>
          <ac:picMkLst>
            <pc:docMk/>
            <pc:sldMk cId="1136515697" sldId="2076137702"/>
            <ac:picMk id="3" creationId="{CF851485-F878-CB45-6A55-AFD5E79673F0}"/>
          </ac:picMkLst>
        </pc:picChg>
        <pc:picChg chg="mod modCrop">
          <ac:chgData name="Alejandra Bravo Garcia" userId="S::alejandra.bravo@ipss.cl::4cf5125d-f567-4a98-9bb5-4ea9ae908f01" providerId="AD" clId="Web-{05E7CB29-12E1-5939-1313-556B4C81E519}" dt="2024-08-16T07:17:58.737" v="22" actId="1076"/>
          <ac:picMkLst>
            <pc:docMk/>
            <pc:sldMk cId="1136515697" sldId="2076137702"/>
            <ac:picMk id="4" creationId="{A98A01F7-FB78-34BC-192A-5AD67095ADB1}"/>
          </ac:picMkLst>
        </pc:picChg>
      </pc:sldChg>
      <pc:sldChg chg="modSp">
        <pc:chgData name="Alejandra Bravo Garcia" userId="S::alejandra.bravo@ipss.cl::4cf5125d-f567-4a98-9bb5-4ea9ae908f01" providerId="AD" clId="Web-{05E7CB29-12E1-5939-1313-556B4C81E519}" dt="2024-08-16T07:25:21.157" v="82" actId="1076"/>
        <pc:sldMkLst>
          <pc:docMk/>
          <pc:sldMk cId="2328334949" sldId="2076137706"/>
        </pc:sldMkLst>
        <pc:spChg chg="mod">
          <ac:chgData name="Alejandra Bravo Garcia" userId="S::alejandra.bravo@ipss.cl::4cf5125d-f567-4a98-9bb5-4ea9ae908f01" providerId="AD" clId="Web-{05E7CB29-12E1-5939-1313-556B4C81E519}" dt="2024-08-16T07:25:21.157" v="82" actId="1076"/>
          <ac:spMkLst>
            <pc:docMk/>
            <pc:sldMk cId="2328334949" sldId="2076137706"/>
            <ac:spMk id="2" creationId="{B6EFDCBE-E499-3103-92A5-28F5D6427A64}"/>
          </ac:spMkLst>
        </pc:spChg>
      </pc:sldChg>
      <pc:sldChg chg="modSp">
        <pc:chgData name="Alejandra Bravo Garcia" userId="S::alejandra.bravo@ipss.cl::4cf5125d-f567-4a98-9bb5-4ea9ae908f01" providerId="AD" clId="Web-{05E7CB29-12E1-5939-1313-556B4C81E519}" dt="2024-08-16T07:36:11.091" v="234" actId="14100"/>
        <pc:sldMkLst>
          <pc:docMk/>
          <pc:sldMk cId="829328944" sldId="2076137708"/>
        </pc:sldMkLst>
        <pc:spChg chg="mod">
          <ac:chgData name="Alejandra Bravo Garcia" userId="S::alejandra.bravo@ipss.cl::4cf5125d-f567-4a98-9bb5-4ea9ae908f01" providerId="AD" clId="Web-{05E7CB29-12E1-5939-1313-556B4C81E519}" dt="2024-08-16T07:36:11.091" v="234" actId="14100"/>
          <ac:spMkLst>
            <pc:docMk/>
            <pc:sldMk cId="829328944" sldId="2076137708"/>
            <ac:spMk id="3" creationId="{41EA7C5A-B8A2-74CE-3F3C-D46254F8EDEF}"/>
          </ac:spMkLst>
        </pc:spChg>
      </pc:sldChg>
      <pc:sldChg chg="modSp">
        <pc:chgData name="Alejandra Bravo Garcia" userId="S::alejandra.bravo@ipss.cl::4cf5125d-f567-4a98-9bb5-4ea9ae908f01" providerId="AD" clId="Web-{05E7CB29-12E1-5939-1313-556B4C81E519}" dt="2024-08-16T07:25:27.751" v="84" actId="1076"/>
        <pc:sldMkLst>
          <pc:docMk/>
          <pc:sldMk cId="2546042947" sldId="2076137717"/>
        </pc:sldMkLst>
        <pc:spChg chg="mod">
          <ac:chgData name="Alejandra Bravo Garcia" userId="S::alejandra.bravo@ipss.cl::4cf5125d-f567-4a98-9bb5-4ea9ae908f01" providerId="AD" clId="Web-{05E7CB29-12E1-5939-1313-556B4C81E519}" dt="2024-08-16T07:25:27.751" v="84" actId="1076"/>
          <ac:spMkLst>
            <pc:docMk/>
            <pc:sldMk cId="2546042947" sldId="2076137717"/>
            <ac:spMk id="2" creationId="{B6EFDCBE-E499-3103-92A5-28F5D6427A64}"/>
          </ac:spMkLst>
        </pc:spChg>
      </pc:sldChg>
      <pc:sldChg chg="modSp">
        <pc:chgData name="Alejandra Bravo Garcia" userId="S::alejandra.bravo@ipss.cl::4cf5125d-f567-4a98-9bb5-4ea9ae908f01" providerId="AD" clId="Web-{05E7CB29-12E1-5939-1313-556B4C81E519}" dt="2024-08-16T07:36:07.247" v="233" actId="14100"/>
        <pc:sldMkLst>
          <pc:docMk/>
          <pc:sldMk cId="655618774" sldId="2076137718"/>
        </pc:sldMkLst>
        <pc:spChg chg="mod">
          <ac:chgData name="Alejandra Bravo Garcia" userId="S::alejandra.bravo@ipss.cl::4cf5125d-f567-4a98-9bb5-4ea9ae908f01" providerId="AD" clId="Web-{05E7CB29-12E1-5939-1313-556B4C81E519}" dt="2024-08-16T07:36:07.247" v="233" actId="14100"/>
          <ac:spMkLst>
            <pc:docMk/>
            <pc:sldMk cId="655618774" sldId="2076137718"/>
            <ac:spMk id="3" creationId="{41EA7C5A-B8A2-74CE-3F3C-D46254F8EDEF}"/>
          </ac:spMkLst>
        </pc:spChg>
        <pc:spChg chg="mod">
          <ac:chgData name="Alejandra Bravo Garcia" userId="S::alejandra.bravo@ipss.cl::4cf5125d-f567-4a98-9bb5-4ea9ae908f01" providerId="AD" clId="Web-{05E7CB29-12E1-5939-1313-556B4C81E519}" dt="2024-08-16T07:26:08.926" v="91" actId="1076"/>
          <ac:spMkLst>
            <pc:docMk/>
            <pc:sldMk cId="655618774" sldId="2076137718"/>
            <ac:spMk id="5" creationId="{DD5A250C-4861-3DF8-1788-8DEF66D3413E}"/>
          </ac:spMkLst>
        </pc:spChg>
      </pc:sldChg>
      <pc:sldChg chg="modSp">
        <pc:chgData name="Alejandra Bravo Garcia" userId="S::alejandra.bravo@ipss.cl::4cf5125d-f567-4a98-9bb5-4ea9ae908f01" providerId="AD" clId="Web-{05E7CB29-12E1-5939-1313-556B4C81E519}" dt="2024-08-16T07:36:00.527" v="232" actId="14100"/>
        <pc:sldMkLst>
          <pc:docMk/>
          <pc:sldMk cId="52731123" sldId="2076137719"/>
        </pc:sldMkLst>
        <pc:spChg chg="mod">
          <ac:chgData name="Alejandra Bravo Garcia" userId="S::alejandra.bravo@ipss.cl::4cf5125d-f567-4a98-9bb5-4ea9ae908f01" providerId="AD" clId="Web-{05E7CB29-12E1-5939-1313-556B4C81E519}" dt="2024-08-16T07:36:00.527" v="232" actId="14100"/>
          <ac:spMkLst>
            <pc:docMk/>
            <pc:sldMk cId="52731123" sldId="2076137719"/>
            <ac:spMk id="3" creationId="{41EA7C5A-B8A2-74CE-3F3C-D46254F8EDEF}"/>
          </ac:spMkLst>
        </pc:spChg>
      </pc:sldChg>
      <pc:sldChg chg="modSp">
        <pc:chgData name="Alejandra Bravo Garcia" userId="S::alejandra.bravo@ipss.cl::4cf5125d-f567-4a98-9bb5-4ea9ae908f01" providerId="AD" clId="Web-{05E7CB29-12E1-5939-1313-556B4C81E519}" dt="2024-08-16T07:29:23.470" v="131" actId="1076"/>
        <pc:sldMkLst>
          <pc:docMk/>
          <pc:sldMk cId="3725916270" sldId="2076137720"/>
        </pc:sldMkLst>
        <pc:spChg chg="mod">
          <ac:chgData name="Alejandra Bravo Garcia" userId="S::alejandra.bravo@ipss.cl::4cf5125d-f567-4a98-9bb5-4ea9ae908f01" providerId="AD" clId="Web-{05E7CB29-12E1-5939-1313-556B4C81E519}" dt="2024-08-16T07:29:23.470" v="131" actId="1076"/>
          <ac:spMkLst>
            <pc:docMk/>
            <pc:sldMk cId="3725916270" sldId="2076137720"/>
            <ac:spMk id="3" creationId="{41EA7C5A-B8A2-74CE-3F3C-D46254F8EDEF}"/>
          </ac:spMkLst>
        </pc:spChg>
      </pc:sldChg>
      <pc:sldChg chg="modSp">
        <pc:chgData name="Alejandra Bravo Garcia" userId="S::alejandra.bravo@ipss.cl::4cf5125d-f567-4a98-9bb5-4ea9ae908f01" providerId="AD" clId="Web-{05E7CB29-12E1-5939-1313-556B4C81E519}" dt="2024-08-16T07:35:51.464" v="231" actId="14100"/>
        <pc:sldMkLst>
          <pc:docMk/>
          <pc:sldMk cId="1860988142" sldId="2076137721"/>
        </pc:sldMkLst>
        <pc:spChg chg="mod">
          <ac:chgData name="Alejandra Bravo Garcia" userId="S::alejandra.bravo@ipss.cl::4cf5125d-f567-4a98-9bb5-4ea9ae908f01" providerId="AD" clId="Web-{05E7CB29-12E1-5939-1313-556B4C81E519}" dt="2024-08-16T07:35:51.464" v="231" actId="14100"/>
          <ac:spMkLst>
            <pc:docMk/>
            <pc:sldMk cId="1860988142" sldId="2076137721"/>
            <ac:spMk id="3" creationId="{41EA7C5A-B8A2-74CE-3F3C-D46254F8EDEF}"/>
          </ac:spMkLst>
        </pc:spChg>
      </pc:sldChg>
      <pc:sldChg chg="modSp">
        <pc:chgData name="Alejandra Bravo Garcia" userId="S::alejandra.bravo@ipss.cl::4cf5125d-f567-4a98-9bb5-4ea9ae908f01" providerId="AD" clId="Web-{05E7CB29-12E1-5939-1313-556B4C81E519}" dt="2024-08-16T07:35:29.260" v="229" actId="1076"/>
        <pc:sldMkLst>
          <pc:docMk/>
          <pc:sldMk cId="3507390962" sldId="2076137722"/>
        </pc:sldMkLst>
        <pc:spChg chg="mod">
          <ac:chgData name="Alejandra Bravo Garcia" userId="S::alejandra.bravo@ipss.cl::4cf5125d-f567-4a98-9bb5-4ea9ae908f01" providerId="AD" clId="Web-{05E7CB29-12E1-5939-1313-556B4C81E519}" dt="2024-08-16T07:35:29.260" v="229" actId="1076"/>
          <ac:spMkLst>
            <pc:docMk/>
            <pc:sldMk cId="3507390962" sldId="2076137722"/>
            <ac:spMk id="3" creationId="{41EA7C5A-B8A2-74CE-3F3C-D46254F8EDEF}"/>
          </ac:spMkLst>
        </pc:spChg>
      </pc:sldChg>
      <pc:sldChg chg="modSp">
        <pc:chgData name="Alejandra Bravo Garcia" userId="S::alejandra.bravo@ipss.cl::4cf5125d-f567-4a98-9bb5-4ea9ae908f01" providerId="AD" clId="Web-{05E7CB29-12E1-5939-1313-556B4C81E519}" dt="2024-08-16T07:35:00.711" v="220" actId="1076"/>
        <pc:sldMkLst>
          <pc:docMk/>
          <pc:sldMk cId="1379284200" sldId="2076137723"/>
        </pc:sldMkLst>
        <pc:spChg chg="mod">
          <ac:chgData name="Alejandra Bravo Garcia" userId="S::alejandra.bravo@ipss.cl::4cf5125d-f567-4a98-9bb5-4ea9ae908f01" providerId="AD" clId="Web-{05E7CB29-12E1-5939-1313-556B4C81E519}" dt="2024-08-16T07:35:00.711" v="220" actId="1076"/>
          <ac:spMkLst>
            <pc:docMk/>
            <pc:sldMk cId="1379284200" sldId="2076137723"/>
            <ac:spMk id="3" creationId="{41EA7C5A-B8A2-74CE-3F3C-D46254F8EDEF}"/>
          </ac:spMkLst>
        </pc:spChg>
      </pc:sldChg>
      <pc:sldChg chg="modSp">
        <pc:chgData name="Alejandra Bravo Garcia" userId="S::alejandra.bravo@ipss.cl::4cf5125d-f567-4a98-9bb5-4ea9ae908f01" providerId="AD" clId="Web-{05E7CB29-12E1-5939-1313-556B4C81E519}" dt="2024-08-16T07:34:33.006" v="212" actId="14100"/>
        <pc:sldMkLst>
          <pc:docMk/>
          <pc:sldMk cId="2290854836" sldId="2076137724"/>
        </pc:sldMkLst>
        <pc:spChg chg="mod">
          <ac:chgData name="Alejandra Bravo Garcia" userId="S::alejandra.bravo@ipss.cl::4cf5125d-f567-4a98-9bb5-4ea9ae908f01" providerId="AD" clId="Web-{05E7CB29-12E1-5939-1313-556B4C81E519}" dt="2024-08-16T07:34:33.006" v="212" actId="14100"/>
          <ac:spMkLst>
            <pc:docMk/>
            <pc:sldMk cId="2290854836" sldId="2076137724"/>
            <ac:spMk id="3" creationId="{41EA7C5A-B8A2-74CE-3F3C-D46254F8EDEF}"/>
          </ac:spMkLst>
        </pc:spChg>
      </pc:sldChg>
      <pc:sldChg chg="modSp">
        <pc:chgData name="Alejandra Bravo Garcia" userId="S::alejandra.bravo@ipss.cl::4cf5125d-f567-4a98-9bb5-4ea9ae908f01" providerId="AD" clId="Web-{05E7CB29-12E1-5939-1313-556B4C81E519}" dt="2024-08-16T07:34:23.959" v="210" actId="1076"/>
        <pc:sldMkLst>
          <pc:docMk/>
          <pc:sldMk cId="2352105277" sldId="2076137725"/>
        </pc:sldMkLst>
        <pc:spChg chg="mod">
          <ac:chgData name="Alejandra Bravo Garcia" userId="S::alejandra.bravo@ipss.cl::4cf5125d-f567-4a98-9bb5-4ea9ae908f01" providerId="AD" clId="Web-{05E7CB29-12E1-5939-1313-556B4C81E519}" dt="2024-08-16T07:34:23.959" v="210" actId="1076"/>
          <ac:spMkLst>
            <pc:docMk/>
            <pc:sldMk cId="2352105277" sldId="2076137725"/>
            <ac:spMk id="3" creationId="{41EA7C5A-B8A2-74CE-3F3C-D46254F8EDEF}"/>
          </ac:spMkLst>
        </pc:spChg>
      </pc:sldChg>
      <pc:sldChg chg="modSp">
        <pc:chgData name="Alejandra Bravo Garcia" userId="S::alejandra.bravo@ipss.cl::4cf5125d-f567-4a98-9bb5-4ea9ae908f01" providerId="AD" clId="Web-{05E7CB29-12E1-5939-1313-556B4C81E519}" dt="2024-08-16T07:32:18.185" v="179" actId="1076"/>
        <pc:sldMkLst>
          <pc:docMk/>
          <pc:sldMk cId="3431190566" sldId="2076137726"/>
        </pc:sldMkLst>
        <pc:spChg chg="mod">
          <ac:chgData name="Alejandra Bravo Garcia" userId="S::alejandra.bravo@ipss.cl::4cf5125d-f567-4a98-9bb5-4ea9ae908f01" providerId="AD" clId="Web-{05E7CB29-12E1-5939-1313-556B4C81E519}" dt="2024-08-16T07:32:18.185" v="179" actId="1076"/>
          <ac:spMkLst>
            <pc:docMk/>
            <pc:sldMk cId="3431190566" sldId="2076137726"/>
            <ac:spMk id="3" creationId="{41EA7C5A-B8A2-74CE-3F3C-D46254F8EDEF}"/>
          </ac:spMkLst>
        </pc:spChg>
      </pc:sldChg>
      <pc:sldChg chg="modSp">
        <pc:chgData name="Alejandra Bravo Garcia" userId="S::alejandra.bravo@ipss.cl::4cf5125d-f567-4a98-9bb5-4ea9ae908f01" providerId="AD" clId="Web-{05E7CB29-12E1-5939-1313-556B4C81E519}" dt="2024-08-16T07:32:35.655" v="180" actId="1076"/>
        <pc:sldMkLst>
          <pc:docMk/>
          <pc:sldMk cId="3101129928" sldId="2076137727"/>
        </pc:sldMkLst>
        <pc:spChg chg="mod">
          <ac:chgData name="Alejandra Bravo Garcia" userId="S::alejandra.bravo@ipss.cl::4cf5125d-f567-4a98-9bb5-4ea9ae908f01" providerId="AD" clId="Web-{05E7CB29-12E1-5939-1313-556B4C81E519}" dt="2024-08-16T07:32:35.655" v="180" actId="1076"/>
          <ac:spMkLst>
            <pc:docMk/>
            <pc:sldMk cId="3101129928" sldId="2076137727"/>
            <ac:spMk id="3" creationId="{41EA7C5A-B8A2-74CE-3F3C-D46254F8EDEF}"/>
          </ac:spMkLst>
        </pc:spChg>
      </pc:sldChg>
      <pc:sldChg chg="modSp">
        <pc:chgData name="Alejandra Bravo Garcia" userId="S::alejandra.bravo@ipss.cl::4cf5125d-f567-4a98-9bb5-4ea9ae908f01" providerId="AD" clId="Web-{05E7CB29-12E1-5939-1313-556B4C81E519}" dt="2024-08-16T07:33:46.550" v="203" actId="1076"/>
        <pc:sldMkLst>
          <pc:docMk/>
          <pc:sldMk cId="3512969398" sldId="2076137728"/>
        </pc:sldMkLst>
        <pc:spChg chg="mod">
          <ac:chgData name="Alejandra Bravo Garcia" userId="S::alejandra.bravo@ipss.cl::4cf5125d-f567-4a98-9bb5-4ea9ae908f01" providerId="AD" clId="Web-{05E7CB29-12E1-5939-1313-556B4C81E519}" dt="2024-08-16T07:33:46.550" v="203" actId="1076"/>
          <ac:spMkLst>
            <pc:docMk/>
            <pc:sldMk cId="3512969398" sldId="2076137728"/>
            <ac:spMk id="3" creationId="{41EA7C5A-B8A2-74CE-3F3C-D46254F8EDEF}"/>
          </ac:spMkLst>
        </pc:spChg>
      </pc:sldChg>
      <pc:sldChg chg="modSp">
        <pc:chgData name="Alejandra Bravo Garcia" userId="S::alejandra.bravo@ipss.cl::4cf5125d-f567-4a98-9bb5-4ea9ae908f01" providerId="AD" clId="Web-{05E7CB29-12E1-5939-1313-556B4C81E519}" dt="2024-08-16T07:38:02.614" v="247" actId="1076"/>
        <pc:sldMkLst>
          <pc:docMk/>
          <pc:sldMk cId="3791719887" sldId="2076137729"/>
        </pc:sldMkLst>
        <pc:spChg chg="mod">
          <ac:chgData name="Alejandra Bravo Garcia" userId="S::alejandra.bravo@ipss.cl::4cf5125d-f567-4a98-9bb5-4ea9ae908f01" providerId="AD" clId="Web-{05E7CB29-12E1-5939-1313-556B4C81E519}" dt="2024-08-16T07:38:02.614" v="247" actId="1076"/>
          <ac:spMkLst>
            <pc:docMk/>
            <pc:sldMk cId="3791719887" sldId="2076137729"/>
            <ac:spMk id="3" creationId="{41EA7C5A-B8A2-74CE-3F3C-D46254F8EDEF}"/>
          </ac:spMkLst>
        </pc:spChg>
      </pc:sldChg>
      <pc:sldChg chg="modSp add replId">
        <pc:chgData name="Alejandra Bravo Garcia" userId="S::alejandra.bravo@ipss.cl::4cf5125d-f567-4a98-9bb5-4ea9ae908f01" providerId="AD" clId="Web-{05E7CB29-12E1-5939-1313-556B4C81E519}" dt="2024-08-16T07:38:39.100" v="258" actId="14100"/>
        <pc:sldMkLst>
          <pc:docMk/>
          <pc:sldMk cId="571427208" sldId="2076137730"/>
        </pc:sldMkLst>
        <pc:spChg chg="mod">
          <ac:chgData name="Alejandra Bravo Garcia" userId="S::alejandra.bravo@ipss.cl::4cf5125d-f567-4a98-9bb5-4ea9ae908f01" providerId="AD" clId="Web-{05E7CB29-12E1-5939-1313-556B4C81E519}" dt="2024-08-16T07:38:39.100" v="258" actId="14100"/>
          <ac:spMkLst>
            <pc:docMk/>
            <pc:sldMk cId="571427208" sldId="2076137730"/>
            <ac:spMk id="3" creationId="{41EA7C5A-B8A2-74CE-3F3C-D46254F8EDEF}"/>
          </ac:spMkLst>
        </pc:spChg>
      </pc:sldChg>
    </pc:docChg>
  </pc:docChgLst>
  <pc:docChgLst>
    <pc:chgData name="Alvaro Gajardo Rozas" userId="S::agajardo@ciisa.cl::b3fbea3f-f2a8-486d-aa1c-9a9bc80c7b05" providerId="AD" clId="Web-{81A78B22-6EB1-4333-B29B-3AA70FB3DE9C}"/>
    <pc:docChg chg="modSld">
      <pc:chgData name="Alvaro Gajardo Rozas" userId="S::agajardo@ciisa.cl::b3fbea3f-f2a8-486d-aa1c-9a9bc80c7b05" providerId="AD" clId="Web-{81A78B22-6EB1-4333-B29B-3AA70FB3DE9C}" dt="2023-08-17T18:58:22.310" v="1" actId="20577"/>
      <pc:docMkLst>
        <pc:docMk/>
      </pc:docMkLst>
      <pc:sldChg chg="modSp">
        <pc:chgData name="Alvaro Gajardo Rozas" userId="S::agajardo@ciisa.cl::b3fbea3f-f2a8-486d-aa1c-9a9bc80c7b05" providerId="AD" clId="Web-{81A78B22-6EB1-4333-B29B-3AA70FB3DE9C}" dt="2023-08-17T18:58:22.310" v="1" actId="20577"/>
        <pc:sldMkLst>
          <pc:docMk/>
          <pc:sldMk cId="1136515697" sldId="2076137702"/>
        </pc:sldMkLst>
        <pc:spChg chg="mod">
          <ac:chgData name="Alvaro Gajardo Rozas" userId="S::agajardo@ciisa.cl::b3fbea3f-f2a8-486d-aa1c-9a9bc80c7b05" providerId="AD" clId="Web-{81A78B22-6EB1-4333-B29B-3AA70FB3DE9C}" dt="2023-08-17T18:58:22.310" v="1" actId="20577"/>
          <ac:spMkLst>
            <pc:docMk/>
            <pc:sldMk cId="1136515697" sldId="2076137702"/>
            <ac:spMk id="2" creationId="{25376074-10EA-2E38-7734-116EE817E5E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FC2656-D0C9-4458-96E2-63B8D593F054}" type="datetimeFigureOut">
              <a:rPr lang="es-CL" smtClean="0"/>
              <a:t>16-08-2024</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38C6D-1E16-459A-B4A2-B354227B25CE}" type="slidenum">
              <a:rPr lang="es-CL" smtClean="0"/>
              <a:t>‹Nº›</a:t>
            </a:fld>
            <a:endParaRPr lang="es-CL"/>
          </a:p>
        </p:txBody>
      </p:sp>
    </p:spTree>
    <p:extLst>
      <p:ext uri="{BB962C8B-B14F-4D97-AF65-F5344CB8AC3E}">
        <p14:creationId xmlns:p14="http://schemas.microsoft.com/office/powerpoint/2010/main" val="1527482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39BCFA7-EFF0-AE3A-4D5A-F54C59C5A639}"/>
              </a:ext>
            </a:extLst>
          </p:cNvPr>
          <p:cNvSpPr>
            <a:spLocks noGrp="1"/>
          </p:cNvSpPr>
          <p:nvPr>
            <p:ph type="ctrTitle" hasCustomPrompt="1"/>
          </p:nvPr>
        </p:nvSpPr>
        <p:spPr>
          <a:xfrm>
            <a:off x="6372790" y="3107113"/>
            <a:ext cx="5113194" cy="643773"/>
          </a:xfrm>
        </p:spPr>
        <p:txBody>
          <a:bodyPr anchor="ctr">
            <a:normAutofit/>
          </a:bodyPr>
          <a:lstStyle/>
          <a:p>
            <a:pPr algn="l"/>
            <a:r>
              <a:rPr lang="es-CL" sz="3600" b="1" err="1">
                <a:solidFill>
                  <a:schemeClr val="bg1"/>
                </a:solidFill>
                <a:latin typeface="Gotham" panose="02000603040000020004" pitchFamily="50" charset="0"/>
              </a:rPr>
              <a:t>Lorem</a:t>
            </a:r>
            <a:r>
              <a:rPr lang="es-CL" sz="3600" b="1">
                <a:solidFill>
                  <a:schemeClr val="bg1"/>
                </a:solidFill>
                <a:latin typeface="Gotham" panose="02000603040000020004" pitchFamily="50" charset="0"/>
              </a:rPr>
              <a:t> </a:t>
            </a:r>
            <a:r>
              <a:rPr lang="es-CL" sz="3600" b="1" err="1">
                <a:solidFill>
                  <a:schemeClr val="bg1"/>
                </a:solidFill>
                <a:latin typeface="Gotham" panose="02000603040000020004" pitchFamily="50" charset="0"/>
              </a:rPr>
              <a:t>ipsum</a:t>
            </a:r>
            <a:endParaRPr lang="es-CL" sz="3600" b="1">
              <a:solidFill>
                <a:schemeClr val="bg1"/>
              </a:solidFill>
              <a:latin typeface="Gotham" panose="02000603040000020004" pitchFamily="50" charset="0"/>
            </a:endParaRPr>
          </a:p>
        </p:txBody>
      </p:sp>
      <p:sp>
        <p:nvSpPr>
          <p:cNvPr id="5" name="Subtítulo 2">
            <a:extLst>
              <a:ext uri="{FF2B5EF4-FFF2-40B4-BE49-F238E27FC236}">
                <a16:creationId xmlns:a16="http://schemas.microsoft.com/office/drawing/2014/main" id="{4329DCCD-8CF6-9BA5-1F82-4885C19BA23B}"/>
              </a:ext>
            </a:extLst>
          </p:cNvPr>
          <p:cNvSpPr>
            <a:spLocks noGrp="1"/>
          </p:cNvSpPr>
          <p:nvPr>
            <p:ph type="subTitle" idx="1"/>
          </p:nvPr>
        </p:nvSpPr>
        <p:spPr>
          <a:xfrm>
            <a:off x="6372790" y="3839546"/>
            <a:ext cx="5113194" cy="635654"/>
          </a:xfrm>
        </p:spPr>
        <p:txBody>
          <a:bodyPr>
            <a:noAutofit/>
          </a:bodyPr>
          <a:lstStyle/>
          <a:p>
            <a:pPr algn="l"/>
            <a:r>
              <a:rPr lang="es-CL" sz="1800" err="1">
                <a:solidFill>
                  <a:schemeClr val="bg1"/>
                </a:solidFill>
                <a:latin typeface="Gotham" panose="02000603040000020004" pitchFamily="50" charset="0"/>
              </a:rPr>
              <a:t>Lorem</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ipsum</a:t>
            </a:r>
            <a:r>
              <a:rPr lang="es-CL" sz="1800">
                <a:solidFill>
                  <a:schemeClr val="bg1"/>
                </a:solidFill>
                <a:latin typeface="Gotham" panose="02000603040000020004" pitchFamily="50" charset="0"/>
              </a:rPr>
              <a:t> dolor </a:t>
            </a:r>
            <a:r>
              <a:rPr lang="es-CL" sz="1800" err="1">
                <a:solidFill>
                  <a:schemeClr val="bg1"/>
                </a:solidFill>
                <a:latin typeface="Gotham" panose="02000603040000020004" pitchFamily="50" charset="0"/>
              </a:rPr>
              <a:t>sit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amet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consectetuer</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adipiscing</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elit</a:t>
            </a:r>
            <a:r>
              <a:rPr lang="es-CL" sz="1800">
                <a:solidFill>
                  <a:schemeClr val="bg1"/>
                </a:solidFill>
                <a:latin typeface="Gotham" panose="02000603040000020004" pitchFamily="50" charset="0"/>
              </a:rPr>
              <a:t>, sed </a:t>
            </a:r>
            <a:r>
              <a:rPr lang="es-CL" sz="1800" err="1">
                <a:solidFill>
                  <a:schemeClr val="bg1"/>
                </a:solidFill>
                <a:latin typeface="Gotham" panose="02000603040000020004" pitchFamily="50" charset="0"/>
              </a:rPr>
              <a:t>diam</a:t>
            </a:r>
            <a:r>
              <a:rPr lang="es-CL" sz="1800">
                <a:solidFill>
                  <a:schemeClr val="bg1"/>
                </a:solidFill>
                <a:latin typeface="Gotham" panose="02000603040000020004" pitchFamily="50" charset="0"/>
              </a:rPr>
              <a:t>.</a:t>
            </a:r>
          </a:p>
        </p:txBody>
      </p:sp>
      <p:pic>
        <p:nvPicPr>
          <p:cNvPr id="2" name="Imagen 1" descr="Imagen que contiene botella, texto, periódico, firmar&#10;&#10;Descripción generada automáticamente">
            <a:extLst>
              <a:ext uri="{FF2B5EF4-FFF2-40B4-BE49-F238E27FC236}">
                <a16:creationId xmlns:a16="http://schemas.microsoft.com/office/drawing/2014/main" id="{56246E2A-FF94-6B4F-980C-12E7E5DF0CB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94506" y="5579974"/>
            <a:ext cx="2199042" cy="761207"/>
          </a:xfrm>
          <a:prstGeom prst="rect">
            <a:avLst/>
          </a:prstGeom>
        </p:spPr>
      </p:pic>
    </p:spTree>
    <p:extLst>
      <p:ext uri="{BB962C8B-B14F-4D97-AF65-F5344CB8AC3E}">
        <p14:creationId xmlns:p14="http://schemas.microsoft.com/office/powerpoint/2010/main" val="639590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ma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a:solidFill>
                  <a:srgbClr val="102B42"/>
                </a:solidFill>
                <a:latin typeface="Gotham" panose="02000603040000020004" pitchFamily="2" charset="0"/>
              </a:rPr>
              <a:t>AGENDA</a:t>
            </a:r>
            <a:endParaRPr lang="en-US"/>
          </a:p>
        </p:txBody>
      </p:sp>
      <p:sp>
        <p:nvSpPr>
          <p:cNvPr id="45" name="Rectángulo: esquinas superiores redondeadas 44">
            <a:extLst>
              <a:ext uri="{FF2B5EF4-FFF2-40B4-BE49-F238E27FC236}">
                <a16:creationId xmlns:a16="http://schemas.microsoft.com/office/drawing/2014/main" id="{A669CD1B-0E03-ABA9-763C-5D948F0B8EB8}"/>
              </a:ext>
            </a:extLst>
          </p:cNvPr>
          <p:cNvSpPr/>
          <p:nvPr userDrawn="1"/>
        </p:nvSpPr>
        <p:spPr>
          <a:xfrm rot="16200000">
            <a:off x="-14135" y="3062436"/>
            <a:ext cx="4305299" cy="2180925"/>
          </a:xfrm>
          <a:prstGeom prst="round2SameRect">
            <a:avLst/>
          </a:prstGeom>
          <a:solidFill>
            <a:srgbClr val="304B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7" name="Subtitle 2">
            <a:extLst>
              <a:ext uri="{FF2B5EF4-FFF2-40B4-BE49-F238E27FC236}">
                <a16:creationId xmlns:a16="http://schemas.microsoft.com/office/drawing/2014/main" id="{024370F0-34C6-0E0F-CB33-03242E12CDC9}"/>
              </a:ext>
            </a:extLst>
          </p:cNvPr>
          <p:cNvSpPr txBox="1">
            <a:spLocks/>
          </p:cNvSpPr>
          <p:nvPr userDrawn="1"/>
        </p:nvSpPr>
        <p:spPr>
          <a:xfrm>
            <a:off x="3933825" y="1877961"/>
            <a:ext cx="7221854" cy="4444294"/>
          </a:xfrm>
          <a:prstGeom prst="rect">
            <a:avLst/>
          </a:prstGeom>
        </p:spPr>
        <p:txBody>
          <a:bodyPr vert="horz" wrap="square" lIns="91440" tIns="45720" rIns="91440" bIns="4572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01</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02</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03</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04</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05</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06</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p:txBody>
      </p:sp>
      <p:pic>
        <p:nvPicPr>
          <p:cNvPr id="4" name="Imagen 3" descr="Texto, Icono&#10;&#10;Descripción generada automáticamente">
            <a:extLst>
              <a:ext uri="{FF2B5EF4-FFF2-40B4-BE49-F238E27FC236}">
                <a16:creationId xmlns:a16="http://schemas.microsoft.com/office/drawing/2014/main" id="{EC37FD03-A8F4-6CC0-494F-F7761EB371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3277" y="3038639"/>
            <a:ext cx="2125701" cy="2122937"/>
          </a:xfrm>
          <a:prstGeom prst="rect">
            <a:avLst/>
          </a:prstGeom>
        </p:spPr>
      </p:pic>
    </p:spTree>
    <p:extLst>
      <p:ext uri="{BB962C8B-B14F-4D97-AF65-F5344CB8AC3E}">
        <p14:creationId xmlns:p14="http://schemas.microsoft.com/office/powerpoint/2010/main" val="1993959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General">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err="1">
                <a:solidFill>
                  <a:srgbClr val="102B42"/>
                </a:solidFill>
                <a:latin typeface="Gotham" panose="02000603040000020004" pitchFamily="2" charset="0"/>
              </a:rPr>
              <a:t>Lorem</a:t>
            </a:r>
            <a:r>
              <a:rPr lang="es-ES" b="1">
                <a:solidFill>
                  <a:srgbClr val="102B42"/>
                </a:solidFill>
                <a:latin typeface="Gotham" panose="02000603040000020004" pitchFamily="2" charset="0"/>
              </a:rPr>
              <a:t> </a:t>
            </a:r>
            <a:r>
              <a:rPr lang="es-ES" b="1" err="1">
                <a:solidFill>
                  <a:srgbClr val="102B42"/>
                </a:solidFill>
                <a:latin typeface="Gotham" panose="02000603040000020004" pitchFamily="2" charset="0"/>
              </a:rPr>
              <a:t>Ipsum</a:t>
            </a:r>
            <a:endParaRPr lang="en-US"/>
          </a:p>
        </p:txBody>
      </p:sp>
      <p:sp>
        <p:nvSpPr>
          <p:cNvPr id="56" name="Content Placeholder 2">
            <a:extLst>
              <a:ext uri="{FF2B5EF4-FFF2-40B4-BE49-F238E27FC236}">
                <a16:creationId xmlns:a16="http://schemas.microsoft.com/office/drawing/2014/main" id="{25AF31D7-DDAD-AE10-0239-B0B639942F05}"/>
              </a:ext>
            </a:extLst>
          </p:cNvPr>
          <p:cNvSpPr>
            <a:spLocks noGrp="1"/>
          </p:cNvSpPr>
          <p:nvPr>
            <p:ph idx="1"/>
          </p:nvPr>
        </p:nvSpPr>
        <p:spPr>
          <a:xfrm>
            <a:off x="629587" y="1966452"/>
            <a:ext cx="11137692" cy="4359396"/>
          </a:xfrm>
        </p:spPr>
        <p:txBody>
          <a:bodyPr/>
          <a:lstStyle>
            <a:lvl1pPr>
              <a:defRPr>
                <a:solidFill>
                  <a:srgbClr val="3C3C3B"/>
                </a:solidFill>
              </a:defRPr>
            </a:lvl1pPr>
            <a:lvl2pPr>
              <a:defRPr>
                <a:solidFill>
                  <a:srgbClr val="3C3C3B"/>
                </a:solidFill>
              </a:defRPr>
            </a:lvl2pPr>
            <a:lvl3pPr>
              <a:defRPr>
                <a:solidFill>
                  <a:srgbClr val="3C3C3B"/>
                </a:solidFill>
              </a:defRPr>
            </a:lvl3pPr>
            <a:lvl4pPr>
              <a:defRPr>
                <a:solidFill>
                  <a:srgbClr val="3C3C3B"/>
                </a:solidFill>
              </a:defRPr>
            </a:lvl4pPr>
            <a:lvl5pPr>
              <a:defRPr>
                <a:solidFill>
                  <a:srgbClr val="3C3C3B"/>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193636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a Cambio Tem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BA8F40-9B3F-63B9-DD8C-BB01669C23EF}"/>
              </a:ext>
            </a:extLst>
          </p:cNvPr>
          <p:cNvSpPr>
            <a:spLocks noGrp="1"/>
          </p:cNvSpPr>
          <p:nvPr>
            <p:ph type="title" hasCustomPrompt="1"/>
          </p:nvPr>
        </p:nvSpPr>
        <p:spPr>
          <a:xfrm>
            <a:off x="4558721" y="2553043"/>
            <a:ext cx="7286438" cy="1744716"/>
          </a:xfrm>
        </p:spPr>
        <p:txBody>
          <a:bodyPr anchor="ctr"/>
          <a:lstStyle/>
          <a:p>
            <a:r>
              <a:rPr lang="es-CL" sz="4400" b="1" err="1">
                <a:solidFill>
                  <a:schemeClr val="bg1"/>
                </a:solidFill>
                <a:latin typeface="Gotham" panose="02000603040000020004" pitchFamily="50" charset="0"/>
              </a:rPr>
              <a:t>Lorem</a:t>
            </a:r>
            <a:r>
              <a:rPr lang="es-CL" sz="4400" b="1">
                <a:solidFill>
                  <a:schemeClr val="bg1"/>
                </a:solidFill>
                <a:latin typeface="Gotham" panose="02000603040000020004" pitchFamily="50" charset="0"/>
              </a:rPr>
              <a:t> </a:t>
            </a:r>
            <a:r>
              <a:rPr lang="es-CL" sz="4400" b="1" err="1">
                <a:solidFill>
                  <a:schemeClr val="bg1"/>
                </a:solidFill>
                <a:latin typeface="Gotham" panose="02000603040000020004" pitchFamily="50" charset="0"/>
              </a:rPr>
              <a:t>ipsum</a:t>
            </a:r>
            <a:endParaRPr lang="es-CL"/>
          </a:p>
        </p:txBody>
      </p:sp>
    </p:spTree>
    <p:extLst>
      <p:ext uri="{BB962C8B-B14F-4D97-AF65-F5344CB8AC3E}">
        <p14:creationId xmlns:p14="http://schemas.microsoft.com/office/powerpoint/2010/main" val="34111978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29866" y="2203068"/>
            <a:ext cx="4925814" cy="1450757"/>
          </a:xfrm>
          <a:prstGeom prst="rect">
            <a:avLst/>
          </a:prstGeom>
        </p:spPr>
        <p:txBody>
          <a:bodyPr vert="horz" lIns="91440" tIns="45720" rIns="91440" bIns="45720" rtlCol="0" anchor="b">
            <a:no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6229866" y="3653824"/>
            <a:ext cx="4925814" cy="1173009"/>
          </a:xfrm>
          <a:prstGeom prst="rect">
            <a:avLst/>
          </a:prstGeom>
        </p:spPr>
        <p:txBody>
          <a:bodyPr vert="horz" lIns="0" tIns="45720" rIns="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491898207"/>
      </p:ext>
    </p:extLst>
  </p:cSld>
  <p:clrMap bg1="lt1" tx1="dk1" bg2="lt2" tx2="dk2" accent1="accent1" accent2="accent2" accent3="accent3" accent4="accent4" accent5="accent5" accent6="accent6" hlink="hlink" folHlink="folHlink"/>
  <p:sldLayoutIdLst>
    <p:sldLayoutId id="2147483662" r:id="rId1"/>
    <p:sldLayoutId id="2147483665" r:id="rId2"/>
    <p:sldLayoutId id="2147483661" r:id="rId3"/>
    <p:sldLayoutId id="2147483663" r:id="rId4"/>
  </p:sldLayoutIdLst>
  <p:txStyles>
    <p:title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bg1"/>
          </a:solidFill>
          <a:latin typeface="Gotham" panose="02000603040000020004" pitchFamily="50" charset="0"/>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bg1"/>
          </a:solidFill>
          <a:latin typeface="Gotham" panose="02000603040000020004" pitchFamily="50" charset="0"/>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2BB412-0761-08C0-91B5-7D184FDF0428}"/>
              </a:ext>
            </a:extLst>
          </p:cNvPr>
          <p:cNvSpPr>
            <a:spLocks noGrp="1"/>
          </p:cNvSpPr>
          <p:nvPr>
            <p:ph type="ctrTitle"/>
          </p:nvPr>
        </p:nvSpPr>
        <p:spPr>
          <a:xfrm>
            <a:off x="546152" y="3714504"/>
            <a:ext cx="5292436" cy="643773"/>
          </a:xfrm>
        </p:spPr>
        <p:txBody>
          <a:bodyPr>
            <a:normAutofit fontScale="90000"/>
          </a:bodyPr>
          <a:lstStyle/>
          <a:p>
            <a:r>
              <a:rPr lang="es-MX" dirty="0">
                <a:latin typeface="Gotham"/>
              </a:rPr>
              <a:t>Unidad 2</a:t>
            </a:r>
            <a:endParaRPr lang="es-ES" dirty="0"/>
          </a:p>
        </p:txBody>
      </p:sp>
      <p:sp>
        <p:nvSpPr>
          <p:cNvPr id="3" name="Subtítulo 2">
            <a:extLst>
              <a:ext uri="{FF2B5EF4-FFF2-40B4-BE49-F238E27FC236}">
                <a16:creationId xmlns:a16="http://schemas.microsoft.com/office/drawing/2014/main" id="{317770C8-A12B-436B-AB8E-9FC2932E0DB7}"/>
              </a:ext>
            </a:extLst>
          </p:cNvPr>
          <p:cNvSpPr>
            <a:spLocks noGrp="1"/>
          </p:cNvSpPr>
          <p:nvPr>
            <p:ph type="subTitle" idx="1"/>
          </p:nvPr>
        </p:nvSpPr>
        <p:spPr>
          <a:xfrm>
            <a:off x="641225" y="4656763"/>
            <a:ext cx="5113194" cy="635654"/>
          </a:xfrm>
        </p:spPr>
        <p:txBody>
          <a:bodyPr vert="horz" lIns="0" tIns="45720" rIns="0" bIns="45720" rtlCol="0" anchor="t">
            <a:noAutofit/>
          </a:bodyPr>
          <a:lstStyle/>
          <a:p>
            <a:r>
              <a:rPr lang="es-ES" dirty="0" err="1">
                <a:latin typeface="Gotham"/>
              </a:rPr>
              <a:t>Gherkin</a:t>
            </a:r>
            <a:endParaRPr lang="es-CL" dirty="0"/>
          </a:p>
          <a:p>
            <a:r>
              <a:rPr lang="es-MX" dirty="0">
                <a:latin typeface="Gotham"/>
              </a:rPr>
              <a:t>Testing Aplicado al Desarrollo </a:t>
            </a:r>
            <a:endParaRPr lang="es-MX" dirty="0"/>
          </a:p>
        </p:txBody>
      </p:sp>
    </p:spTree>
    <p:extLst>
      <p:ext uri="{BB962C8B-B14F-4D97-AF65-F5344CB8AC3E}">
        <p14:creationId xmlns:p14="http://schemas.microsoft.com/office/powerpoint/2010/main" val="3167001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EFDCBE-E499-3103-92A5-28F5D6427A64}"/>
              </a:ext>
            </a:extLst>
          </p:cNvPr>
          <p:cNvSpPr>
            <a:spLocks noGrp="1"/>
          </p:cNvSpPr>
          <p:nvPr>
            <p:ph type="title"/>
          </p:nvPr>
        </p:nvSpPr>
        <p:spPr>
          <a:xfrm>
            <a:off x="3638920" y="222737"/>
            <a:ext cx="6610536" cy="590764"/>
          </a:xfrm>
        </p:spPr>
        <p:txBody>
          <a:bodyPr/>
          <a:lstStyle/>
          <a:p>
            <a:r>
              <a:rPr lang="es-ES" dirty="0">
                <a:latin typeface="Gotham"/>
              </a:rPr>
              <a:t>ÍNDICE</a:t>
            </a:r>
            <a:endParaRPr lang="es-ES" dirty="0"/>
          </a:p>
        </p:txBody>
      </p:sp>
      <p:sp>
        <p:nvSpPr>
          <p:cNvPr id="3" name="CuadroTexto 2">
            <a:extLst>
              <a:ext uri="{FF2B5EF4-FFF2-40B4-BE49-F238E27FC236}">
                <a16:creationId xmlns:a16="http://schemas.microsoft.com/office/drawing/2014/main" id="{E13EDA60-EA13-DE58-247C-0BA1927DF33E}"/>
              </a:ext>
            </a:extLst>
          </p:cNvPr>
          <p:cNvSpPr txBox="1"/>
          <p:nvPr/>
        </p:nvSpPr>
        <p:spPr>
          <a:xfrm>
            <a:off x="3633283" y="1888842"/>
            <a:ext cx="7499927" cy="4524315"/>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s-MX" dirty="0">
                <a:solidFill>
                  <a:srgbClr val="102B42"/>
                </a:solidFill>
              </a:rPr>
              <a:t>Ciclo de vida </a:t>
            </a:r>
          </a:p>
          <a:p>
            <a:pPr marL="742950" lvl="1" indent="-285750">
              <a:buFont typeface="Arial" panose="020B0604020202020204" pitchFamily="34" charset="0"/>
              <a:buChar char="•"/>
            </a:pPr>
            <a:r>
              <a:rPr lang="es-MX" dirty="0">
                <a:solidFill>
                  <a:srgbClr val="102B42"/>
                </a:solidFill>
              </a:rPr>
              <a:t>Identificación</a:t>
            </a:r>
          </a:p>
          <a:p>
            <a:pPr marL="742950" lvl="1" indent="-285750">
              <a:buFont typeface="Arial" panose="020B0604020202020204" pitchFamily="34" charset="0"/>
              <a:buChar char="•"/>
            </a:pPr>
            <a:r>
              <a:rPr lang="es-MX" dirty="0">
                <a:solidFill>
                  <a:srgbClr val="102B42"/>
                </a:solidFill>
              </a:rPr>
              <a:t>Registro </a:t>
            </a:r>
          </a:p>
          <a:p>
            <a:pPr marL="742950" lvl="1" indent="-285750">
              <a:buFont typeface="Arial" panose="020B0604020202020204" pitchFamily="34" charset="0"/>
              <a:buChar char="•"/>
            </a:pPr>
            <a:r>
              <a:rPr lang="es-MX" dirty="0">
                <a:solidFill>
                  <a:srgbClr val="102B42"/>
                </a:solidFill>
              </a:rPr>
              <a:t>Asignación</a:t>
            </a:r>
          </a:p>
          <a:p>
            <a:pPr marL="742950" lvl="1" indent="-285750">
              <a:buFont typeface="Arial" panose="020B0604020202020204" pitchFamily="34" charset="0"/>
              <a:buChar char="•"/>
            </a:pPr>
            <a:r>
              <a:rPr lang="es-MX" dirty="0">
                <a:solidFill>
                  <a:srgbClr val="102B42"/>
                </a:solidFill>
              </a:rPr>
              <a:t>Reproducción</a:t>
            </a:r>
          </a:p>
          <a:p>
            <a:pPr marL="742950" lvl="1" indent="-285750">
              <a:buFont typeface="Arial" panose="020B0604020202020204" pitchFamily="34" charset="0"/>
              <a:buChar char="•"/>
            </a:pPr>
            <a:r>
              <a:rPr lang="es-MX" dirty="0">
                <a:solidFill>
                  <a:srgbClr val="102B42"/>
                </a:solidFill>
              </a:rPr>
              <a:t>Análisis </a:t>
            </a:r>
          </a:p>
          <a:p>
            <a:pPr marL="742950" lvl="1" indent="-285750">
              <a:buFont typeface="Arial" panose="020B0604020202020204" pitchFamily="34" charset="0"/>
              <a:buChar char="•"/>
            </a:pPr>
            <a:r>
              <a:rPr lang="es-MX" dirty="0">
                <a:solidFill>
                  <a:srgbClr val="102B42"/>
                </a:solidFill>
              </a:rPr>
              <a:t>Corrección</a:t>
            </a:r>
          </a:p>
          <a:p>
            <a:pPr marL="742950" lvl="1" indent="-285750">
              <a:buFont typeface="Arial" panose="020B0604020202020204" pitchFamily="34" charset="0"/>
              <a:buChar char="•"/>
            </a:pPr>
            <a:r>
              <a:rPr lang="es-MX" dirty="0">
                <a:solidFill>
                  <a:srgbClr val="102B42"/>
                </a:solidFill>
              </a:rPr>
              <a:t>Cierre</a:t>
            </a:r>
          </a:p>
          <a:p>
            <a:pPr marL="742950" lvl="1" indent="-285750">
              <a:buFont typeface="Arial" panose="020B0604020202020204" pitchFamily="34" charset="0"/>
              <a:buChar char="•"/>
            </a:pPr>
            <a:r>
              <a:rPr lang="es-MX" dirty="0">
                <a:solidFill>
                  <a:srgbClr val="102B42"/>
                </a:solidFill>
              </a:rPr>
              <a:t>Pruebas</a:t>
            </a:r>
            <a:endParaRPr lang="es-MX" dirty="0"/>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endParaRPr lang="es-MX" dirty="0"/>
          </a:p>
          <a:p>
            <a:endParaRPr lang="es-MX" dirty="0"/>
          </a:p>
          <a:p>
            <a:pPr marL="285750" indent="-285750">
              <a:buFont typeface="Arial" panose="020B0604020202020204" pitchFamily="34" charset="0"/>
              <a:buChar char="•"/>
            </a:pPr>
            <a:endParaRPr lang="es-CL" dirty="0"/>
          </a:p>
        </p:txBody>
      </p:sp>
    </p:spTree>
    <p:extLst>
      <p:ext uri="{BB962C8B-B14F-4D97-AF65-F5344CB8AC3E}">
        <p14:creationId xmlns:p14="http://schemas.microsoft.com/office/powerpoint/2010/main" val="2328334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EFDCBE-E499-3103-92A5-28F5D6427A64}"/>
              </a:ext>
            </a:extLst>
          </p:cNvPr>
          <p:cNvSpPr>
            <a:spLocks noGrp="1"/>
          </p:cNvSpPr>
          <p:nvPr>
            <p:ph type="title"/>
          </p:nvPr>
        </p:nvSpPr>
        <p:spPr>
          <a:xfrm>
            <a:off x="3623920" y="252242"/>
            <a:ext cx="7588626" cy="670375"/>
          </a:xfrm>
        </p:spPr>
        <p:txBody>
          <a:bodyPr/>
          <a:lstStyle/>
          <a:p>
            <a:r>
              <a:rPr lang="es-ES" dirty="0">
                <a:latin typeface="Gotham"/>
              </a:rPr>
              <a:t>Introducción </a:t>
            </a:r>
            <a:endParaRPr lang="es-ES" dirty="0"/>
          </a:p>
        </p:txBody>
      </p:sp>
      <p:sp>
        <p:nvSpPr>
          <p:cNvPr id="3" name="CuadroTexto 2">
            <a:extLst>
              <a:ext uri="{FF2B5EF4-FFF2-40B4-BE49-F238E27FC236}">
                <a16:creationId xmlns:a16="http://schemas.microsoft.com/office/drawing/2014/main" id="{E13EDA60-EA13-DE58-247C-0BA1927DF33E}"/>
              </a:ext>
            </a:extLst>
          </p:cNvPr>
          <p:cNvSpPr txBox="1"/>
          <p:nvPr/>
        </p:nvSpPr>
        <p:spPr>
          <a:xfrm>
            <a:off x="3819563" y="1957474"/>
            <a:ext cx="7499927" cy="4282391"/>
          </a:xfrm>
          <a:prstGeom prst="rect">
            <a:avLst/>
          </a:prstGeom>
          <a:solidFill>
            <a:schemeClr val="bg1"/>
          </a:solidFill>
        </p:spPr>
        <p:txBody>
          <a:bodyPr wrap="square" lIns="91440" tIns="45720" rIns="91440" bIns="45720" rtlCol="0" anchor="t">
            <a:spAutoFit/>
          </a:bodyPr>
          <a:lstStyle/>
          <a:p>
            <a:pPr algn="just"/>
            <a:r>
              <a:rPr lang="es-CL" sz="2800" dirty="0">
                <a:solidFill>
                  <a:srgbClr val="0E0E0E"/>
                </a:solidFill>
                <a:effectLst/>
                <a:latin typeface=".SF NS"/>
              </a:rPr>
              <a:t>El ciclo de vida de un defecto en el desarrollo de software, destacando la importancia de su detección y resolución. Este ciclo incluye la identificación, corrección y verificación del defecto, asegurando la calidad y fiabilidad del software.</a:t>
            </a:r>
          </a:p>
          <a:p>
            <a:pPr algn="just">
              <a:lnSpc>
                <a:spcPct val="150000"/>
              </a:lnSpc>
            </a:pPr>
            <a:endParaRPr lang="es-MX" sz="2400" dirty="0">
              <a:cs typeface="Calibri" panose="020F0502020204030204"/>
            </a:endParaRPr>
          </a:p>
          <a:p>
            <a:pPr algn="just">
              <a:lnSpc>
                <a:spcPct val="150000"/>
              </a:lnSpc>
            </a:pPr>
            <a:endParaRPr lang="es-MX" sz="2400" dirty="0">
              <a:cs typeface="Calibri" panose="020F0502020204030204"/>
            </a:endParaRPr>
          </a:p>
          <a:p>
            <a:pPr marL="285750" indent="-285750" algn="just">
              <a:lnSpc>
                <a:spcPct val="150000"/>
              </a:lnSpc>
              <a:buFont typeface="Arial" panose="020B0604020202020204" pitchFamily="34" charset="0"/>
              <a:buChar char="•"/>
            </a:pPr>
            <a:endParaRPr lang="es-CL" sz="2400" dirty="0">
              <a:ea typeface="Calibri" panose="020F0502020204030204"/>
              <a:cs typeface="Calibri" panose="020F0502020204030204"/>
            </a:endParaRPr>
          </a:p>
        </p:txBody>
      </p:sp>
    </p:spTree>
    <p:extLst>
      <p:ext uri="{BB962C8B-B14F-4D97-AF65-F5344CB8AC3E}">
        <p14:creationId xmlns:p14="http://schemas.microsoft.com/office/powerpoint/2010/main" val="2546042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52C909-5DFA-8EB5-EE59-69BD864BF15F}"/>
              </a:ext>
            </a:extLst>
          </p:cNvPr>
          <p:cNvSpPr>
            <a:spLocks noGrp="1"/>
          </p:cNvSpPr>
          <p:nvPr>
            <p:ph type="title"/>
          </p:nvPr>
        </p:nvSpPr>
        <p:spPr>
          <a:xfrm>
            <a:off x="1221124" y="222276"/>
            <a:ext cx="10113461" cy="602137"/>
          </a:xfrm>
        </p:spPr>
        <p:txBody>
          <a:bodyPr/>
          <a:lstStyle/>
          <a:p>
            <a:r>
              <a:rPr lang="es-ES" dirty="0">
                <a:latin typeface="Gotham"/>
              </a:rPr>
              <a:t>Ciclo de Vida </a:t>
            </a:r>
            <a:endParaRPr lang="es-ES" dirty="0"/>
          </a:p>
        </p:txBody>
      </p:sp>
      <p:pic>
        <p:nvPicPr>
          <p:cNvPr id="4" name="Imagen 3">
            <a:extLst>
              <a:ext uri="{FF2B5EF4-FFF2-40B4-BE49-F238E27FC236}">
                <a16:creationId xmlns:a16="http://schemas.microsoft.com/office/drawing/2014/main" id="{A98A01F7-FB78-34BC-192A-5AD67095ADB1}"/>
              </a:ext>
            </a:extLst>
          </p:cNvPr>
          <p:cNvPicPr>
            <a:picLocks noChangeAspect="1"/>
          </p:cNvPicPr>
          <p:nvPr/>
        </p:nvPicPr>
        <p:blipFill>
          <a:blip r:embed="rId2"/>
          <a:srcRect t="24834" r="35543" b="21984"/>
          <a:stretch/>
        </p:blipFill>
        <p:spPr>
          <a:xfrm>
            <a:off x="1531663" y="1220006"/>
            <a:ext cx="9490155" cy="1956597"/>
          </a:xfrm>
          <a:prstGeom prst="rect">
            <a:avLst/>
          </a:prstGeom>
        </p:spPr>
      </p:pic>
      <p:pic>
        <p:nvPicPr>
          <p:cNvPr id="3" name="Imagen 2" descr="Diagrama&#10;&#10;Descripción generada automáticamente">
            <a:extLst>
              <a:ext uri="{FF2B5EF4-FFF2-40B4-BE49-F238E27FC236}">
                <a16:creationId xmlns:a16="http://schemas.microsoft.com/office/drawing/2014/main" id="{CF851485-F878-CB45-6A55-AFD5E79673F0}"/>
              </a:ext>
            </a:extLst>
          </p:cNvPr>
          <p:cNvPicPr>
            <a:picLocks noChangeAspect="1"/>
          </p:cNvPicPr>
          <p:nvPr/>
        </p:nvPicPr>
        <p:blipFill>
          <a:blip r:embed="rId2"/>
          <a:srcRect l="61464" t="704" r="88" b="-704"/>
          <a:stretch/>
        </p:blipFill>
        <p:spPr>
          <a:xfrm>
            <a:off x="3481194" y="3177194"/>
            <a:ext cx="5122373" cy="3298004"/>
          </a:xfrm>
          <a:prstGeom prst="rect">
            <a:avLst/>
          </a:prstGeom>
        </p:spPr>
      </p:pic>
    </p:spTree>
    <p:extLst>
      <p:ext uri="{BB962C8B-B14F-4D97-AF65-F5344CB8AC3E}">
        <p14:creationId xmlns:p14="http://schemas.microsoft.com/office/powerpoint/2010/main" val="1136515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EA7C5A-B8A2-74CE-3F3C-D46254F8EDEF}"/>
              </a:ext>
            </a:extLst>
          </p:cNvPr>
          <p:cNvSpPr txBox="1"/>
          <p:nvPr/>
        </p:nvSpPr>
        <p:spPr>
          <a:xfrm>
            <a:off x="1208606" y="1386104"/>
            <a:ext cx="9979945" cy="4661276"/>
          </a:xfrm>
          <a:prstGeom prst="rect">
            <a:avLst/>
          </a:prstGeom>
          <a:noFill/>
        </p:spPr>
        <p:txBody>
          <a:bodyPr wrap="square" rtlCol="0">
            <a:spAutoFit/>
          </a:bodyPr>
          <a:lstStyle/>
          <a:p>
            <a:pPr algn="just">
              <a:lnSpc>
                <a:spcPct val="150000"/>
              </a:lnSpc>
            </a:pPr>
            <a:r>
              <a:rPr lang="es-CL" sz="2000" dirty="0">
                <a:solidFill>
                  <a:srgbClr val="0E0E0E"/>
                </a:solidFill>
                <a:effectLst/>
                <a:latin typeface=".SF NS"/>
              </a:rPr>
              <a:t>Reporte:</a:t>
            </a:r>
          </a:p>
          <a:p>
            <a:pPr algn="just">
              <a:lnSpc>
                <a:spcPct val="150000"/>
              </a:lnSpc>
            </a:pPr>
            <a:r>
              <a:rPr lang="es-CL" sz="2000" dirty="0">
                <a:solidFill>
                  <a:srgbClr val="0E0E0E"/>
                </a:solidFill>
                <a:effectLst/>
                <a:latin typeface=".SF NS"/>
              </a:rPr>
              <a:t>   - Durante las pruebas del software, un </a:t>
            </a:r>
            <a:r>
              <a:rPr lang="es-CL" sz="2000" dirty="0" err="1">
                <a:solidFill>
                  <a:srgbClr val="0E0E0E"/>
                </a:solidFill>
                <a:effectLst/>
                <a:latin typeface=".SF NS"/>
              </a:rPr>
              <a:t>tester</a:t>
            </a:r>
            <a:r>
              <a:rPr lang="es-CL" sz="2000" dirty="0">
                <a:solidFill>
                  <a:srgbClr val="0E0E0E"/>
                </a:solidFill>
                <a:effectLst/>
                <a:latin typeface=".SF NS"/>
              </a:rPr>
              <a:t> identifica un defecto (bug o error), crucial para la calidad del producto final.</a:t>
            </a:r>
          </a:p>
          <a:p>
            <a:pPr algn="just">
              <a:lnSpc>
                <a:spcPct val="150000"/>
              </a:lnSpc>
            </a:pPr>
            <a:endParaRPr lang="es-CL" sz="2000" dirty="0">
              <a:solidFill>
                <a:srgbClr val="0E0E0E"/>
              </a:solidFill>
              <a:effectLst/>
              <a:latin typeface=".SF NS"/>
            </a:endParaRPr>
          </a:p>
          <a:p>
            <a:pPr algn="just">
              <a:lnSpc>
                <a:spcPct val="150000"/>
              </a:lnSpc>
            </a:pPr>
            <a:r>
              <a:rPr lang="es-CL" sz="2000" dirty="0">
                <a:solidFill>
                  <a:srgbClr val="0E0E0E"/>
                </a:solidFill>
                <a:effectLst/>
                <a:latin typeface=".SF NS"/>
              </a:rPr>
              <a:t>Registro:</a:t>
            </a:r>
          </a:p>
          <a:p>
            <a:pPr algn="just">
              <a:lnSpc>
                <a:spcPct val="150000"/>
              </a:lnSpc>
            </a:pPr>
            <a:r>
              <a:rPr lang="es-CL" sz="2000" dirty="0">
                <a:solidFill>
                  <a:srgbClr val="0E0E0E"/>
                </a:solidFill>
                <a:effectLst/>
                <a:latin typeface=".SF NS"/>
              </a:rPr>
              <a:t>   - Se crea un registro detallado en un sistema especializado (bug </a:t>
            </a:r>
            <a:r>
              <a:rPr lang="es-CL" sz="2000" dirty="0" err="1">
                <a:solidFill>
                  <a:srgbClr val="0E0E0E"/>
                </a:solidFill>
                <a:effectLst/>
                <a:latin typeface=".SF NS"/>
              </a:rPr>
              <a:t>tracker</a:t>
            </a:r>
            <a:r>
              <a:rPr lang="es-CL" sz="2000" dirty="0">
                <a:solidFill>
                  <a:srgbClr val="0E0E0E"/>
                </a:solidFill>
                <a:effectLst/>
                <a:latin typeface=".SF NS"/>
              </a:rPr>
              <a:t>) con una descripción exhaustiva del comportamiento incorrecto, pasos para reproducir el problema, entorno donde ocurrió el error, y cualquier otro detalle relevante.</a:t>
            </a:r>
          </a:p>
          <a:p>
            <a:pPr algn="just">
              <a:lnSpc>
                <a:spcPct val="150000"/>
              </a:lnSpc>
            </a:pPr>
            <a:r>
              <a:rPr lang="es-CL" sz="2000" dirty="0">
                <a:solidFill>
                  <a:srgbClr val="0E0E0E"/>
                </a:solidFill>
                <a:effectLst/>
                <a:latin typeface=".SF NS"/>
              </a:rPr>
              <a:t>   - Este registro facilita la comunicación clara entre testers y desarrolladores, asegurando que los problemas sean documentados de manera completa y precisa para su resolución oportuna.</a:t>
            </a:r>
          </a:p>
        </p:txBody>
      </p:sp>
      <p:sp>
        <p:nvSpPr>
          <p:cNvPr id="5" name="Título 1">
            <a:extLst>
              <a:ext uri="{FF2B5EF4-FFF2-40B4-BE49-F238E27FC236}">
                <a16:creationId xmlns:a16="http://schemas.microsoft.com/office/drawing/2014/main" id="{DD5A250C-4861-3DF8-1788-8DEF66D3413E}"/>
              </a:ext>
            </a:extLst>
          </p:cNvPr>
          <p:cNvSpPr txBox="1">
            <a:spLocks/>
          </p:cNvSpPr>
          <p:nvPr/>
        </p:nvSpPr>
        <p:spPr>
          <a:xfrm>
            <a:off x="4322619" y="312651"/>
            <a:ext cx="10113461" cy="602137"/>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a:lstStyle>
          <a:p>
            <a:r>
              <a:rPr lang="es-ES" dirty="0">
                <a:solidFill>
                  <a:srgbClr val="102B42"/>
                </a:solidFill>
                <a:latin typeface="Gotham"/>
              </a:rPr>
              <a:t>Reporte y Registro</a:t>
            </a:r>
            <a:r>
              <a:rPr lang="es-ES" dirty="0">
                <a:latin typeface="Gotham"/>
              </a:rPr>
              <a:t> </a:t>
            </a:r>
            <a:endParaRPr lang="es-ES" dirty="0"/>
          </a:p>
        </p:txBody>
      </p:sp>
    </p:spTree>
    <p:extLst>
      <p:ext uri="{BB962C8B-B14F-4D97-AF65-F5344CB8AC3E}">
        <p14:creationId xmlns:p14="http://schemas.microsoft.com/office/powerpoint/2010/main" val="829328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EA7C5A-B8A2-74CE-3F3C-D46254F8EDEF}"/>
              </a:ext>
            </a:extLst>
          </p:cNvPr>
          <p:cNvSpPr txBox="1"/>
          <p:nvPr/>
        </p:nvSpPr>
        <p:spPr>
          <a:xfrm>
            <a:off x="1166317" y="1710907"/>
            <a:ext cx="10056900" cy="2814617"/>
          </a:xfrm>
          <a:prstGeom prst="rect">
            <a:avLst/>
          </a:prstGeom>
          <a:noFill/>
        </p:spPr>
        <p:txBody>
          <a:bodyPr wrap="square" rtlCol="0">
            <a:spAutoFit/>
          </a:bodyPr>
          <a:lstStyle/>
          <a:p>
            <a:pPr algn="just">
              <a:lnSpc>
                <a:spcPct val="150000"/>
              </a:lnSpc>
            </a:pPr>
            <a:r>
              <a:rPr lang="es-CL" sz="2000" dirty="0">
                <a:solidFill>
                  <a:srgbClr val="0E0E0E"/>
                </a:solidFill>
                <a:effectLst/>
                <a:latin typeface=".SF NS"/>
              </a:rPr>
              <a:t>Análisis:</a:t>
            </a:r>
          </a:p>
          <a:p>
            <a:pPr algn="just">
              <a:lnSpc>
                <a:spcPct val="150000"/>
              </a:lnSpc>
            </a:pPr>
            <a:r>
              <a:rPr lang="es-CL" sz="2000" dirty="0">
                <a:solidFill>
                  <a:srgbClr val="0E0E0E"/>
                </a:solidFill>
                <a:effectLst/>
                <a:latin typeface=".SF NS"/>
              </a:rPr>
              <a:t>   - Un responsable técnico con experiencia realiza un análisis detallado para comprender la causa raíz del defecto.</a:t>
            </a:r>
          </a:p>
          <a:p>
            <a:pPr algn="just">
              <a:lnSpc>
                <a:spcPct val="150000"/>
              </a:lnSpc>
            </a:pPr>
            <a:r>
              <a:rPr lang="es-CL" sz="2000" dirty="0">
                <a:solidFill>
                  <a:srgbClr val="0E0E0E"/>
                </a:solidFill>
                <a:effectLst/>
                <a:latin typeface=".SF NS"/>
              </a:rPr>
              <a:t>   - Se utilizan herramientas de depuración y técnicas de análisis de código para identificar no solo el síntoma visible del defecto, sino también las condiciones subyacentes que lo causan, con el fin de proporcionar una solución efectiva y duradera.</a:t>
            </a:r>
          </a:p>
        </p:txBody>
      </p:sp>
      <p:sp>
        <p:nvSpPr>
          <p:cNvPr id="5" name="Título 1">
            <a:extLst>
              <a:ext uri="{FF2B5EF4-FFF2-40B4-BE49-F238E27FC236}">
                <a16:creationId xmlns:a16="http://schemas.microsoft.com/office/drawing/2014/main" id="{DD5A250C-4861-3DF8-1788-8DEF66D3413E}"/>
              </a:ext>
            </a:extLst>
          </p:cNvPr>
          <p:cNvSpPr txBox="1">
            <a:spLocks/>
          </p:cNvSpPr>
          <p:nvPr/>
        </p:nvSpPr>
        <p:spPr>
          <a:xfrm>
            <a:off x="3981425" y="221666"/>
            <a:ext cx="5780297" cy="602137"/>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a:lstStyle>
          <a:p>
            <a:r>
              <a:rPr lang="es-ES" dirty="0">
                <a:solidFill>
                  <a:srgbClr val="102B42"/>
                </a:solidFill>
                <a:latin typeface="Gotham"/>
              </a:rPr>
              <a:t>Análisis y Priorización</a:t>
            </a:r>
            <a:endParaRPr lang="es-ES" dirty="0"/>
          </a:p>
        </p:txBody>
      </p:sp>
    </p:spTree>
    <p:extLst>
      <p:ext uri="{BB962C8B-B14F-4D97-AF65-F5344CB8AC3E}">
        <p14:creationId xmlns:p14="http://schemas.microsoft.com/office/powerpoint/2010/main" val="655618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EA7C5A-B8A2-74CE-3F3C-D46254F8EDEF}"/>
              </a:ext>
            </a:extLst>
          </p:cNvPr>
          <p:cNvSpPr txBox="1"/>
          <p:nvPr/>
        </p:nvSpPr>
        <p:spPr>
          <a:xfrm>
            <a:off x="927482" y="1085385"/>
            <a:ext cx="10329854" cy="5016758"/>
          </a:xfrm>
          <a:prstGeom prst="rect">
            <a:avLst/>
          </a:prstGeom>
          <a:noFill/>
        </p:spPr>
        <p:txBody>
          <a:bodyPr wrap="square" lIns="91440" tIns="45720" rIns="91440" bIns="45720" rtlCol="0" anchor="t">
            <a:spAutoFit/>
          </a:bodyPr>
          <a:lstStyle/>
          <a:p>
            <a:pPr algn="just"/>
            <a:r>
              <a:rPr lang="es-CL" sz="2000" dirty="0">
                <a:solidFill>
                  <a:srgbClr val="0E0E0E"/>
                </a:solidFill>
                <a:effectLst/>
                <a:latin typeface=".SF NS"/>
              </a:rPr>
              <a:t>Priorización:</a:t>
            </a:r>
            <a:endParaRPr lang="es-ES"/>
          </a:p>
          <a:p>
            <a:pPr algn="just"/>
            <a:r>
              <a:rPr lang="es-CL" sz="2000" dirty="0">
                <a:solidFill>
                  <a:srgbClr val="0E0E0E"/>
                </a:solidFill>
                <a:effectLst/>
                <a:latin typeface=".SF NS"/>
              </a:rPr>
              <a:t>   - Tras el análisis técnico, se evalúa la gravedad del defecto y su impacto potencial en el producto final y los usuarios.</a:t>
            </a:r>
          </a:p>
          <a:p>
            <a:pPr algn="just"/>
            <a:endParaRPr lang="es-CL" sz="2000" dirty="0">
              <a:solidFill>
                <a:srgbClr val="0E0E0E"/>
              </a:solidFill>
              <a:latin typeface=".SF NS"/>
            </a:endParaRPr>
          </a:p>
          <a:p>
            <a:pPr algn="just"/>
            <a:r>
              <a:rPr lang="es-CL" sz="2000" dirty="0">
                <a:solidFill>
                  <a:srgbClr val="0E0E0E"/>
                </a:solidFill>
                <a:effectLst/>
                <a:latin typeface=".SF NS"/>
              </a:rPr>
              <a:t>   - Se utilizan categorías de priorización como crítico, alto, medio y bajo para clasificar la severidad del defecto.</a:t>
            </a:r>
          </a:p>
          <a:p>
            <a:pPr algn="just"/>
            <a:endParaRPr lang="es-CL" sz="2000" dirty="0">
              <a:solidFill>
                <a:srgbClr val="0E0E0E"/>
              </a:solidFill>
              <a:latin typeface=".SF NS"/>
            </a:endParaRPr>
          </a:p>
          <a:p>
            <a:pPr algn="just"/>
            <a:r>
              <a:rPr lang="es-CL" sz="2000" dirty="0">
                <a:solidFill>
                  <a:srgbClr val="0E0E0E"/>
                </a:solidFill>
                <a:effectLst/>
                <a:latin typeface=".SF NS"/>
              </a:rPr>
              <a:t>   - Otros factores considerados incluyen la frecuencia del error, el número de usuarios afectados, la criticidad de las funciones afectadas y cualquier requisito contractual o regulatorio.</a:t>
            </a:r>
          </a:p>
          <a:p>
            <a:pPr algn="just"/>
            <a:endParaRPr lang="es-CL" sz="2000" dirty="0">
              <a:solidFill>
                <a:srgbClr val="0E0E0E"/>
              </a:solidFill>
              <a:latin typeface=".SF NS"/>
            </a:endParaRPr>
          </a:p>
          <a:p>
            <a:pPr algn="just"/>
            <a:r>
              <a:rPr lang="es-CL" sz="2000" dirty="0">
                <a:solidFill>
                  <a:srgbClr val="0E0E0E"/>
                </a:solidFill>
                <a:effectLst/>
                <a:latin typeface=".SF NS"/>
              </a:rPr>
              <a:t>   - La priorización debe ser colaborativa e involucrar a diversas partes interesadas, incluyendo equipos de desarrollo, control de calidad y, en algunos casos, clientes o usuarios representativos. </a:t>
            </a:r>
          </a:p>
          <a:p>
            <a:pPr algn="just"/>
            <a:endParaRPr lang="es-CL" sz="2000" dirty="0">
              <a:solidFill>
                <a:srgbClr val="0E0E0E"/>
              </a:solidFill>
              <a:latin typeface=".SF NS"/>
            </a:endParaRPr>
          </a:p>
          <a:p>
            <a:pPr algn="just"/>
            <a:r>
              <a:rPr lang="es-CL" sz="2000" dirty="0">
                <a:solidFill>
                  <a:srgbClr val="0E0E0E"/>
                </a:solidFill>
                <a:latin typeface=".SF NS"/>
              </a:rPr>
              <a:t>  </a:t>
            </a:r>
            <a:r>
              <a:rPr lang="es-CL" sz="2000" dirty="0">
                <a:solidFill>
                  <a:srgbClr val="0E0E0E"/>
                </a:solidFill>
                <a:effectLst/>
                <a:latin typeface=".SF NS"/>
              </a:rPr>
              <a:t>Esta estrategia asegura la asignación óptima de recursos para abordar los defectos que tienen mayor impacto en la calidad y funcionalidad del software, promoviendo un proceso de desarrollo eficiente y centrado en la mejora continua.</a:t>
            </a:r>
          </a:p>
        </p:txBody>
      </p:sp>
      <p:sp>
        <p:nvSpPr>
          <p:cNvPr id="5" name="Título 1">
            <a:extLst>
              <a:ext uri="{FF2B5EF4-FFF2-40B4-BE49-F238E27FC236}">
                <a16:creationId xmlns:a16="http://schemas.microsoft.com/office/drawing/2014/main" id="{DD5A250C-4861-3DF8-1788-8DEF66D3413E}"/>
              </a:ext>
            </a:extLst>
          </p:cNvPr>
          <p:cNvSpPr txBox="1">
            <a:spLocks/>
          </p:cNvSpPr>
          <p:nvPr/>
        </p:nvSpPr>
        <p:spPr>
          <a:xfrm>
            <a:off x="4322619" y="312651"/>
            <a:ext cx="10113461" cy="602137"/>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a:lstStyle>
          <a:p>
            <a:r>
              <a:rPr lang="es-ES" dirty="0">
                <a:solidFill>
                  <a:srgbClr val="102B42"/>
                </a:solidFill>
                <a:latin typeface="Gotham"/>
              </a:rPr>
              <a:t>Análisis y Priorización</a:t>
            </a:r>
            <a:endParaRPr lang="es-ES" dirty="0"/>
          </a:p>
        </p:txBody>
      </p:sp>
    </p:spTree>
    <p:extLst>
      <p:ext uri="{BB962C8B-B14F-4D97-AF65-F5344CB8AC3E}">
        <p14:creationId xmlns:p14="http://schemas.microsoft.com/office/powerpoint/2010/main" val="52731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EA7C5A-B8A2-74CE-3F3C-D46254F8EDEF}"/>
              </a:ext>
            </a:extLst>
          </p:cNvPr>
          <p:cNvSpPr txBox="1"/>
          <p:nvPr/>
        </p:nvSpPr>
        <p:spPr>
          <a:xfrm>
            <a:off x="1177691" y="1710907"/>
            <a:ext cx="9840810" cy="3170099"/>
          </a:xfrm>
          <a:prstGeom prst="rect">
            <a:avLst/>
          </a:prstGeom>
          <a:noFill/>
        </p:spPr>
        <p:txBody>
          <a:bodyPr wrap="square" lIns="91440" tIns="45720" rIns="91440" bIns="45720" rtlCol="0" anchor="t">
            <a:spAutoFit/>
          </a:bodyPr>
          <a:lstStyle/>
          <a:p>
            <a:pPr algn="just"/>
            <a:r>
              <a:rPr lang="es-CL" sz="2000" dirty="0">
                <a:solidFill>
                  <a:srgbClr val="0E0E0E"/>
                </a:solidFill>
                <a:effectLst/>
                <a:latin typeface=".SF NS"/>
              </a:rPr>
              <a:t>Asignación:</a:t>
            </a:r>
            <a:endParaRPr lang="es-ES"/>
          </a:p>
          <a:p>
            <a:pPr algn="just"/>
            <a:r>
              <a:rPr lang="es-CL" sz="2000" dirty="0">
                <a:solidFill>
                  <a:srgbClr val="0E0E0E"/>
                </a:solidFill>
                <a:effectLst/>
                <a:latin typeface=".SF NS"/>
              </a:rPr>
              <a:t>   - Una vez analizado y priorizado un defecto, se asigna a un desarrollador específico para su corrección.</a:t>
            </a:r>
          </a:p>
          <a:p>
            <a:pPr algn="just"/>
            <a:endParaRPr lang="es-CL" sz="2000" dirty="0">
              <a:solidFill>
                <a:srgbClr val="0E0E0E"/>
              </a:solidFill>
              <a:latin typeface=".SF NS"/>
            </a:endParaRPr>
          </a:p>
          <a:p>
            <a:pPr algn="just"/>
            <a:r>
              <a:rPr lang="es-CL" sz="2000" dirty="0">
                <a:solidFill>
                  <a:srgbClr val="0E0E0E"/>
                </a:solidFill>
                <a:effectLst/>
                <a:latin typeface=".SF NS"/>
              </a:rPr>
              <a:t>   - La asignación se basa en criterios como la experiencia del desarrollador, carga de trabajo, urgencia del problema y disponibilidad de recursos.</a:t>
            </a:r>
          </a:p>
          <a:p>
            <a:pPr algn="just"/>
            <a:endParaRPr lang="es-CL" sz="2000" dirty="0">
              <a:solidFill>
                <a:srgbClr val="0E0E0E"/>
              </a:solidFill>
              <a:latin typeface=".SF NS"/>
            </a:endParaRPr>
          </a:p>
          <a:p>
            <a:pPr algn="just"/>
            <a:r>
              <a:rPr lang="es-CL" sz="2000" dirty="0">
                <a:solidFill>
                  <a:srgbClr val="0E0E0E"/>
                </a:solidFill>
                <a:effectLst/>
                <a:latin typeface=".SF NS"/>
              </a:rPr>
              <a:t>   - Es crucial que la asignación sea clara y transparente, comunicando todos los detalles relevantes del defecto al desarrollador.</a:t>
            </a:r>
          </a:p>
          <a:p>
            <a:pPr algn="just"/>
            <a:endParaRPr lang="es-CL" sz="2000" dirty="0">
              <a:solidFill>
                <a:srgbClr val="0E0E0E"/>
              </a:solidFill>
              <a:effectLst/>
              <a:latin typeface=".SF NS"/>
            </a:endParaRPr>
          </a:p>
        </p:txBody>
      </p:sp>
      <p:sp>
        <p:nvSpPr>
          <p:cNvPr id="5" name="Título 1">
            <a:extLst>
              <a:ext uri="{FF2B5EF4-FFF2-40B4-BE49-F238E27FC236}">
                <a16:creationId xmlns:a16="http://schemas.microsoft.com/office/drawing/2014/main" id="{DD5A250C-4861-3DF8-1788-8DEF66D3413E}"/>
              </a:ext>
            </a:extLst>
          </p:cNvPr>
          <p:cNvSpPr txBox="1">
            <a:spLocks/>
          </p:cNvSpPr>
          <p:nvPr/>
        </p:nvSpPr>
        <p:spPr>
          <a:xfrm>
            <a:off x="4322619" y="312651"/>
            <a:ext cx="10113461" cy="602137"/>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a:lstStyle>
          <a:p>
            <a:r>
              <a:rPr lang="es-ES" dirty="0">
                <a:solidFill>
                  <a:srgbClr val="102B42"/>
                </a:solidFill>
                <a:latin typeface="Gotham"/>
              </a:rPr>
              <a:t>Asignación y Trabajo</a:t>
            </a:r>
            <a:endParaRPr lang="es-ES" dirty="0"/>
          </a:p>
        </p:txBody>
      </p:sp>
    </p:spTree>
    <p:extLst>
      <p:ext uri="{BB962C8B-B14F-4D97-AF65-F5344CB8AC3E}">
        <p14:creationId xmlns:p14="http://schemas.microsoft.com/office/powerpoint/2010/main" val="3725916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EA7C5A-B8A2-74CE-3F3C-D46254F8EDEF}"/>
              </a:ext>
            </a:extLst>
          </p:cNvPr>
          <p:cNvSpPr txBox="1"/>
          <p:nvPr/>
        </p:nvSpPr>
        <p:spPr>
          <a:xfrm>
            <a:off x="870617" y="823803"/>
            <a:ext cx="10443584" cy="5632311"/>
          </a:xfrm>
          <a:prstGeom prst="rect">
            <a:avLst/>
          </a:prstGeom>
          <a:noFill/>
        </p:spPr>
        <p:txBody>
          <a:bodyPr wrap="square" lIns="91440" tIns="45720" rIns="91440" bIns="45720" rtlCol="0" anchor="t">
            <a:spAutoFit/>
          </a:bodyPr>
          <a:lstStyle/>
          <a:p>
            <a:pPr algn="just"/>
            <a:r>
              <a:rPr lang="es-CL" sz="2000" dirty="0">
                <a:solidFill>
                  <a:srgbClr val="0E0E0E"/>
                </a:solidFill>
                <a:effectLst/>
                <a:latin typeface=".SF NS"/>
              </a:rPr>
              <a:t>Trabajo:</a:t>
            </a:r>
            <a:endParaRPr lang="es-ES"/>
          </a:p>
          <a:p>
            <a:pPr algn="just"/>
            <a:r>
              <a:rPr lang="es-CL" sz="2000" dirty="0">
                <a:solidFill>
                  <a:srgbClr val="0E0E0E"/>
                </a:solidFill>
                <a:effectLst/>
                <a:latin typeface=".SF NS"/>
              </a:rPr>
              <a:t>   - El desarrollador revisa el código relevante para identificar y modificar las secciones específicas que causan el defecto.</a:t>
            </a:r>
          </a:p>
          <a:p>
            <a:pPr algn="just"/>
            <a:endParaRPr lang="es-CL" sz="2000" dirty="0">
              <a:solidFill>
                <a:srgbClr val="0E0E0E"/>
              </a:solidFill>
              <a:latin typeface=".SF NS"/>
            </a:endParaRPr>
          </a:p>
          <a:p>
            <a:pPr algn="just"/>
            <a:r>
              <a:rPr lang="es-CL" sz="2000" dirty="0">
                <a:solidFill>
                  <a:srgbClr val="0E0E0E"/>
                </a:solidFill>
                <a:effectLst/>
                <a:latin typeface=".SF NS"/>
              </a:rPr>
              <a:t>   - Dependiendo de la complejidad, puede ser necesario realizar cambios adicionales en otras partes del código.</a:t>
            </a:r>
          </a:p>
          <a:p>
            <a:pPr algn="just"/>
            <a:endParaRPr lang="es-CL" sz="2000" dirty="0">
              <a:solidFill>
                <a:srgbClr val="0E0E0E"/>
              </a:solidFill>
              <a:latin typeface=".SF NS"/>
            </a:endParaRPr>
          </a:p>
          <a:p>
            <a:pPr algn="just"/>
            <a:r>
              <a:rPr lang="es-CL" sz="2000" dirty="0">
                <a:solidFill>
                  <a:srgbClr val="0E0E0E"/>
                </a:solidFill>
                <a:effectLst/>
                <a:latin typeface=".SF NS"/>
              </a:rPr>
              <a:t>   - Durante la corrección, se aseguran prácticas recomendadas de desarrollo de software, como modularidad y legibilidad del código.</a:t>
            </a:r>
          </a:p>
          <a:p>
            <a:pPr algn="just"/>
            <a:endParaRPr lang="es-CL" sz="2000" dirty="0">
              <a:solidFill>
                <a:srgbClr val="0E0E0E"/>
              </a:solidFill>
              <a:latin typeface=".SF NS"/>
            </a:endParaRPr>
          </a:p>
          <a:p>
            <a:pPr algn="just"/>
            <a:r>
              <a:rPr lang="es-CL" sz="2000" dirty="0">
                <a:solidFill>
                  <a:srgbClr val="0E0E0E"/>
                </a:solidFill>
                <a:effectLst/>
                <a:latin typeface=".SF NS"/>
              </a:rPr>
              <a:t>   - Una vez corregido el defecto, se realizan pruebas exhaustivas para verificar que la corrección sea efectiva y que no se introduzcan nuevos problemas.</a:t>
            </a:r>
          </a:p>
          <a:p>
            <a:pPr algn="just"/>
            <a:endParaRPr lang="es-CL" sz="2000" dirty="0">
              <a:solidFill>
                <a:srgbClr val="0E0E0E"/>
              </a:solidFill>
              <a:latin typeface=".SF NS"/>
            </a:endParaRPr>
          </a:p>
          <a:p>
            <a:pPr algn="just"/>
            <a:r>
              <a:rPr lang="es-CL" sz="2000" dirty="0">
                <a:solidFill>
                  <a:srgbClr val="0E0E0E"/>
                </a:solidFill>
                <a:effectLst/>
                <a:latin typeface=".SF NS"/>
              </a:rPr>
              <a:t>   - Estas pruebas pueden incluir casos de prueba específicos y pruebas de regresión para validar el funcionamiento del software.</a:t>
            </a:r>
          </a:p>
          <a:p>
            <a:pPr algn="just"/>
            <a:endParaRPr lang="es-CL" sz="2000" dirty="0">
              <a:solidFill>
                <a:srgbClr val="0E0E0E"/>
              </a:solidFill>
              <a:latin typeface=".SF NS"/>
            </a:endParaRPr>
          </a:p>
          <a:p>
            <a:pPr algn="just"/>
            <a:r>
              <a:rPr lang="es-CL" sz="2000" dirty="0">
                <a:solidFill>
                  <a:srgbClr val="0E0E0E"/>
                </a:solidFill>
                <a:effectLst/>
                <a:latin typeface=".SF NS"/>
              </a:rPr>
              <a:t>Este proceso garantiza que los defectos se aborden de manera efectiva, manteniendo la calidad y consistencia del software.</a:t>
            </a:r>
          </a:p>
        </p:txBody>
      </p:sp>
      <p:sp>
        <p:nvSpPr>
          <p:cNvPr id="5" name="Título 1">
            <a:extLst>
              <a:ext uri="{FF2B5EF4-FFF2-40B4-BE49-F238E27FC236}">
                <a16:creationId xmlns:a16="http://schemas.microsoft.com/office/drawing/2014/main" id="{DD5A250C-4861-3DF8-1788-8DEF66D3413E}"/>
              </a:ext>
            </a:extLst>
          </p:cNvPr>
          <p:cNvSpPr txBox="1">
            <a:spLocks/>
          </p:cNvSpPr>
          <p:nvPr/>
        </p:nvSpPr>
        <p:spPr>
          <a:xfrm>
            <a:off x="4322619" y="312651"/>
            <a:ext cx="10113461" cy="602137"/>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a:lstStyle>
          <a:p>
            <a:r>
              <a:rPr lang="es-ES" dirty="0">
                <a:solidFill>
                  <a:srgbClr val="102B42"/>
                </a:solidFill>
                <a:latin typeface="Gotham"/>
              </a:rPr>
              <a:t>Asignación y Trabajo</a:t>
            </a:r>
            <a:endParaRPr lang="es-ES" dirty="0"/>
          </a:p>
        </p:txBody>
      </p:sp>
    </p:spTree>
    <p:extLst>
      <p:ext uri="{BB962C8B-B14F-4D97-AF65-F5344CB8AC3E}">
        <p14:creationId xmlns:p14="http://schemas.microsoft.com/office/powerpoint/2010/main" val="1860988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EA7C5A-B8A2-74CE-3F3C-D46254F8EDEF}"/>
              </a:ext>
            </a:extLst>
          </p:cNvPr>
          <p:cNvSpPr txBox="1"/>
          <p:nvPr/>
        </p:nvSpPr>
        <p:spPr>
          <a:xfrm>
            <a:off x="961601" y="1255982"/>
            <a:ext cx="10272989" cy="4093428"/>
          </a:xfrm>
          <a:prstGeom prst="rect">
            <a:avLst/>
          </a:prstGeom>
          <a:noFill/>
        </p:spPr>
        <p:txBody>
          <a:bodyPr wrap="square" lIns="91440" tIns="45720" rIns="91440" bIns="45720" rtlCol="0" anchor="t">
            <a:spAutoFit/>
          </a:bodyPr>
          <a:lstStyle/>
          <a:p>
            <a:pPr algn="just"/>
            <a:r>
              <a:rPr lang="es-CL" sz="2000" dirty="0">
                <a:solidFill>
                  <a:srgbClr val="0E0E0E"/>
                </a:solidFill>
                <a:effectLst/>
                <a:latin typeface=".SF NS"/>
              </a:rPr>
              <a:t>Corrección:</a:t>
            </a:r>
            <a:endParaRPr lang="es-ES"/>
          </a:p>
          <a:p>
            <a:pPr algn="just"/>
            <a:r>
              <a:rPr lang="es-CL" sz="2000" dirty="0">
                <a:solidFill>
                  <a:srgbClr val="0E0E0E"/>
                </a:solidFill>
                <a:effectLst/>
                <a:latin typeface=".SF NS"/>
              </a:rPr>
              <a:t>   - Tras la asignación del defecto a un desarrollador, comienza el proceso de corrección para asegurar que el software funcione correctamente y cumpla con las expectativas de los usuarios.</a:t>
            </a:r>
          </a:p>
          <a:p>
            <a:pPr algn="just"/>
            <a:r>
              <a:rPr lang="es-CL" sz="2000" dirty="0">
                <a:solidFill>
                  <a:srgbClr val="0E0E0E"/>
                </a:solidFill>
                <a:effectLst/>
                <a:latin typeface=".SF NS"/>
              </a:rPr>
              <a:t>   - La corrección implica modificar o reparar el código afectado, guiado por la información del análisis del defecto.</a:t>
            </a:r>
          </a:p>
          <a:p>
            <a:pPr algn="just"/>
            <a:r>
              <a:rPr lang="es-CL" sz="2000" dirty="0">
                <a:solidFill>
                  <a:srgbClr val="0E0E0E"/>
                </a:solidFill>
                <a:effectLst/>
                <a:latin typeface=".SF NS"/>
              </a:rPr>
              <a:t>   - Se pueden realizar ajustes directos en el código fuente, refactorizaciones o añadir nuevas funciones para corregir el problema.</a:t>
            </a:r>
          </a:p>
          <a:p>
            <a:pPr algn="just"/>
            <a:endParaRPr lang="es-CL" sz="2000" dirty="0">
              <a:solidFill>
                <a:srgbClr val="0E0E0E"/>
              </a:solidFill>
              <a:effectLst/>
              <a:latin typeface=".SF NS"/>
            </a:endParaRPr>
          </a:p>
          <a:p>
            <a:pPr algn="just"/>
            <a:endParaRPr lang="es-CL" sz="2000" dirty="0">
              <a:solidFill>
                <a:srgbClr val="0E0E0E"/>
              </a:solidFill>
              <a:latin typeface=".SF NS"/>
            </a:endParaRPr>
          </a:p>
          <a:p>
            <a:pPr algn="just"/>
            <a:r>
              <a:rPr lang="es-CL" sz="2000" dirty="0">
                <a:solidFill>
                  <a:srgbClr val="0E0E0E"/>
                </a:solidFill>
                <a:effectLst/>
                <a:latin typeface=".SF NS"/>
              </a:rPr>
              <a:t>Prácticas de Desarrollo:</a:t>
            </a:r>
          </a:p>
          <a:p>
            <a:pPr algn="just"/>
            <a:r>
              <a:rPr lang="es-CL" sz="2000" dirty="0">
                <a:solidFill>
                  <a:srgbClr val="0E0E0E"/>
                </a:solidFill>
                <a:effectLst/>
                <a:latin typeface=".SF NS"/>
              </a:rPr>
              <a:t>   - Es fundamental que el desarrollador siga prácticas robustas de desarrollo y codificación, manteniendo la coherencia con la arquitectura del software, la legibilidad y </a:t>
            </a:r>
            <a:r>
              <a:rPr lang="es-CL" sz="2000" dirty="0">
                <a:solidFill>
                  <a:srgbClr val="0E0E0E"/>
                </a:solidFill>
                <a:latin typeface=".SF NS"/>
              </a:rPr>
              <a:t>la modularidad</a:t>
            </a:r>
            <a:r>
              <a:rPr lang="es-CL" sz="2000" dirty="0">
                <a:solidFill>
                  <a:srgbClr val="0E0E0E"/>
                </a:solidFill>
                <a:effectLst/>
                <a:latin typeface=".SF NS"/>
              </a:rPr>
              <a:t> del código.</a:t>
            </a:r>
          </a:p>
        </p:txBody>
      </p:sp>
      <p:sp>
        <p:nvSpPr>
          <p:cNvPr id="5" name="Título 1">
            <a:extLst>
              <a:ext uri="{FF2B5EF4-FFF2-40B4-BE49-F238E27FC236}">
                <a16:creationId xmlns:a16="http://schemas.microsoft.com/office/drawing/2014/main" id="{DD5A250C-4861-3DF8-1788-8DEF66D3413E}"/>
              </a:ext>
            </a:extLst>
          </p:cNvPr>
          <p:cNvSpPr txBox="1">
            <a:spLocks/>
          </p:cNvSpPr>
          <p:nvPr/>
        </p:nvSpPr>
        <p:spPr>
          <a:xfrm>
            <a:off x="4322619" y="312651"/>
            <a:ext cx="10113461" cy="602137"/>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a:lstStyle>
          <a:p>
            <a:r>
              <a:rPr lang="es-ES" dirty="0">
                <a:solidFill>
                  <a:srgbClr val="102B42"/>
                </a:solidFill>
                <a:latin typeface="Gotham"/>
              </a:rPr>
              <a:t>Corrección y Pruebas</a:t>
            </a:r>
            <a:endParaRPr lang="es-ES" dirty="0"/>
          </a:p>
        </p:txBody>
      </p:sp>
    </p:spTree>
    <p:extLst>
      <p:ext uri="{BB962C8B-B14F-4D97-AF65-F5344CB8AC3E}">
        <p14:creationId xmlns:p14="http://schemas.microsoft.com/office/powerpoint/2010/main" val="3507390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EA7C5A-B8A2-74CE-3F3C-D46254F8EDEF}"/>
              </a:ext>
            </a:extLst>
          </p:cNvPr>
          <p:cNvSpPr txBox="1"/>
          <p:nvPr/>
        </p:nvSpPr>
        <p:spPr>
          <a:xfrm>
            <a:off x="927482" y="1290101"/>
            <a:ext cx="10341228" cy="4093428"/>
          </a:xfrm>
          <a:prstGeom prst="rect">
            <a:avLst/>
          </a:prstGeom>
          <a:noFill/>
        </p:spPr>
        <p:txBody>
          <a:bodyPr wrap="square" lIns="91440" tIns="45720" rIns="91440" bIns="45720" rtlCol="0" anchor="t">
            <a:spAutoFit/>
          </a:bodyPr>
          <a:lstStyle/>
          <a:p>
            <a:pPr algn="just"/>
            <a:r>
              <a:rPr lang="es-CL" sz="2000" dirty="0">
                <a:solidFill>
                  <a:srgbClr val="0E0E0E"/>
                </a:solidFill>
                <a:effectLst/>
                <a:latin typeface=".SF NS"/>
              </a:rPr>
              <a:t>Pruebas Unitarias:</a:t>
            </a:r>
            <a:endParaRPr lang="es-ES"/>
          </a:p>
          <a:p>
            <a:pPr algn="just"/>
            <a:r>
              <a:rPr lang="es-CL" sz="2000" dirty="0">
                <a:solidFill>
                  <a:srgbClr val="0E0E0E"/>
                </a:solidFill>
                <a:effectLst/>
                <a:latin typeface=".SF NS"/>
              </a:rPr>
              <a:t>   - Verifican que la solución implementada resuelve el defecto sin introducir nuevos problemas.</a:t>
            </a:r>
          </a:p>
          <a:p>
            <a:pPr algn="just"/>
            <a:r>
              <a:rPr lang="es-CL" sz="2000" dirty="0">
                <a:solidFill>
                  <a:srgbClr val="0E0E0E"/>
                </a:solidFill>
                <a:effectLst/>
                <a:latin typeface=".SF NS"/>
              </a:rPr>
              <a:t>   - Pueden ser automatizadas y se enfocan en el comportamiento de componentes específicos.</a:t>
            </a:r>
          </a:p>
          <a:p>
            <a:pPr algn="just"/>
            <a:r>
              <a:rPr lang="es-CL" sz="2000" dirty="0">
                <a:solidFill>
                  <a:srgbClr val="0E0E0E"/>
                </a:solidFill>
                <a:effectLst/>
                <a:latin typeface=".SF NS"/>
              </a:rPr>
              <a:t>   - Las pruebas unitarias validan la funcionalidad aislada y detallada del software.</a:t>
            </a:r>
          </a:p>
          <a:p>
            <a:pPr algn="just"/>
            <a:endParaRPr lang="es-CL" sz="2000" dirty="0">
              <a:solidFill>
                <a:srgbClr val="0E0E0E"/>
              </a:solidFill>
              <a:effectLst/>
              <a:latin typeface=".SF NS"/>
            </a:endParaRPr>
          </a:p>
          <a:p>
            <a:pPr algn="just"/>
            <a:endParaRPr lang="es-CL" sz="2000" dirty="0">
              <a:solidFill>
                <a:srgbClr val="0E0E0E"/>
              </a:solidFill>
              <a:latin typeface=".SF NS"/>
            </a:endParaRPr>
          </a:p>
          <a:p>
            <a:pPr algn="just"/>
            <a:r>
              <a:rPr lang="es-CL" sz="2000" dirty="0">
                <a:solidFill>
                  <a:srgbClr val="0E0E0E"/>
                </a:solidFill>
                <a:effectLst/>
                <a:latin typeface=".SF NS"/>
              </a:rPr>
              <a:t>Casos de Prueba Específicos:</a:t>
            </a:r>
          </a:p>
          <a:p>
            <a:pPr algn="just"/>
            <a:r>
              <a:rPr lang="es-CL" sz="2000" dirty="0">
                <a:solidFill>
                  <a:srgbClr val="0E0E0E"/>
                </a:solidFill>
                <a:effectLst/>
                <a:latin typeface=".SF NS"/>
              </a:rPr>
              <a:t>   - </a:t>
            </a:r>
            <a:r>
              <a:rPr lang="es-CL" sz="2000" dirty="0">
                <a:solidFill>
                  <a:srgbClr val="0E0E0E"/>
                </a:solidFill>
                <a:latin typeface=".SF NS"/>
              </a:rPr>
              <a:t>Evalúan</a:t>
            </a:r>
            <a:r>
              <a:rPr lang="es-CL" sz="2000" dirty="0">
                <a:solidFill>
                  <a:srgbClr val="0E0E0E"/>
                </a:solidFill>
                <a:effectLst/>
                <a:latin typeface=".SF NS"/>
              </a:rPr>
              <a:t> que la funcionalidad afectada por el defecto opere como se espera y que no se introduzcan errores nuevos.</a:t>
            </a:r>
          </a:p>
          <a:p>
            <a:pPr algn="just"/>
            <a:r>
              <a:rPr lang="es-CL" sz="2000" dirty="0">
                <a:solidFill>
                  <a:srgbClr val="0E0E0E"/>
                </a:solidFill>
                <a:effectLst/>
                <a:latin typeface=".SF NS"/>
              </a:rPr>
              <a:t>   - Estas pruebas aseguran la calidad del software y contribuyen a su mantenimiento futuro, identificando y resolviendo problemas de manera proactiva antes de que afecten a los usuarios.</a:t>
            </a:r>
          </a:p>
          <a:p>
            <a:pPr algn="just"/>
            <a:r>
              <a:rPr lang="es-CL" sz="2000" dirty="0">
                <a:solidFill>
                  <a:srgbClr val="0E0E0E"/>
                </a:solidFill>
                <a:effectLst/>
                <a:latin typeface=".SF NS"/>
              </a:rPr>
              <a:t>Este proceso asegura que los defectos se corrijan de manera efectiva y que el software mantenga una alta calidad y fiabilidad.</a:t>
            </a:r>
          </a:p>
        </p:txBody>
      </p:sp>
      <p:sp>
        <p:nvSpPr>
          <p:cNvPr id="5" name="Título 1">
            <a:extLst>
              <a:ext uri="{FF2B5EF4-FFF2-40B4-BE49-F238E27FC236}">
                <a16:creationId xmlns:a16="http://schemas.microsoft.com/office/drawing/2014/main" id="{DD5A250C-4861-3DF8-1788-8DEF66D3413E}"/>
              </a:ext>
            </a:extLst>
          </p:cNvPr>
          <p:cNvSpPr txBox="1">
            <a:spLocks/>
          </p:cNvSpPr>
          <p:nvPr/>
        </p:nvSpPr>
        <p:spPr>
          <a:xfrm>
            <a:off x="4322619" y="312651"/>
            <a:ext cx="10113461" cy="602137"/>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a:lstStyle>
          <a:p>
            <a:r>
              <a:rPr lang="es-ES" dirty="0">
                <a:solidFill>
                  <a:srgbClr val="102B42"/>
                </a:solidFill>
                <a:latin typeface="Gotham"/>
              </a:rPr>
              <a:t>Corrección y Pruebas</a:t>
            </a:r>
            <a:endParaRPr lang="es-ES" dirty="0"/>
          </a:p>
        </p:txBody>
      </p:sp>
    </p:spTree>
    <p:extLst>
      <p:ext uri="{BB962C8B-B14F-4D97-AF65-F5344CB8AC3E}">
        <p14:creationId xmlns:p14="http://schemas.microsoft.com/office/powerpoint/2010/main" val="1379284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EA7C5A-B8A2-74CE-3F3C-D46254F8EDEF}"/>
              </a:ext>
            </a:extLst>
          </p:cNvPr>
          <p:cNvSpPr txBox="1"/>
          <p:nvPr/>
        </p:nvSpPr>
        <p:spPr>
          <a:xfrm>
            <a:off x="1052585" y="1051266"/>
            <a:ext cx="10102393" cy="5122941"/>
          </a:xfrm>
          <a:prstGeom prst="rect">
            <a:avLst/>
          </a:prstGeom>
          <a:noFill/>
        </p:spPr>
        <p:txBody>
          <a:bodyPr wrap="square" lIns="91440" tIns="45720" rIns="91440" bIns="45720" rtlCol="0" anchor="t">
            <a:spAutoFit/>
          </a:bodyPr>
          <a:lstStyle/>
          <a:p>
            <a:pPr algn="just">
              <a:lnSpc>
                <a:spcPct val="150000"/>
              </a:lnSpc>
            </a:pPr>
            <a:r>
              <a:rPr lang="es-CL" sz="2000" dirty="0">
                <a:solidFill>
                  <a:srgbClr val="0E0E0E"/>
                </a:solidFill>
                <a:effectLst/>
                <a:latin typeface=".SF NS"/>
              </a:rPr>
              <a:t>Definición:</a:t>
            </a:r>
          </a:p>
          <a:p>
            <a:pPr algn="just">
              <a:lnSpc>
                <a:spcPct val="150000"/>
              </a:lnSpc>
            </a:pPr>
            <a:r>
              <a:rPr lang="es-CL" sz="2000" dirty="0">
                <a:solidFill>
                  <a:srgbClr val="0E0E0E"/>
                </a:solidFill>
                <a:effectLst/>
                <a:latin typeface=".SF NS"/>
              </a:rPr>
              <a:t>   - Las pruebas de regresión aseguran la calidad del software después de una corrección o modificación, verificando que los cambios no afecten negativamente otras partes del sistema.</a:t>
            </a:r>
          </a:p>
          <a:p>
            <a:pPr algn="just">
              <a:lnSpc>
                <a:spcPct val="150000"/>
              </a:lnSpc>
            </a:pPr>
            <a:endParaRPr lang="es-CL" sz="2000" dirty="0">
              <a:solidFill>
                <a:srgbClr val="0E0E0E"/>
              </a:solidFill>
              <a:effectLst/>
              <a:latin typeface=".SF NS"/>
            </a:endParaRPr>
          </a:p>
          <a:p>
            <a:pPr algn="just">
              <a:lnSpc>
                <a:spcPct val="150000"/>
              </a:lnSpc>
            </a:pPr>
            <a:r>
              <a:rPr lang="es-CL" sz="2000" dirty="0">
                <a:solidFill>
                  <a:srgbClr val="0E0E0E"/>
                </a:solidFill>
                <a:effectLst/>
                <a:latin typeface=".SF NS"/>
              </a:rPr>
              <a:t>Importancia:</a:t>
            </a:r>
          </a:p>
          <a:p>
            <a:pPr algn="just">
              <a:lnSpc>
                <a:spcPct val="150000"/>
              </a:lnSpc>
            </a:pPr>
            <a:r>
              <a:rPr lang="es-CL" sz="2000" dirty="0">
                <a:solidFill>
                  <a:srgbClr val="0E0E0E"/>
                </a:solidFill>
                <a:effectLst/>
                <a:latin typeface=".SF NS"/>
              </a:rPr>
              <a:t>   - Son esenciales para detectar cualquier regresión o deterioro en la calidad del software debido a la corrección de un defecto.</a:t>
            </a:r>
          </a:p>
          <a:p>
            <a:pPr algn="just">
              <a:lnSpc>
                <a:spcPct val="150000"/>
              </a:lnSpc>
            </a:pPr>
            <a:r>
              <a:rPr lang="es-CL" sz="2000" dirty="0">
                <a:solidFill>
                  <a:srgbClr val="0E0E0E"/>
                </a:solidFill>
                <a:effectLst/>
                <a:latin typeface=".SF NS"/>
              </a:rPr>
              <a:t>   - Mitigan el riesgo de que los cambios realizados introduzcan nuevos errores en áreas no relacionadas del sistema.</a:t>
            </a:r>
          </a:p>
          <a:p>
            <a:pPr algn="just">
              <a:lnSpc>
                <a:spcPct val="150000"/>
              </a:lnSpc>
            </a:pPr>
            <a:endParaRPr lang="es-CL" sz="2000" dirty="0">
              <a:solidFill>
                <a:srgbClr val="0E0E0E"/>
              </a:solidFill>
              <a:effectLst/>
              <a:latin typeface=".SF NS"/>
            </a:endParaRPr>
          </a:p>
          <a:p>
            <a:pPr algn="just">
              <a:lnSpc>
                <a:spcPct val="150000"/>
              </a:lnSpc>
            </a:pPr>
            <a:endParaRPr lang="es-CL" sz="2000" dirty="0">
              <a:solidFill>
                <a:srgbClr val="0E0E0E"/>
              </a:solidFill>
              <a:effectLst/>
              <a:latin typeface=".SF NS"/>
            </a:endParaRPr>
          </a:p>
        </p:txBody>
      </p:sp>
      <p:sp>
        <p:nvSpPr>
          <p:cNvPr id="5" name="Título 1">
            <a:extLst>
              <a:ext uri="{FF2B5EF4-FFF2-40B4-BE49-F238E27FC236}">
                <a16:creationId xmlns:a16="http://schemas.microsoft.com/office/drawing/2014/main" id="{DD5A250C-4861-3DF8-1788-8DEF66D3413E}"/>
              </a:ext>
            </a:extLst>
          </p:cNvPr>
          <p:cNvSpPr txBox="1">
            <a:spLocks/>
          </p:cNvSpPr>
          <p:nvPr/>
        </p:nvSpPr>
        <p:spPr>
          <a:xfrm>
            <a:off x="4322619" y="312651"/>
            <a:ext cx="10113461" cy="602137"/>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a:lstStyle>
          <a:p>
            <a:r>
              <a:rPr lang="es-ES" dirty="0">
                <a:solidFill>
                  <a:srgbClr val="102B42"/>
                </a:solidFill>
                <a:latin typeface="Gotham"/>
              </a:rPr>
              <a:t>Pruebas de regresión</a:t>
            </a:r>
            <a:endParaRPr lang="es-ES" dirty="0"/>
          </a:p>
        </p:txBody>
      </p:sp>
    </p:spTree>
    <p:extLst>
      <p:ext uri="{BB962C8B-B14F-4D97-AF65-F5344CB8AC3E}">
        <p14:creationId xmlns:p14="http://schemas.microsoft.com/office/powerpoint/2010/main" val="2290854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EA7C5A-B8A2-74CE-3F3C-D46254F8EDEF}"/>
              </a:ext>
            </a:extLst>
          </p:cNvPr>
          <p:cNvSpPr txBox="1"/>
          <p:nvPr/>
        </p:nvSpPr>
        <p:spPr>
          <a:xfrm>
            <a:off x="1033431" y="1387092"/>
            <a:ext cx="10125137" cy="4401205"/>
          </a:xfrm>
          <a:prstGeom prst="rect">
            <a:avLst/>
          </a:prstGeom>
          <a:noFill/>
        </p:spPr>
        <p:txBody>
          <a:bodyPr wrap="square" lIns="91440" tIns="45720" rIns="91440" bIns="45720" rtlCol="0" anchor="t">
            <a:spAutoFit/>
          </a:bodyPr>
          <a:lstStyle/>
          <a:p>
            <a:pPr algn="just"/>
            <a:r>
              <a:rPr lang="es-CL" sz="2000" dirty="0">
                <a:solidFill>
                  <a:srgbClr val="0E0E0E"/>
                </a:solidFill>
                <a:effectLst/>
                <a:latin typeface=".SF NS"/>
              </a:rPr>
              <a:t>Estrategia:</a:t>
            </a:r>
            <a:endParaRPr lang="es-ES"/>
          </a:p>
          <a:p>
            <a:pPr algn="just"/>
            <a:r>
              <a:rPr lang="es-CL" sz="2000" dirty="0">
                <a:solidFill>
                  <a:srgbClr val="0E0E0E"/>
                </a:solidFill>
                <a:effectLst/>
                <a:latin typeface=".SF NS"/>
              </a:rPr>
              <a:t>   - Se planifican y ejecutan meticulosamente después de cada ciclo de corrección o desarrollo de nuevas funcionalidades.</a:t>
            </a:r>
          </a:p>
          <a:p>
            <a:pPr algn="just"/>
            <a:r>
              <a:rPr lang="es-CL" sz="2000" dirty="0">
                <a:solidFill>
                  <a:srgbClr val="0E0E0E"/>
                </a:solidFill>
                <a:effectLst/>
                <a:latin typeface=".SF NS"/>
              </a:rPr>
              <a:t>   - Garantizan que todas las partes del software afectadas por los cambios recientes sean evaluadas exhaustivamente.</a:t>
            </a:r>
          </a:p>
          <a:p>
            <a:pPr algn="just"/>
            <a:endParaRPr lang="es-CL" sz="2000" dirty="0">
              <a:solidFill>
                <a:srgbClr val="0E0E0E"/>
              </a:solidFill>
              <a:latin typeface=".SF NS"/>
            </a:endParaRPr>
          </a:p>
          <a:p>
            <a:pPr algn="just"/>
            <a:r>
              <a:rPr lang="es-CL" sz="2000" dirty="0">
                <a:solidFill>
                  <a:srgbClr val="0E0E0E"/>
                </a:solidFill>
                <a:effectLst/>
                <a:latin typeface=".SF NS"/>
              </a:rPr>
              <a:t>Enfoque Automatizado y Manual:</a:t>
            </a:r>
          </a:p>
          <a:p>
            <a:pPr algn="just"/>
            <a:r>
              <a:rPr lang="es-CL" sz="2000" dirty="0">
                <a:solidFill>
                  <a:srgbClr val="0E0E0E"/>
                </a:solidFill>
                <a:effectLst/>
                <a:latin typeface=".SF NS"/>
              </a:rPr>
              <a:t>   - Las pruebas de regresión suelen ser automatizadas para una ejecución rápida y repetible, mejorando la eficiencia y cobertura de pruebas.</a:t>
            </a:r>
          </a:p>
          <a:p>
            <a:pPr algn="just"/>
            <a:r>
              <a:rPr lang="es-CL" sz="2000" dirty="0">
                <a:solidFill>
                  <a:srgbClr val="0E0E0E"/>
                </a:solidFill>
                <a:effectLst/>
                <a:latin typeface=".SF NS"/>
              </a:rPr>
              <a:t>   - Sin embargo, el componente humano sigue siendo crucial para analizar casos complejos y no estándar, proporcionando </a:t>
            </a:r>
            <a:r>
              <a:rPr lang="es-CL" sz="2000" dirty="0" err="1">
                <a:solidFill>
                  <a:srgbClr val="0E0E0E"/>
                </a:solidFill>
                <a:effectLst/>
                <a:latin typeface=".SF NS"/>
              </a:rPr>
              <a:t>feedback</a:t>
            </a:r>
            <a:r>
              <a:rPr lang="es-CL" sz="2000" dirty="0">
                <a:solidFill>
                  <a:srgbClr val="0E0E0E"/>
                </a:solidFill>
                <a:effectLst/>
                <a:latin typeface=".SF NS"/>
              </a:rPr>
              <a:t> y asegurando que el software mantenga su calidad y fiabilidad.</a:t>
            </a:r>
          </a:p>
          <a:p>
            <a:pPr algn="just"/>
            <a:r>
              <a:rPr lang="es-CL" sz="2000" dirty="0">
                <a:solidFill>
                  <a:srgbClr val="0E0E0E"/>
                </a:solidFill>
                <a:effectLst/>
                <a:latin typeface=".SF NS"/>
              </a:rPr>
              <a:t>Este enfoque combinado asegura que el software funcione correctamente y mantenga su integridad después de cualquier cambio.</a:t>
            </a:r>
          </a:p>
        </p:txBody>
      </p:sp>
      <p:sp>
        <p:nvSpPr>
          <p:cNvPr id="5" name="Título 1">
            <a:extLst>
              <a:ext uri="{FF2B5EF4-FFF2-40B4-BE49-F238E27FC236}">
                <a16:creationId xmlns:a16="http://schemas.microsoft.com/office/drawing/2014/main" id="{DD5A250C-4861-3DF8-1788-8DEF66D3413E}"/>
              </a:ext>
            </a:extLst>
          </p:cNvPr>
          <p:cNvSpPr txBox="1">
            <a:spLocks/>
          </p:cNvSpPr>
          <p:nvPr/>
        </p:nvSpPr>
        <p:spPr>
          <a:xfrm>
            <a:off x="4322619" y="312651"/>
            <a:ext cx="10113461" cy="602137"/>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a:lstStyle>
          <a:p>
            <a:r>
              <a:rPr lang="es-ES" dirty="0">
                <a:solidFill>
                  <a:srgbClr val="102B42"/>
                </a:solidFill>
                <a:latin typeface="Gotham"/>
              </a:rPr>
              <a:t>Pruebas de regresión</a:t>
            </a:r>
            <a:endParaRPr lang="es-ES" dirty="0"/>
          </a:p>
        </p:txBody>
      </p:sp>
    </p:spTree>
    <p:extLst>
      <p:ext uri="{BB962C8B-B14F-4D97-AF65-F5344CB8AC3E}">
        <p14:creationId xmlns:p14="http://schemas.microsoft.com/office/powerpoint/2010/main" val="2352105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EA7C5A-B8A2-74CE-3F3C-D46254F8EDEF}"/>
              </a:ext>
            </a:extLst>
          </p:cNvPr>
          <p:cNvSpPr txBox="1"/>
          <p:nvPr/>
        </p:nvSpPr>
        <p:spPr>
          <a:xfrm>
            <a:off x="896954" y="1489450"/>
            <a:ext cx="10227496" cy="3477875"/>
          </a:xfrm>
          <a:prstGeom prst="rect">
            <a:avLst/>
          </a:prstGeom>
          <a:noFill/>
        </p:spPr>
        <p:txBody>
          <a:bodyPr wrap="square" lIns="91440" tIns="45720" rIns="91440" bIns="45720" rtlCol="0" anchor="t">
            <a:spAutoFit/>
          </a:bodyPr>
          <a:lstStyle/>
          <a:p>
            <a:pPr algn="just"/>
            <a:r>
              <a:rPr lang="es-CL" sz="2000" dirty="0">
                <a:solidFill>
                  <a:srgbClr val="0E0E0E"/>
                </a:solidFill>
                <a:effectLst/>
                <a:latin typeface=".SF NS"/>
              </a:rPr>
              <a:t>Documentación de Defectos:</a:t>
            </a:r>
            <a:endParaRPr lang="es-ES"/>
          </a:p>
          <a:p>
            <a:pPr algn="just"/>
            <a:r>
              <a:rPr lang="es-CL" sz="2000" dirty="0">
                <a:solidFill>
                  <a:srgbClr val="0E0E0E"/>
                </a:solidFill>
                <a:effectLst/>
                <a:latin typeface=".SF NS"/>
              </a:rPr>
              <a:t>   - Durante las pruebas, cualquier defecto se documenta detalladamente en un sistema de gestión de incidencias.</a:t>
            </a:r>
          </a:p>
          <a:p>
            <a:pPr algn="just"/>
            <a:endParaRPr lang="es-CL" sz="2000" dirty="0">
              <a:solidFill>
                <a:srgbClr val="0E0E0E"/>
              </a:solidFill>
              <a:latin typeface=".SF NS"/>
            </a:endParaRPr>
          </a:p>
          <a:p>
            <a:pPr algn="just"/>
            <a:r>
              <a:rPr lang="es-CL" sz="2000" dirty="0">
                <a:solidFill>
                  <a:srgbClr val="0E0E0E"/>
                </a:solidFill>
                <a:effectLst/>
                <a:latin typeface=".SF NS"/>
              </a:rPr>
              <a:t>   - La documentación incluye la naturaleza del problema, pasos para reproducirlo, impacto potencial y cualquier información relevante.</a:t>
            </a:r>
          </a:p>
          <a:p>
            <a:pPr algn="just"/>
            <a:endParaRPr lang="es-CL" sz="2000" dirty="0">
              <a:solidFill>
                <a:srgbClr val="0E0E0E"/>
              </a:solidFill>
              <a:effectLst/>
              <a:latin typeface=".SF NS"/>
            </a:endParaRPr>
          </a:p>
          <a:p>
            <a:pPr algn="just"/>
            <a:r>
              <a:rPr lang="es-CL" sz="2000" dirty="0">
                <a:solidFill>
                  <a:srgbClr val="0E0E0E"/>
                </a:solidFill>
                <a:effectLst/>
                <a:latin typeface=".SF NS"/>
              </a:rPr>
              <a:t>Pruebas de Regresión:</a:t>
            </a:r>
          </a:p>
          <a:p>
            <a:pPr algn="just"/>
            <a:r>
              <a:rPr lang="es-CL" sz="2000" dirty="0">
                <a:solidFill>
                  <a:srgbClr val="0E0E0E"/>
                </a:solidFill>
                <a:effectLst/>
                <a:latin typeface=".SF NS"/>
              </a:rPr>
              <a:t>   - Esenciales para mantener la estabilidad y fiabilidad del software tras cada cambio.</a:t>
            </a:r>
          </a:p>
          <a:p>
            <a:pPr algn="just"/>
            <a:r>
              <a:rPr lang="es-CL" sz="2000" dirty="0">
                <a:solidFill>
                  <a:srgbClr val="0E0E0E"/>
                </a:solidFill>
                <a:effectLst/>
                <a:latin typeface=".SF NS"/>
              </a:rPr>
              <a:t>   - Una estrategia combinada de pruebas automatizadas y manuales ayuda a mitigar riesgos y asegurar la integridad y funcionalidad del software.</a:t>
            </a:r>
          </a:p>
        </p:txBody>
      </p:sp>
      <p:sp>
        <p:nvSpPr>
          <p:cNvPr id="5" name="Título 1">
            <a:extLst>
              <a:ext uri="{FF2B5EF4-FFF2-40B4-BE49-F238E27FC236}">
                <a16:creationId xmlns:a16="http://schemas.microsoft.com/office/drawing/2014/main" id="{DD5A250C-4861-3DF8-1788-8DEF66D3413E}"/>
              </a:ext>
            </a:extLst>
          </p:cNvPr>
          <p:cNvSpPr txBox="1">
            <a:spLocks/>
          </p:cNvSpPr>
          <p:nvPr/>
        </p:nvSpPr>
        <p:spPr>
          <a:xfrm>
            <a:off x="4322619" y="312651"/>
            <a:ext cx="10113461" cy="602137"/>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a:lstStyle>
          <a:p>
            <a:r>
              <a:rPr lang="es-ES" dirty="0">
                <a:solidFill>
                  <a:srgbClr val="102B42"/>
                </a:solidFill>
                <a:latin typeface="Gotham"/>
              </a:rPr>
              <a:t>Resultados y Gestión</a:t>
            </a:r>
            <a:endParaRPr lang="es-ES" dirty="0"/>
          </a:p>
        </p:txBody>
      </p:sp>
    </p:spTree>
    <p:extLst>
      <p:ext uri="{BB962C8B-B14F-4D97-AF65-F5344CB8AC3E}">
        <p14:creationId xmlns:p14="http://schemas.microsoft.com/office/powerpoint/2010/main" val="3431190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EA7C5A-B8A2-74CE-3F3C-D46254F8EDEF}"/>
              </a:ext>
            </a:extLst>
          </p:cNvPr>
          <p:cNvSpPr txBox="1"/>
          <p:nvPr/>
        </p:nvSpPr>
        <p:spPr>
          <a:xfrm>
            <a:off x="1101670" y="1387093"/>
            <a:ext cx="9988660" cy="4093428"/>
          </a:xfrm>
          <a:prstGeom prst="rect">
            <a:avLst/>
          </a:prstGeom>
          <a:noFill/>
        </p:spPr>
        <p:txBody>
          <a:bodyPr wrap="square" lIns="91440" tIns="45720" rIns="91440" bIns="45720" rtlCol="0" anchor="t">
            <a:spAutoFit/>
          </a:bodyPr>
          <a:lstStyle/>
          <a:p>
            <a:pPr algn="just"/>
            <a:r>
              <a:rPr lang="es-CL" sz="2000" dirty="0">
                <a:solidFill>
                  <a:srgbClr val="0E0E0E"/>
                </a:solidFill>
                <a:effectLst/>
                <a:latin typeface=".SF NS"/>
              </a:rPr>
              <a:t>Validación y Verificación:</a:t>
            </a:r>
            <a:endParaRPr lang="es-ES"/>
          </a:p>
          <a:p>
            <a:pPr algn="just"/>
            <a:r>
              <a:rPr lang="es-CL" sz="2000" dirty="0">
                <a:solidFill>
                  <a:srgbClr val="0E0E0E"/>
                </a:solidFill>
                <a:effectLst/>
                <a:latin typeface=".SF NS"/>
              </a:rPr>
              <a:t>   - Después de una corrección, se valida que la solución resuelva el problema sin introducir nuevos defectos.</a:t>
            </a:r>
          </a:p>
          <a:p>
            <a:pPr algn="just"/>
            <a:endParaRPr lang="es-CL" sz="2000" dirty="0">
              <a:solidFill>
                <a:srgbClr val="0E0E0E"/>
              </a:solidFill>
              <a:latin typeface=".SF NS"/>
            </a:endParaRPr>
          </a:p>
          <a:p>
            <a:pPr algn="just"/>
            <a:r>
              <a:rPr lang="es-CL" sz="2000" dirty="0">
                <a:solidFill>
                  <a:srgbClr val="0E0E0E"/>
                </a:solidFill>
                <a:effectLst/>
                <a:latin typeface=".SF NS"/>
              </a:rPr>
              <a:t>   - El </a:t>
            </a:r>
            <a:r>
              <a:rPr lang="es-CL" sz="2000" dirty="0" err="1">
                <a:solidFill>
                  <a:srgbClr val="0E0E0E"/>
                </a:solidFill>
                <a:effectLst/>
                <a:latin typeface=".SF NS"/>
              </a:rPr>
              <a:t>tester</a:t>
            </a:r>
            <a:r>
              <a:rPr lang="es-CL" sz="2000" dirty="0">
                <a:solidFill>
                  <a:srgbClr val="0E0E0E"/>
                </a:solidFill>
                <a:effectLst/>
                <a:latin typeface=".SF NS"/>
              </a:rPr>
              <a:t> reproduce el escenario original del defecto para confirmar su eliminación completa y verifica otros aspectos asociados con el defecto.</a:t>
            </a:r>
          </a:p>
          <a:p>
            <a:pPr algn="just"/>
            <a:endParaRPr lang="es-CL" sz="2000" dirty="0">
              <a:solidFill>
                <a:srgbClr val="0E0E0E"/>
              </a:solidFill>
              <a:effectLst/>
              <a:latin typeface=".SF NS"/>
            </a:endParaRPr>
          </a:p>
          <a:p>
            <a:pPr algn="just"/>
            <a:r>
              <a:rPr lang="es-CL" sz="2000" dirty="0">
                <a:solidFill>
                  <a:srgbClr val="0E0E0E"/>
                </a:solidFill>
                <a:effectLst/>
                <a:latin typeface=".SF NS"/>
              </a:rPr>
              <a:t>4. Proceso de Verificación:</a:t>
            </a:r>
          </a:p>
          <a:p>
            <a:pPr algn="just"/>
            <a:r>
              <a:rPr lang="es-CL" sz="2000" dirty="0">
                <a:solidFill>
                  <a:srgbClr val="0E0E0E"/>
                </a:solidFill>
                <a:effectLst/>
                <a:latin typeface=".SF NS"/>
              </a:rPr>
              <a:t>   - Se asegura que la solución implementada no solo resuelva el problema superficialmente, sino que también considere el impacto más amplio del defecto en el software.</a:t>
            </a:r>
          </a:p>
          <a:p>
            <a:pPr algn="just"/>
            <a:endParaRPr lang="es-CL" sz="2000" dirty="0">
              <a:solidFill>
                <a:srgbClr val="0E0E0E"/>
              </a:solidFill>
              <a:latin typeface=".SF NS"/>
            </a:endParaRPr>
          </a:p>
          <a:p>
            <a:pPr algn="just"/>
            <a:r>
              <a:rPr lang="es-CL" sz="2000" dirty="0">
                <a:solidFill>
                  <a:srgbClr val="0E0E0E"/>
                </a:solidFill>
                <a:effectLst/>
                <a:latin typeface=".SF NS"/>
              </a:rPr>
              <a:t>Este enfoque promueve una experiencia de usuario consistente y satisfecha, respaldada por un desarrollo de software disciplinado y centrado en la calidad.</a:t>
            </a:r>
          </a:p>
        </p:txBody>
      </p:sp>
      <p:sp>
        <p:nvSpPr>
          <p:cNvPr id="5" name="Título 1">
            <a:extLst>
              <a:ext uri="{FF2B5EF4-FFF2-40B4-BE49-F238E27FC236}">
                <a16:creationId xmlns:a16="http://schemas.microsoft.com/office/drawing/2014/main" id="{DD5A250C-4861-3DF8-1788-8DEF66D3413E}"/>
              </a:ext>
            </a:extLst>
          </p:cNvPr>
          <p:cNvSpPr txBox="1">
            <a:spLocks/>
          </p:cNvSpPr>
          <p:nvPr/>
        </p:nvSpPr>
        <p:spPr>
          <a:xfrm>
            <a:off x="4322619" y="312651"/>
            <a:ext cx="10113461" cy="602137"/>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a:lstStyle>
          <a:p>
            <a:r>
              <a:rPr lang="es-ES" dirty="0">
                <a:solidFill>
                  <a:srgbClr val="102B42"/>
                </a:solidFill>
                <a:latin typeface="Gotham"/>
              </a:rPr>
              <a:t>Resultados y Gestión</a:t>
            </a:r>
            <a:endParaRPr lang="es-ES" dirty="0"/>
          </a:p>
        </p:txBody>
      </p:sp>
    </p:spTree>
    <p:extLst>
      <p:ext uri="{BB962C8B-B14F-4D97-AF65-F5344CB8AC3E}">
        <p14:creationId xmlns:p14="http://schemas.microsoft.com/office/powerpoint/2010/main" val="3101129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EA7C5A-B8A2-74CE-3F3C-D46254F8EDEF}"/>
              </a:ext>
            </a:extLst>
          </p:cNvPr>
          <p:cNvSpPr txBox="1"/>
          <p:nvPr/>
        </p:nvSpPr>
        <p:spPr>
          <a:xfrm>
            <a:off x="1329132" y="1333329"/>
            <a:ext cx="9897675" cy="3785652"/>
          </a:xfrm>
          <a:prstGeom prst="rect">
            <a:avLst/>
          </a:prstGeom>
          <a:noFill/>
        </p:spPr>
        <p:txBody>
          <a:bodyPr wrap="square" lIns="91440" tIns="45720" rIns="91440" bIns="45720" rtlCol="0" anchor="t">
            <a:spAutoFit/>
          </a:bodyPr>
          <a:lstStyle/>
          <a:p>
            <a:pPr algn="just"/>
            <a:r>
              <a:rPr lang="es-ES" sz="2000" dirty="0">
                <a:solidFill>
                  <a:srgbClr val="404040"/>
                </a:solidFill>
                <a:effectLst/>
                <a:highlight>
                  <a:srgbClr val="FFFFFF"/>
                </a:highlight>
                <a:latin typeface=".SF NS"/>
                <a:ea typeface="Times New Roman" panose="02020603050405020304" pitchFamily="18" charset="0"/>
              </a:rPr>
              <a:t>Cierre del Defecto: </a:t>
            </a:r>
            <a:endParaRPr lang="es-CL" sz="2000" dirty="0">
              <a:effectLst/>
              <a:highlight>
                <a:srgbClr val="FFFFFF"/>
              </a:highlight>
              <a:latin typeface=".SF NS"/>
              <a:ea typeface="Times New Roman" panose="02020603050405020304" pitchFamily="18" charset="0"/>
              <a:cs typeface="Times New Roman" panose="02020603050405020304" pitchFamily="18" charset="0"/>
            </a:endParaRPr>
          </a:p>
          <a:p>
            <a:pPr algn="just"/>
            <a:endParaRPr lang="es-ES" sz="2000" dirty="0">
              <a:solidFill>
                <a:srgbClr val="404040"/>
              </a:solidFill>
              <a:highlight>
                <a:srgbClr val="FFFFFF"/>
              </a:highlight>
              <a:latin typeface=".SF NS"/>
              <a:ea typeface="Times New Roman" panose="02020603050405020304" pitchFamily="18" charset="0"/>
              <a:cs typeface="Arial"/>
            </a:endParaRPr>
          </a:p>
          <a:p>
            <a:pPr algn="just"/>
            <a:r>
              <a:rPr lang="es-ES" sz="2000" dirty="0">
                <a:solidFill>
                  <a:srgbClr val="404040"/>
                </a:solidFill>
                <a:effectLst/>
                <a:highlight>
                  <a:srgbClr val="FFFFFF"/>
                </a:highlight>
                <a:latin typeface=".SF NS"/>
                <a:ea typeface="Times New Roman" panose="02020603050405020304" pitchFamily="18" charset="0"/>
                <a:cs typeface="Arial"/>
              </a:rPr>
              <a:t>Después de completar exitosamente la validación y verificación de la corrección de un defecto, el siguiente paso es marcar el defecto como cerrado en el sistema de seguimiento de errores. Este marcado representa un hito significativo en el ciclo de vida del desarrollo de software, indicando que el problema identificado ha sido completamente resuelto y que la funcionalidad afectada ahora opera correctamente según lo esperado.</a:t>
            </a:r>
            <a:r>
              <a:rPr lang="es-ES" sz="2000" dirty="0">
                <a:solidFill>
                  <a:srgbClr val="404040"/>
                </a:solidFill>
                <a:highlight>
                  <a:srgbClr val="FFFFFF"/>
                </a:highlight>
                <a:latin typeface=".SF NS"/>
                <a:ea typeface="Times New Roman" panose="02020603050405020304" pitchFamily="18" charset="0"/>
                <a:cs typeface="Arial"/>
              </a:rPr>
              <a:t> </a:t>
            </a:r>
            <a:r>
              <a:rPr lang="es-ES" sz="2000" dirty="0">
                <a:solidFill>
                  <a:srgbClr val="404040"/>
                </a:solidFill>
                <a:effectLst/>
                <a:highlight>
                  <a:srgbClr val="FFFFFF"/>
                </a:highlight>
                <a:latin typeface=".SF NS"/>
                <a:ea typeface="Times New Roman" panose="02020603050405020304" pitchFamily="18" charset="0"/>
                <a:cs typeface="Arial"/>
              </a:rPr>
              <a:t>El proceso de cierre no solo implica la actualización del estado del defecto en el sistema de gestión de incidencias o bug </a:t>
            </a:r>
            <a:r>
              <a:rPr lang="es-ES" sz="2000" dirty="0" err="1">
                <a:solidFill>
                  <a:srgbClr val="404040"/>
                </a:solidFill>
                <a:effectLst/>
                <a:highlight>
                  <a:srgbClr val="FFFFFF"/>
                </a:highlight>
                <a:latin typeface=".SF NS"/>
                <a:ea typeface="Times New Roman" panose="02020603050405020304" pitchFamily="18" charset="0"/>
                <a:cs typeface="Arial"/>
              </a:rPr>
              <a:t>tracker</a:t>
            </a:r>
            <a:r>
              <a:rPr lang="es-ES" sz="2000" dirty="0">
                <a:solidFill>
                  <a:srgbClr val="404040"/>
                </a:solidFill>
                <a:effectLst/>
                <a:highlight>
                  <a:srgbClr val="FFFFFF"/>
                </a:highlight>
                <a:latin typeface=".SF NS"/>
                <a:ea typeface="Times New Roman" panose="02020603050405020304" pitchFamily="18" charset="0"/>
                <a:cs typeface="Arial"/>
              </a:rPr>
              <a:t>, sino también la documentación detallada de los resultados de las pruebas de validación y verificación. Esta documentación incluye información sobre las acciones tomadas para corregir el defecto, los resultados de las pruebas realizadas y cualquier observación relevante que pueda ser útil para futuras referencias o auditorías.</a:t>
            </a:r>
            <a:endParaRPr lang="es-CL" sz="2000" dirty="0">
              <a:effectLst/>
              <a:highlight>
                <a:srgbClr val="FFFFFF"/>
              </a:highlight>
              <a:latin typeface=".SF NS"/>
              <a:ea typeface="Times New Roman" panose="02020603050405020304" pitchFamily="18" charset="0"/>
              <a:cs typeface="Arial"/>
            </a:endParaRPr>
          </a:p>
        </p:txBody>
      </p:sp>
      <p:sp>
        <p:nvSpPr>
          <p:cNvPr id="5" name="Título 1">
            <a:extLst>
              <a:ext uri="{FF2B5EF4-FFF2-40B4-BE49-F238E27FC236}">
                <a16:creationId xmlns:a16="http://schemas.microsoft.com/office/drawing/2014/main" id="{DD5A250C-4861-3DF8-1788-8DEF66D3413E}"/>
              </a:ext>
            </a:extLst>
          </p:cNvPr>
          <p:cNvSpPr txBox="1">
            <a:spLocks/>
          </p:cNvSpPr>
          <p:nvPr/>
        </p:nvSpPr>
        <p:spPr>
          <a:xfrm>
            <a:off x="4322619" y="312651"/>
            <a:ext cx="10113461" cy="602137"/>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a:lstStyle>
          <a:p>
            <a:r>
              <a:rPr lang="es-ES" dirty="0">
                <a:solidFill>
                  <a:srgbClr val="102B42"/>
                </a:solidFill>
                <a:latin typeface="Gotham"/>
              </a:rPr>
              <a:t>Cierre</a:t>
            </a:r>
            <a:endParaRPr lang="es-ES" dirty="0"/>
          </a:p>
        </p:txBody>
      </p:sp>
    </p:spTree>
    <p:extLst>
      <p:ext uri="{BB962C8B-B14F-4D97-AF65-F5344CB8AC3E}">
        <p14:creationId xmlns:p14="http://schemas.microsoft.com/office/powerpoint/2010/main" val="35129693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EA7C5A-B8A2-74CE-3F3C-D46254F8EDEF}"/>
              </a:ext>
            </a:extLst>
          </p:cNvPr>
          <p:cNvSpPr txBox="1"/>
          <p:nvPr/>
        </p:nvSpPr>
        <p:spPr>
          <a:xfrm>
            <a:off x="1147162" y="1583537"/>
            <a:ext cx="10102393" cy="4204356"/>
          </a:xfrm>
          <a:prstGeom prst="rect">
            <a:avLst/>
          </a:prstGeom>
          <a:noFill/>
        </p:spPr>
        <p:txBody>
          <a:bodyPr wrap="square" lIns="91440" tIns="45720" rIns="91440" bIns="45720" rtlCol="0" anchor="t">
            <a:spAutoFit/>
          </a:bodyPr>
          <a:lstStyle/>
          <a:p>
            <a:pPr algn="just">
              <a:lnSpc>
                <a:spcPct val="150000"/>
              </a:lnSpc>
            </a:pPr>
            <a:r>
              <a:rPr lang="es-ES" dirty="0">
                <a:solidFill>
                  <a:srgbClr val="404040"/>
                </a:solidFill>
                <a:effectLst/>
                <a:highlight>
                  <a:srgbClr val="FFFFFF"/>
                </a:highlight>
                <a:latin typeface=".SF NS"/>
                <a:ea typeface="Times New Roman" panose="02020603050405020304" pitchFamily="18" charset="0"/>
              </a:rPr>
              <a:t>Revisión Post-Implementación:</a:t>
            </a:r>
            <a:endParaRPr lang="es-CL" dirty="0">
              <a:effectLst/>
              <a:highlight>
                <a:srgbClr val="FFFFFF"/>
              </a:highlight>
              <a:latin typeface=".SF NS"/>
              <a:ea typeface="Times New Roman" panose="02020603050405020304" pitchFamily="18" charset="0"/>
            </a:endParaRPr>
          </a:p>
          <a:p>
            <a:pPr algn="just">
              <a:lnSpc>
                <a:spcPct val="150000"/>
              </a:lnSpc>
            </a:pPr>
            <a:r>
              <a:rPr lang="es-ES" dirty="0">
                <a:solidFill>
                  <a:srgbClr val="404040"/>
                </a:solidFill>
                <a:effectLst/>
                <a:highlight>
                  <a:srgbClr val="FFFFFF"/>
                </a:highlight>
                <a:latin typeface=".SF NS"/>
                <a:ea typeface="Times New Roman" panose="02020603050405020304" pitchFamily="18" charset="0"/>
              </a:rPr>
              <a:t>Tras el cierre de un defecto, es altamente recomendable realizar una revisión post-implementación o retrospectiva para analizar las lecciones aprendidas del incidente y explorar cómo mejorar los procesos para prevenir problemas similares en el futuro. Esta revisión no solo se enfoca en el defecto específico y su corrección, sino también en el contexto más amplio del proceso de desarrollo y las prácticas del equipo.</a:t>
            </a:r>
            <a:endParaRPr lang="es-CL" dirty="0">
              <a:effectLst/>
              <a:highlight>
                <a:srgbClr val="FFFFFF"/>
              </a:highlight>
              <a:latin typeface=".SF NS"/>
              <a:ea typeface="Times New Roman" panose="02020603050405020304" pitchFamily="18" charset="0"/>
            </a:endParaRPr>
          </a:p>
          <a:p>
            <a:pPr algn="just">
              <a:lnSpc>
                <a:spcPct val="150000"/>
              </a:lnSpc>
            </a:pPr>
            <a:r>
              <a:rPr lang="es-ES" dirty="0">
                <a:solidFill>
                  <a:srgbClr val="404040"/>
                </a:solidFill>
                <a:effectLst/>
                <a:highlight>
                  <a:srgbClr val="FFFFFF"/>
                </a:highlight>
                <a:latin typeface=".SF NS"/>
                <a:ea typeface="Times New Roman" panose="02020603050405020304" pitchFamily="18" charset="0"/>
              </a:rPr>
              <a:t>Durante la revisión post-implementación, se pueden abordar varios aspectos clave:</a:t>
            </a:r>
            <a:endParaRPr lang="es-CL" dirty="0">
              <a:effectLst/>
              <a:highlight>
                <a:srgbClr val="FFFFFF"/>
              </a:highlight>
              <a:latin typeface=".SF NS"/>
              <a:ea typeface="Times New Roman" panose="02020603050405020304" pitchFamily="18" charset="0"/>
            </a:endParaRPr>
          </a:p>
          <a:p>
            <a:pPr marL="342900" lvl="0" indent="-342900" algn="just">
              <a:lnSpc>
                <a:spcPct val="150000"/>
              </a:lnSpc>
              <a:buFont typeface="Symbol" pitchFamily="2" charset="2"/>
              <a:buChar char=""/>
            </a:pPr>
            <a:r>
              <a:rPr lang="es-ES" dirty="0">
                <a:solidFill>
                  <a:srgbClr val="404040"/>
                </a:solidFill>
                <a:effectLst/>
                <a:highlight>
                  <a:srgbClr val="FFFFFF"/>
                </a:highlight>
                <a:latin typeface=".SF NS"/>
                <a:ea typeface="Times New Roman" panose="02020603050405020304" pitchFamily="18" charset="0"/>
              </a:rPr>
              <a:t>Análisis de Causa Raíz: Identificar las causas subyacentes que contribuyeron al surgimiento del defecto. Esto puede involucrar factores como errores en el diseño, falta de pruebas adecuadas, comunicación insuficiente, entre otros.</a:t>
            </a:r>
            <a:endParaRPr lang="es-CL" dirty="0">
              <a:effectLst/>
              <a:highlight>
                <a:srgbClr val="FFFFFF"/>
              </a:highlight>
              <a:latin typeface=".SF NS"/>
              <a:ea typeface="Times New Roman" panose="02020603050405020304" pitchFamily="18" charset="0"/>
            </a:endParaRPr>
          </a:p>
          <a:p>
            <a:pPr lvl="0" algn="just">
              <a:lnSpc>
                <a:spcPct val="150000"/>
              </a:lnSpc>
            </a:pPr>
            <a:endParaRPr lang="es-ES" dirty="0">
              <a:solidFill>
                <a:srgbClr val="404040"/>
              </a:solidFill>
              <a:effectLst/>
              <a:highlight>
                <a:srgbClr val="FFFFFF"/>
              </a:highlight>
              <a:latin typeface=".SF NS"/>
              <a:ea typeface="Times New Roman" panose="02020603050405020304" pitchFamily="18" charset="0"/>
            </a:endParaRPr>
          </a:p>
        </p:txBody>
      </p:sp>
      <p:sp>
        <p:nvSpPr>
          <p:cNvPr id="5" name="Título 1">
            <a:extLst>
              <a:ext uri="{FF2B5EF4-FFF2-40B4-BE49-F238E27FC236}">
                <a16:creationId xmlns:a16="http://schemas.microsoft.com/office/drawing/2014/main" id="{DD5A250C-4861-3DF8-1788-8DEF66D3413E}"/>
              </a:ext>
            </a:extLst>
          </p:cNvPr>
          <p:cNvSpPr txBox="1">
            <a:spLocks/>
          </p:cNvSpPr>
          <p:nvPr/>
        </p:nvSpPr>
        <p:spPr>
          <a:xfrm>
            <a:off x="4322619" y="312651"/>
            <a:ext cx="10113461" cy="602137"/>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a:lstStyle>
          <a:p>
            <a:r>
              <a:rPr lang="es-ES" dirty="0">
                <a:solidFill>
                  <a:srgbClr val="102B42"/>
                </a:solidFill>
                <a:latin typeface="Gotham"/>
              </a:rPr>
              <a:t>Cierre</a:t>
            </a:r>
            <a:endParaRPr lang="es-ES" dirty="0"/>
          </a:p>
        </p:txBody>
      </p:sp>
    </p:spTree>
    <p:extLst>
      <p:ext uri="{BB962C8B-B14F-4D97-AF65-F5344CB8AC3E}">
        <p14:creationId xmlns:p14="http://schemas.microsoft.com/office/powerpoint/2010/main" val="3791719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EA7C5A-B8A2-74CE-3F3C-D46254F8EDEF}"/>
              </a:ext>
            </a:extLst>
          </p:cNvPr>
          <p:cNvSpPr txBox="1"/>
          <p:nvPr/>
        </p:nvSpPr>
        <p:spPr>
          <a:xfrm>
            <a:off x="851460" y="1014880"/>
            <a:ext cx="10363975" cy="5450851"/>
          </a:xfrm>
          <a:prstGeom prst="rect">
            <a:avLst/>
          </a:prstGeom>
          <a:noFill/>
        </p:spPr>
        <p:txBody>
          <a:bodyPr wrap="square" lIns="91440" tIns="45720" rIns="91440" bIns="45720" rtlCol="0" anchor="t">
            <a:spAutoFit/>
          </a:bodyPr>
          <a:lstStyle/>
          <a:p>
            <a:pPr marL="342900" lvl="0" indent="-342900" algn="just">
              <a:lnSpc>
                <a:spcPct val="150000"/>
              </a:lnSpc>
              <a:buFont typeface="Symbol" pitchFamily="2" charset="2"/>
              <a:buChar char=""/>
            </a:pPr>
            <a:r>
              <a:rPr lang="es-ES" b="1" dirty="0">
                <a:solidFill>
                  <a:srgbClr val="404040"/>
                </a:solidFill>
                <a:effectLst/>
                <a:highlight>
                  <a:srgbClr val="FFFFFF"/>
                </a:highlight>
                <a:latin typeface=".SF NS"/>
                <a:ea typeface="Times New Roman" panose="02020603050405020304" pitchFamily="18" charset="0"/>
              </a:rPr>
              <a:t>Efectividad de la Solución: Evaluar la efectividad de la solución implementada y si se abordaron completamente todos los aspectos del defecto. </a:t>
            </a:r>
            <a:r>
              <a:rPr lang="es-ES" dirty="0">
                <a:solidFill>
                  <a:srgbClr val="404040"/>
                </a:solidFill>
                <a:effectLst/>
                <a:highlight>
                  <a:srgbClr val="FFFFFF"/>
                </a:highlight>
                <a:latin typeface=".SF NS"/>
                <a:ea typeface="Times New Roman" panose="02020603050405020304" pitchFamily="18" charset="0"/>
              </a:rPr>
              <a:t>También se puede considerar si hubo oportunidades para una solución más eficiente o robusta.</a:t>
            </a:r>
            <a:endParaRPr lang="es-CL" dirty="0">
              <a:effectLst/>
              <a:highlight>
                <a:srgbClr val="FFFFFF"/>
              </a:highlight>
              <a:latin typeface=".SF NS"/>
              <a:ea typeface="Times New Roman" panose="02020603050405020304" pitchFamily="18" charset="0"/>
            </a:endParaRPr>
          </a:p>
          <a:p>
            <a:pPr marL="342900" lvl="0" indent="-342900" algn="just">
              <a:lnSpc>
                <a:spcPct val="150000"/>
              </a:lnSpc>
              <a:buFont typeface="Symbol" pitchFamily="2" charset="2"/>
              <a:buChar char=""/>
            </a:pPr>
            <a:r>
              <a:rPr lang="es-ES" dirty="0">
                <a:solidFill>
                  <a:srgbClr val="404040"/>
                </a:solidFill>
                <a:effectLst/>
                <a:highlight>
                  <a:srgbClr val="FFFFFF"/>
                </a:highlight>
                <a:latin typeface=".SF NS"/>
                <a:ea typeface="Times New Roman" panose="02020603050405020304" pitchFamily="18" charset="0"/>
              </a:rPr>
              <a:t>Proceso de Corrección: Revisar el proceso utilizado para corregir el defecto, incluyendo la asignación, trabajo de desarrollo, pruebas y validación. Identificar áreas donde se podría mejorar la eficiencia o la calidad del trabajo realizado.</a:t>
            </a:r>
            <a:endParaRPr lang="es-CL" dirty="0">
              <a:effectLst/>
              <a:highlight>
                <a:srgbClr val="FFFFFF"/>
              </a:highlight>
              <a:latin typeface=".SF NS"/>
              <a:ea typeface="Times New Roman" panose="02020603050405020304" pitchFamily="18" charset="0"/>
            </a:endParaRPr>
          </a:p>
          <a:p>
            <a:pPr marL="342900" lvl="0" indent="-342900" algn="just">
              <a:lnSpc>
                <a:spcPct val="150000"/>
              </a:lnSpc>
              <a:buFont typeface="Symbol" pitchFamily="2" charset="2"/>
              <a:buChar char=""/>
            </a:pPr>
            <a:r>
              <a:rPr lang="es-ES" dirty="0">
                <a:solidFill>
                  <a:srgbClr val="404040"/>
                </a:solidFill>
                <a:effectLst/>
                <a:highlight>
                  <a:srgbClr val="FFFFFF"/>
                </a:highlight>
                <a:latin typeface=".SF NS"/>
                <a:ea typeface="Times New Roman" panose="02020603050405020304" pitchFamily="18" charset="0"/>
              </a:rPr>
              <a:t>Lecciones Aprendidas: Extraer lecciones útiles del incidente, como áreas de mejora en la comunicación dentro del equipo, la implementación de mejores prácticas de desarrollo de software, la actualización de la documentación de procedimientos, entre otros.</a:t>
            </a:r>
            <a:endParaRPr lang="es-CL" dirty="0">
              <a:effectLst/>
              <a:highlight>
                <a:srgbClr val="FFFFFF"/>
              </a:highlight>
              <a:latin typeface=".SF NS"/>
              <a:ea typeface="Times New Roman" panose="02020603050405020304" pitchFamily="18" charset="0"/>
            </a:endParaRPr>
          </a:p>
          <a:p>
            <a:pPr marL="342900" lvl="0" indent="-342900" algn="just">
              <a:lnSpc>
                <a:spcPct val="150000"/>
              </a:lnSpc>
              <a:buFont typeface="Symbol" pitchFamily="2" charset="2"/>
              <a:buChar char=""/>
            </a:pPr>
            <a:r>
              <a:rPr lang="es-ES" dirty="0">
                <a:solidFill>
                  <a:srgbClr val="404040"/>
                </a:solidFill>
                <a:effectLst/>
                <a:highlight>
                  <a:srgbClr val="FFFFFF"/>
                </a:highlight>
                <a:latin typeface=".SF NS"/>
                <a:ea typeface="Times New Roman" panose="02020603050405020304" pitchFamily="18" charset="0"/>
              </a:rPr>
              <a:t>Acciones Correctivas y Preventivas: Definir acciones concretas para corregir las deficiencias identificadas y prevenir la recurrencia de problemas similares en el futuro. Estas acciones pueden incluir la implementación de nuevos controles de calidad, la capacitación adicional del equipo, la mejora de herramientas de prueba, entre otras iniciativas.</a:t>
            </a:r>
            <a:endParaRPr lang="es-CL" dirty="0">
              <a:effectLst/>
              <a:highlight>
                <a:srgbClr val="FFFFFF"/>
              </a:highlight>
              <a:latin typeface=".SF NS"/>
              <a:ea typeface="Times New Roman" panose="02020603050405020304" pitchFamily="18" charset="0"/>
            </a:endParaRPr>
          </a:p>
        </p:txBody>
      </p:sp>
      <p:sp>
        <p:nvSpPr>
          <p:cNvPr id="5" name="Título 1">
            <a:extLst>
              <a:ext uri="{FF2B5EF4-FFF2-40B4-BE49-F238E27FC236}">
                <a16:creationId xmlns:a16="http://schemas.microsoft.com/office/drawing/2014/main" id="{DD5A250C-4861-3DF8-1788-8DEF66D3413E}"/>
              </a:ext>
            </a:extLst>
          </p:cNvPr>
          <p:cNvSpPr txBox="1">
            <a:spLocks/>
          </p:cNvSpPr>
          <p:nvPr/>
        </p:nvSpPr>
        <p:spPr>
          <a:xfrm>
            <a:off x="4322619" y="312651"/>
            <a:ext cx="10113461" cy="602137"/>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a:lstStyle>
          <a:p>
            <a:r>
              <a:rPr lang="es-ES" dirty="0">
                <a:solidFill>
                  <a:srgbClr val="102B42"/>
                </a:solidFill>
                <a:latin typeface="Gotham"/>
              </a:rPr>
              <a:t>Cierre</a:t>
            </a:r>
            <a:endParaRPr lang="es-ES" dirty="0"/>
          </a:p>
        </p:txBody>
      </p:sp>
    </p:spTree>
    <p:extLst>
      <p:ext uri="{BB962C8B-B14F-4D97-AF65-F5344CB8AC3E}">
        <p14:creationId xmlns:p14="http://schemas.microsoft.com/office/powerpoint/2010/main" val="571427208"/>
      </p:ext>
    </p:extLst>
  </p:cSld>
  <p:clrMapOvr>
    <a:masterClrMapping/>
  </p:clrMapOvr>
</p:sld>
</file>

<file path=ppt/theme/theme1.xml><?xml version="1.0" encoding="utf-8"?>
<a:theme xmlns:a="http://schemas.openxmlformats.org/drawingml/2006/main" name="Plantilla Institucional CIISA">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Plantilla_Institucional-2021" id="{D6758B44-4591-4742-9426-1DF69164099C}" vid="{2BD42133-B291-4B97-8F0A-E5C885E715A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CD8E051C034CD4AB7AA71D698AE8B30" ma:contentTypeVersion="14" ma:contentTypeDescription="Crear nuevo documento." ma:contentTypeScope="" ma:versionID="ba84be2a6c96e4e44c55bd7316411ed7">
  <xsd:schema xmlns:xsd="http://www.w3.org/2001/XMLSchema" xmlns:xs="http://www.w3.org/2001/XMLSchema" xmlns:p="http://schemas.microsoft.com/office/2006/metadata/properties" xmlns:ns2="bda1ad10-d4bb-41ec-a603-c5fb97d92d9b" xmlns:ns3="a78bb83c-f79f-4baf-ae30-fdf209467eca" targetNamespace="http://schemas.microsoft.com/office/2006/metadata/properties" ma:root="true" ma:fieldsID="41ef44b21c7357b5eadf57dcc10076a1" ns2:_="" ns3:_="">
    <xsd:import namespace="bda1ad10-d4bb-41ec-a603-c5fb97d92d9b"/>
    <xsd:import namespace="a78bb83c-f79f-4baf-ae30-fdf209467ec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a1ad10-d4bb-41ec-a603-c5fb97d92d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d06eb44f-0cc1-4f80-a712-3bf3176deb3c}" ma:internalName="TaxCatchAll" ma:showField="CatchAllData" ma:web="bda1ad10-d4bb-41ec-a603-c5fb97d92d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78bb83c-f79f-4baf-ae30-fdf209467ec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5d370a8b-1d73-4c2e-b75a-e5292e92d2a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bda1ad10-d4bb-41ec-a603-c5fb97d92d9b" xsi:nil="true"/>
    <lcf76f155ced4ddcb4097134ff3c332f xmlns="a78bb83c-f79f-4baf-ae30-fdf209467eca">
      <Terms xmlns="http://schemas.microsoft.com/office/infopath/2007/PartnerControls"/>
    </lcf76f155ced4ddcb4097134ff3c332f>
    <SharedWithUsers xmlns="bda1ad10-d4bb-41ec-a603-c5fb97d92d9b">
      <UserInfo>
        <DisplayName/>
        <AccountId xsi:nil="true"/>
        <AccountType/>
      </UserInfo>
    </SharedWithUsers>
    <MediaLengthInSeconds xmlns="a78bb83c-f79f-4baf-ae30-fdf209467ec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661082E-0D03-494C-9BAA-97B6381D5E43}">
  <ds:schemaRefs>
    <ds:schemaRef ds:uri="a78bb83c-f79f-4baf-ae30-fdf209467eca"/>
    <ds:schemaRef ds:uri="bda1ad10-d4bb-41ec-a603-c5fb97d92d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0D21582-FC00-409E-B0FE-B85F4A2AD932}">
  <ds:schemaRefs>
    <ds:schemaRef ds:uri="http://schemas.microsoft.com/office/2006/documentManagement/types"/>
    <ds:schemaRef ds:uri="http://purl.org/dc/elements/1.1/"/>
    <ds:schemaRef ds:uri="http://purl.org/dc/dcmitype/"/>
    <ds:schemaRef ds:uri="bda1ad10-d4bb-41ec-a603-c5fb97d92d9b"/>
    <ds:schemaRef ds:uri="http://purl.org/dc/terms/"/>
    <ds:schemaRef ds:uri="http://schemas.microsoft.com/office/2006/metadata/properties"/>
    <ds:schemaRef ds:uri="http://schemas.microsoft.com/office/infopath/2007/PartnerControls"/>
    <ds:schemaRef ds:uri="http://schemas.openxmlformats.org/package/2006/metadata/core-properties"/>
    <ds:schemaRef ds:uri="a78bb83c-f79f-4baf-ae30-fdf209467eca"/>
    <ds:schemaRef ds:uri="http://www.w3.org/XML/1998/namespace"/>
  </ds:schemaRefs>
</ds:datastoreItem>
</file>

<file path=customXml/itemProps3.xml><?xml version="1.0" encoding="utf-8"?>
<ds:datastoreItem xmlns:ds="http://schemas.openxmlformats.org/officeDocument/2006/customXml" ds:itemID="{87F4E0E8-DCD7-4FED-941D-0AB556AD80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Plantilla_Institucional-2021_A</Template>
  <TotalTime>59</TotalTime>
  <Words>2571</Words>
  <Application>Microsoft Office PowerPoint</Application>
  <PresentationFormat>Panorámica</PresentationFormat>
  <Paragraphs>166</Paragraphs>
  <Slides>18</Slides>
  <Notes>0</Notes>
  <HiddenSlides>0</HiddenSlides>
  <MMClips>0</MMClips>
  <ScaleCrop>false</ScaleCrop>
  <HeadingPairs>
    <vt:vector size="4" baseType="variant">
      <vt:variant>
        <vt:lpstr>Tema</vt:lpstr>
      </vt:variant>
      <vt:variant>
        <vt:i4>1</vt:i4>
      </vt:variant>
      <vt:variant>
        <vt:lpstr>Títulos de diapositiva</vt:lpstr>
      </vt:variant>
      <vt:variant>
        <vt:i4>18</vt:i4>
      </vt:variant>
    </vt:vector>
  </HeadingPairs>
  <TitlesOfParts>
    <vt:vector size="19" baseType="lpstr">
      <vt:lpstr>Plantilla Institucional CIISA</vt:lpstr>
      <vt:lpstr>Unidad 2</vt:lpstr>
      <vt:lpstr>ÍNDICE</vt:lpstr>
      <vt:lpstr>Introducción </vt:lpstr>
      <vt:lpstr>Ciclo de Vida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dc:title>
  <dc:creator>César Díaz</dc:creator>
  <cp:lastModifiedBy>Jorge Alejandro Bravo Pizarro</cp:lastModifiedBy>
  <cp:revision>202</cp:revision>
  <dcterms:created xsi:type="dcterms:W3CDTF">2023-07-19T16:06:31Z</dcterms:created>
  <dcterms:modified xsi:type="dcterms:W3CDTF">2024-08-16T07:38:44Z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0x0101009CD8E051C034CD4AB7AA71D698AE8B30</vt:lpwstr>
  </property>
  <property fmtid="{D5CDD505-2E9C-101B-9397-08002B2CF9AE}" pid="3" name="MediaServiceImageTags">
    <vt:lpwstr/>
  </property>
  <property fmtid="{D5CDD505-2E9C-101B-9397-08002B2CF9AE}" pid="4" name="Order">
    <vt:r8>217300</vt:r8>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