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0"/>
  </p:notesMasterIdLst>
  <p:sldIdLst>
    <p:sldId id="2076137705" r:id="rId5"/>
    <p:sldId id="2076137706" r:id="rId6"/>
    <p:sldId id="2076137717" r:id="rId7"/>
    <p:sldId id="2076137702" r:id="rId8"/>
    <p:sldId id="2076137727" r:id="rId9"/>
    <p:sldId id="2076137736" r:id="rId10"/>
    <p:sldId id="2076137728" r:id="rId11"/>
    <p:sldId id="2076137729" r:id="rId12"/>
    <p:sldId id="2076137731" r:id="rId13"/>
    <p:sldId id="2076137737" r:id="rId14"/>
    <p:sldId id="2076137732" r:id="rId15"/>
    <p:sldId id="2076137733" r:id="rId16"/>
    <p:sldId id="2076137734" r:id="rId17"/>
    <p:sldId id="2076137735" r:id="rId18"/>
    <p:sldId id="207613772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FC5AA2A-7322-24C3-9B68-AD7395C41981}" name="Alejandra Bravo Garcia" initials="AG" userId="S::abravo@ciisa.cl::4cf5125d-f567-4a98-9bb5-4ea9ae908f0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6073"/>
    <a:srgbClr val="304B61"/>
    <a:srgbClr val="798998"/>
    <a:srgbClr val="3C3C3B"/>
    <a:srgbClr val="C7AC7A"/>
    <a:srgbClr val="102B42"/>
    <a:srgbClr val="00263E"/>
    <a:srgbClr val="13A438"/>
    <a:srgbClr val="671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F3A077-9801-4BE3-BA8A-39F44FBAEDFA}" v="158" dt="2024-08-14T22:04:04.177"/>
    <p1510:client id="{54EF8A82-5732-1E35-3DA9-9107B45EF691}" v="13" dt="2024-08-14T21:11:53.719"/>
    <p1510:client id="{8EC769CE-2982-3804-F669-653B7304A529}" v="36" dt="2024-08-14T17:31:19.0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118"/>
    <p:restoredTop sz="94694"/>
  </p:normalViewPr>
  <p:slideViewPr>
    <p:cSldViewPr snapToGrid="0">
      <p:cViewPr varScale="1">
        <p:scale>
          <a:sx n="65" d="100"/>
          <a:sy n="65" d="100"/>
        </p:scale>
        <p:origin x="-6" y="66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jandra Bravo Garcia" userId="S::abravo@ciisa.cl::4cf5125d-f567-4a98-9bb5-4ea9ae908f01" providerId="AD" clId="Web-{6589F081-40D9-A7C8-9580-D96A0F1B5800}"/>
    <pc:docChg chg="addSld modSld">
      <pc:chgData name="Alejandra Bravo Garcia" userId="S::abravo@ciisa.cl::4cf5125d-f567-4a98-9bb5-4ea9ae908f01" providerId="AD" clId="Web-{6589F081-40D9-A7C8-9580-D96A0F1B5800}" dt="2024-03-14T09:41:50.543" v="3"/>
      <pc:docMkLst>
        <pc:docMk/>
      </pc:docMkLst>
      <pc:sldChg chg="addSp delSp modSp add mod replId modClrScheme chgLayout">
        <pc:chgData name="Alejandra Bravo Garcia" userId="S::abravo@ciisa.cl::4cf5125d-f567-4a98-9bb5-4ea9ae908f01" providerId="AD" clId="Web-{6589F081-40D9-A7C8-9580-D96A0F1B5800}" dt="2024-03-14T09:41:50.543" v="3"/>
        <pc:sldMkLst>
          <pc:docMk/>
          <pc:sldMk cId="2488761824" sldId="2076137719"/>
        </pc:sldMkLst>
        <pc:spChg chg="del">
          <ac:chgData name="Alejandra Bravo Garcia" userId="S::abravo@ciisa.cl::4cf5125d-f567-4a98-9bb5-4ea9ae908f01" providerId="AD" clId="Web-{6589F081-40D9-A7C8-9580-D96A0F1B5800}" dt="2024-03-14T09:41:25.433" v="1"/>
          <ac:spMkLst>
            <pc:docMk/>
            <pc:sldMk cId="2488761824" sldId="2076137719"/>
            <ac:spMk id="2" creationId="{7D6BBE6D-6364-2A96-9BD0-B43BAB212637}"/>
          </ac:spMkLst>
        </pc:spChg>
        <pc:spChg chg="add del mod">
          <ac:chgData name="Alejandra Bravo Garcia" userId="S::abravo@ciisa.cl::4cf5125d-f567-4a98-9bb5-4ea9ae908f01" providerId="AD" clId="Web-{6589F081-40D9-A7C8-9580-D96A0F1B5800}" dt="2024-03-14T09:41:50.543" v="3"/>
          <ac:spMkLst>
            <pc:docMk/>
            <pc:sldMk cId="2488761824" sldId="2076137719"/>
            <ac:spMk id="6" creationId="{BB8CCBD9-F387-90A3-9164-76CA2FEAA14E}"/>
          </ac:spMkLst>
        </pc:spChg>
      </pc:sldChg>
    </pc:docChg>
  </pc:docChgLst>
  <pc:docChgLst>
    <pc:chgData name="Alejandra Bravo Garcia" userId="S::alejandra.bravo@ipss.cl::4cf5125d-f567-4a98-9bb5-4ea9ae908f01" providerId="AD" clId="Web-{54EF8A82-5732-1E35-3DA9-9107B45EF691}"/>
    <pc:docChg chg="modSld">
      <pc:chgData name="Alejandra Bravo Garcia" userId="S::alejandra.bravo@ipss.cl::4cf5125d-f567-4a98-9bb5-4ea9ae908f01" providerId="AD" clId="Web-{54EF8A82-5732-1E35-3DA9-9107B45EF691}" dt="2024-08-14T21:11:53.719" v="9" actId="1076"/>
      <pc:docMkLst>
        <pc:docMk/>
      </pc:docMkLst>
      <pc:sldChg chg="modSp">
        <pc:chgData name="Alejandra Bravo Garcia" userId="S::alejandra.bravo@ipss.cl::4cf5125d-f567-4a98-9bb5-4ea9ae908f01" providerId="AD" clId="Web-{54EF8A82-5732-1E35-3DA9-9107B45EF691}" dt="2024-08-14T21:11:53.719" v="9" actId="1076"/>
        <pc:sldMkLst>
          <pc:docMk/>
          <pc:sldMk cId="3167001994" sldId="2076137705"/>
        </pc:sldMkLst>
        <pc:spChg chg="mod">
          <ac:chgData name="Alejandra Bravo Garcia" userId="S::alejandra.bravo@ipss.cl::4cf5125d-f567-4a98-9bb5-4ea9ae908f01" providerId="AD" clId="Web-{54EF8A82-5732-1E35-3DA9-9107B45EF691}" dt="2024-08-14T21:11:53.719" v="9" actId="1076"/>
          <ac:spMkLst>
            <pc:docMk/>
            <pc:sldMk cId="3167001994" sldId="2076137705"/>
            <ac:spMk id="3" creationId="{317770C8-A12B-436B-AB8E-9FC2932E0DB7}"/>
          </ac:spMkLst>
        </pc:spChg>
      </pc:sldChg>
      <pc:sldChg chg="addSp delSp modSp">
        <pc:chgData name="Alejandra Bravo Garcia" userId="S::alejandra.bravo@ipss.cl::4cf5125d-f567-4a98-9bb5-4ea9ae908f01" providerId="AD" clId="Web-{54EF8A82-5732-1E35-3DA9-9107B45EF691}" dt="2024-08-14T20:56:32.255" v="8"/>
        <pc:sldMkLst>
          <pc:docMk/>
          <pc:sldMk cId="2405631946" sldId="2076137726"/>
        </pc:sldMkLst>
        <pc:spChg chg="add del mod">
          <ac:chgData name="Alejandra Bravo Garcia" userId="S::alejandra.bravo@ipss.cl::4cf5125d-f567-4a98-9bb5-4ea9ae908f01" providerId="AD" clId="Web-{54EF8A82-5732-1E35-3DA9-9107B45EF691}" dt="2024-08-14T20:56:32.255" v="8"/>
          <ac:spMkLst>
            <pc:docMk/>
            <pc:sldMk cId="2405631946" sldId="2076137726"/>
            <ac:spMk id="5" creationId="{267DAF17-D300-4A31-70BD-5D2601FE3454}"/>
          </ac:spMkLst>
        </pc:spChg>
      </pc:sldChg>
    </pc:docChg>
  </pc:docChgLst>
  <pc:docChgLst>
    <pc:chgData name="Alejandra Bravo Garcia" userId="S::abravo@ciisa.cl::4cf5125d-f567-4a98-9bb5-4ea9ae908f01" providerId="AD" clId="Web-{7BA15F0B-029B-E7C7-F931-CF0999763482}"/>
    <pc:docChg chg="mod addSld modSld">
      <pc:chgData name="Alejandra Bravo Garcia" userId="S::abravo@ciisa.cl::4cf5125d-f567-4a98-9bb5-4ea9ae908f01" providerId="AD" clId="Web-{7BA15F0B-029B-E7C7-F931-CF0999763482}" dt="2023-09-12T03:31:41.921" v="155" actId="20577"/>
      <pc:docMkLst>
        <pc:docMk/>
      </pc:docMkLst>
      <pc:sldChg chg="addCm">
        <pc:chgData name="Alejandra Bravo Garcia" userId="S::abravo@ciisa.cl::4cf5125d-f567-4a98-9bb5-4ea9ae908f01" providerId="AD" clId="Web-{7BA15F0B-029B-E7C7-F931-CF0999763482}" dt="2023-09-12T03:28:52.463" v="136"/>
        <pc:sldMkLst>
          <pc:docMk/>
          <pc:sldMk cId="1136515697" sldId="207613770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Alejandra Bravo Garcia" userId="S::abravo@ciisa.cl::4cf5125d-f567-4a98-9bb5-4ea9ae908f01" providerId="AD" clId="Web-{7BA15F0B-029B-E7C7-F931-CF0999763482}" dt="2023-09-12T03:28:52.463" v="136"/>
              <pc2:cmMkLst xmlns:pc2="http://schemas.microsoft.com/office/powerpoint/2019/9/main/command">
                <pc:docMk/>
                <pc:sldMk cId="1136515697" sldId="2076137702"/>
                <pc2:cmMk id="{E30EEDB4-A314-47FD-8D64-D776ED46A02F}"/>
              </pc2:cmMkLst>
            </pc226:cmChg>
          </p:ext>
        </pc:extLst>
      </pc:sldChg>
      <pc:sldChg chg="addCm">
        <pc:chgData name="Alejandra Bravo Garcia" userId="S::abravo@ciisa.cl::4cf5125d-f567-4a98-9bb5-4ea9ae908f01" providerId="AD" clId="Web-{7BA15F0B-029B-E7C7-F931-CF0999763482}" dt="2023-09-12T03:26:05.270" v="133"/>
        <pc:sldMkLst>
          <pc:docMk/>
          <pc:sldMk cId="868812523" sldId="207613770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Alejandra Bravo Garcia" userId="S::abravo@ciisa.cl::4cf5125d-f567-4a98-9bb5-4ea9ae908f01" providerId="AD" clId="Web-{7BA15F0B-029B-E7C7-F931-CF0999763482}" dt="2023-09-12T03:26:05.270" v="133"/>
              <pc2:cmMkLst xmlns:pc2="http://schemas.microsoft.com/office/powerpoint/2019/9/main/command">
                <pc:docMk/>
                <pc:sldMk cId="868812523" sldId="2076137703"/>
                <pc2:cmMk id="{1EA8D883-5044-4AAA-BBAD-F5A58475186B}"/>
              </pc2:cmMkLst>
            </pc226:cmChg>
          </p:ext>
        </pc:extLst>
      </pc:sldChg>
      <pc:sldChg chg="addCm">
        <pc:chgData name="Alejandra Bravo Garcia" userId="S::abravo@ciisa.cl::4cf5125d-f567-4a98-9bb5-4ea9ae908f01" providerId="AD" clId="Web-{7BA15F0B-029B-E7C7-F931-CF0999763482}" dt="2023-09-12T03:29:58.371" v="138"/>
        <pc:sldMkLst>
          <pc:docMk/>
          <pc:sldMk cId="1943926825" sldId="207613770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Alejandra Bravo Garcia" userId="S::abravo@ciisa.cl::4cf5125d-f567-4a98-9bb5-4ea9ae908f01" providerId="AD" clId="Web-{7BA15F0B-029B-E7C7-F931-CF0999763482}" dt="2023-09-12T03:29:58.371" v="138"/>
              <pc2:cmMkLst xmlns:pc2="http://schemas.microsoft.com/office/powerpoint/2019/9/main/command">
                <pc:docMk/>
                <pc:sldMk cId="1943926825" sldId="2076137704"/>
                <pc2:cmMk id="{EA16C70D-1923-4304-A5D8-45ADC65883D6}"/>
              </pc2:cmMkLst>
            </pc226:cmChg>
          </p:ext>
        </pc:extLst>
      </pc:sldChg>
      <pc:sldChg chg="addCm">
        <pc:chgData name="Alejandra Bravo Garcia" userId="S::abravo@ciisa.cl::4cf5125d-f567-4a98-9bb5-4ea9ae908f01" providerId="AD" clId="Web-{7BA15F0B-029B-E7C7-F931-CF0999763482}" dt="2023-09-12T03:24:24.908" v="130"/>
        <pc:sldMkLst>
          <pc:docMk/>
          <pc:sldMk cId="3167001994" sldId="207613770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Alejandra Bravo Garcia" userId="S::abravo@ciisa.cl::4cf5125d-f567-4a98-9bb5-4ea9ae908f01" providerId="AD" clId="Web-{7BA15F0B-029B-E7C7-F931-CF0999763482}" dt="2023-09-12T03:24:12.908" v="129"/>
              <pc2:cmMkLst xmlns:pc2="http://schemas.microsoft.com/office/powerpoint/2019/9/main/command">
                <pc:docMk/>
                <pc:sldMk cId="3167001994" sldId="2076137705"/>
                <pc2:cmMk id="{FDA31033-C313-481E-B661-B5FAF3DCBAFF}"/>
              </pc2:cmMkLst>
            </pc226:cmChg>
            <pc226:cmChg xmlns:pc226="http://schemas.microsoft.com/office/powerpoint/2022/06/main/command" chg="add">
              <pc226:chgData name="Alejandra Bravo Garcia" userId="S::abravo@ciisa.cl::4cf5125d-f567-4a98-9bb5-4ea9ae908f01" providerId="AD" clId="Web-{7BA15F0B-029B-E7C7-F931-CF0999763482}" dt="2023-09-12T03:24:24.908" v="130"/>
              <pc2:cmMkLst xmlns:pc2="http://schemas.microsoft.com/office/powerpoint/2019/9/main/command">
                <pc:docMk/>
                <pc:sldMk cId="3167001994" sldId="2076137705"/>
                <pc2:cmMk id="{6ACC9BD5-3395-4EED-95E2-0F111C252A4D}"/>
              </pc2:cmMkLst>
            </pc226:cmChg>
          </p:ext>
        </pc:extLst>
      </pc:sldChg>
      <pc:sldChg chg="modSp addCm">
        <pc:chgData name="Alejandra Bravo Garcia" userId="S::abravo@ciisa.cl::4cf5125d-f567-4a98-9bb5-4ea9ae908f01" providerId="AD" clId="Web-{7BA15F0B-029B-E7C7-F931-CF0999763482}" dt="2023-09-12T03:24:54.581" v="131"/>
        <pc:sldMkLst>
          <pc:docMk/>
          <pc:sldMk cId="2328334949" sldId="2076137706"/>
        </pc:sldMkLst>
        <pc:spChg chg="mod">
          <ac:chgData name="Alejandra Bravo Garcia" userId="S::abravo@ciisa.cl::4cf5125d-f567-4a98-9bb5-4ea9ae908f01" providerId="AD" clId="Web-{7BA15F0B-029B-E7C7-F931-CF0999763482}" dt="2023-09-12T03:21:55.591" v="4" actId="20577"/>
          <ac:spMkLst>
            <pc:docMk/>
            <pc:sldMk cId="2328334949" sldId="2076137706"/>
            <ac:spMk id="2" creationId="{B6EFDCBE-E499-3103-92A5-28F5D6427A64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Alejandra Bravo Garcia" userId="S::abravo@ciisa.cl::4cf5125d-f567-4a98-9bb5-4ea9ae908f01" providerId="AD" clId="Web-{7BA15F0B-029B-E7C7-F931-CF0999763482}" dt="2023-09-12T03:24:54.581" v="131"/>
              <pc2:cmMkLst xmlns:pc2="http://schemas.microsoft.com/office/powerpoint/2019/9/main/command">
                <pc:docMk/>
                <pc:sldMk cId="2328334949" sldId="2076137706"/>
                <pc2:cmMk id="{389693A5-11B2-4C14-A119-775D20B2A22B}"/>
              </pc2:cmMkLst>
            </pc226:cmChg>
          </p:ext>
        </pc:extLst>
      </pc:sldChg>
      <pc:sldChg chg="addCm">
        <pc:chgData name="Alejandra Bravo Garcia" userId="S::abravo@ciisa.cl::4cf5125d-f567-4a98-9bb5-4ea9ae908f01" providerId="AD" clId="Web-{7BA15F0B-029B-E7C7-F931-CF0999763482}" dt="2023-09-12T03:26:16.771" v="134"/>
        <pc:sldMkLst>
          <pc:docMk/>
          <pc:sldMk cId="3736436638" sldId="207613770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Alejandra Bravo Garcia" userId="S::abravo@ciisa.cl::4cf5125d-f567-4a98-9bb5-4ea9ae908f01" providerId="AD" clId="Web-{7BA15F0B-029B-E7C7-F931-CF0999763482}" dt="2023-09-12T03:26:16.771" v="134"/>
              <pc2:cmMkLst xmlns:pc2="http://schemas.microsoft.com/office/powerpoint/2019/9/main/command">
                <pc:docMk/>
                <pc:sldMk cId="3736436638" sldId="2076137707"/>
                <pc2:cmMk id="{07EF16F2-FDF7-459F-8065-373D6580A19D}"/>
              </pc2:cmMkLst>
            </pc226:cmChg>
          </p:ext>
        </pc:extLst>
      </pc:sldChg>
      <pc:sldChg chg="addCm">
        <pc:chgData name="Alejandra Bravo Garcia" userId="S::abravo@ciisa.cl::4cf5125d-f567-4a98-9bb5-4ea9ae908f01" providerId="AD" clId="Web-{7BA15F0B-029B-E7C7-F931-CF0999763482}" dt="2023-09-12T03:29:35.370" v="137"/>
        <pc:sldMkLst>
          <pc:docMk/>
          <pc:sldMk cId="829328944" sldId="207613770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Alejandra Bravo Garcia" userId="S::abravo@ciisa.cl::4cf5125d-f567-4a98-9bb5-4ea9ae908f01" providerId="AD" clId="Web-{7BA15F0B-029B-E7C7-F931-CF0999763482}" dt="2023-09-12T03:29:35.370" v="137"/>
              <pc2:cmMkLst xmlns:pc2="http://schemas.microsoft.com/office/powerpoint/2019/9/main/command">
                <pc:docMk/>
                <pc:sldMk cId="829328944" sldId="2076137708"/>
                <pc2:cmMk id="{D267BE4A-61DE-40D3-A24C-59F6D7967C8C}"/>
              </pc2:cmMkLst>
            </pc226:cmChg>
          </p:ext>
        </pc:extLst>
      </pc:sldChg>
      <pc:sldChg chg="addCm">
        <pc:chgData name="Alejandra Bravo Garcia" userId="S::abravo@ciisa.cl::4cf5125d-f567-4a98-9bb5-4ea9ae908f01" providerId="AD" clId="Web-{7BA15F0B-029B-E7C7-F931-CF0999763482}" dt="2023-09-12T03:28:28.478" v="135"/>
        <pc:sldMkLst>
          <pc:docMk/>
          <pc:sldMk cId="3631252662" sldId="207613771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Alejandra Bravo Garcia" userId="S::abravo@ciisa.cl::4cf5125d-f567-4a98-9bb5-4ea9ae908f01" providerId="AD" clId="Web-{7BA15F0B-029B-E7C7-F931-CF0999763482}" dt="2023-09-12T03:28:28.478" v="135"/>
              <pc2:cmMkLst xmlns:pc2="http://schemas.microsoft.com/office/powerpoint/2019/9/main/command">
                <pc:docMk/>
                <pc:sldMk cId="3631252662" sldId="2076137712"/>
                <pc2:cmMk id="{0D333014-9AC8-4346-BB09-9D720E4A3858}"/>
              </pc2:cmMkLst>
            </pc226:cmChg>
          </p:ext>
        </pc:extLst>
      </pc:sldChg>
      <pc:sldChg chg="modSp add replId addCm">
        <pc:chgData name="Alejandra Bravo Garcia" userId="S::abravo@ciisa.cl::4cf5125d-f567-4a98-9bb5-4ea9ae908f01" providerId="AD" clId="Web-{7BA15F0B-029B-E7C7-F931-CF0999763482}" dt="2023-09-12T03:25:38.613" v="132"/>
        <pc:sldMkLst>
          <pc:docMk/>
          <pc:sldMk cId="2546042947" sldId="2076137717"/>
        </pc:sldMkLst>
        <pc:spChg chg="mod">
          <ac:chgData name="Alejandra Bravo Garcia" userId="S::abravo@ciisa.cl::4cf5125d-f567-4a98-9bb5-4ea9ae908f01" providerId="AD" clId="Web-{7BA15F0B-029B-E7C7-F931-CF0999763482}" dt="2023-09-12T03:22:39.030" v="21" actId="20577"/>
          <ac:spMkLst>
            <pc:docMk/>
            <pc:sldMk cId="2546042947" sldId="2076137717"/>
            <ac:spMk id="2" creationId="{B6EFDCBE-E499-3103-92A5-28F5D6427A64}"/>
          </ac:spMkLst>
        </pc:spChg>
        <pc:spChg chg="mod">
          <ac:chgData name="Alejandra Bravo Garcia" userId="S::abravo@ciisa.cl::4cf5125d-f567-4a98-9bb5-4ea9ae908f01" providerId="AD" clId="Web-{7BA15F0B-029B-E7C7-F931-CF0999763482}" dt="2023-09-12T03:23:44.032" v="127" actId="20577"/>
          <ac:spMkLst>
            <pc:docMk/>
            <pc:sldMk cId="2546042947" sldId="2076137717"/>
            <ac:spMk id="3" creationId="{E13EDA60-EA13-DE58-247C-0BA1927DF33E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Alejandra Bravo Garcia" userId="S::abravo@ciisa.cl::4cf5125d-f567-4a98-9bb5-4ea9ae908f01" providerId="AD" clId="Web-{7BA15F0B-029B-E7C7-F931-CF0999763482}" dt="2023-09-12T03:25:38.613" v="132"/>
              <pc2:cmMkLst xmlns:pc2="http://schemas.microsoft.com/office/powerpoint/2019/9/main/command">
                <pc:docMk/>
                <pc:sldMk cId="2546042947" sldId="2076137717"/>
                <pc2:cmMk id="{C1737562-6C8A-463E-B045-4829F6317B19}"/>
              </pc2:cmMkLst>
            </pc226:cmChg>
          </p:ext>
        </pc:extLst>
      </pc:sldChg>
      <pc:sldChg chg="addSp delSp modSp add replId addCm">
        <pc:chgData name="Alejandra Bravo Garcia" userId="S::abravo@ciisa.cl::4cf5125d-f567-4a98-9bb5-4ea9ae908f01" providerId="AD" clId="Web-{7BA15F0B-029B-E7C7-F931-CF0999763482}" dt="2023-09-12T03:31:41.921" v="155" actId="20577"/>
        <pc:sldMkLst>
          <pc:docMk/>
          <pc:sldMk cId="729372892" sldId="2076137718"/>
        </pc:sldMkLst>
        <pc:spChg chg="add mod">
          <ac:chgData name="Alejandra Bravo Garcia" userId="S::abravo@ciisa.cl::4cf5125d-f567-4a98-9bb5-4ea9ae908f01" providerId="AD" clId="Web-{7BA15F0B-029B-E7C7-F931-CF0999763482}" dt="2023-09-12T03:31:41.921" v="155" actId="20577"/>
          <ac:spMkLst>
            <pc:docMk/>
            <pc:sldMk cId="729372892" sldId="2076137718"/>
            <ac:spMk id="2" creationId="{7D6BBE6D-6364-2A96-9BD0-B43BAB212637}"/>
          </ac:spMkLst>
        </pc:spChg>
        <pc:spChg chg="del mod">
          <ac:chgData name="Alejandra Bravo Garcia" userId="S::abravo@ciisa.cl::4cf5125d-f567-4a98-9bb5-4ea9ae908f01" providerId="AD" clId="Web-{7BA15F0B-029B-E7C7-F931-CF0999763482}" dt="2023-09-12T03:30:25.028" v="142"/>
          <ac:spMkLst>
            <pc:docMk/>
            <pc:sldMk cId="729372892" sldId="2076137718"/>
            <ac:spMk id="4" creationId="{89401DFB-4589-4A40-1CF4-5D132DD2EF72}"/>
          </ac:spMkLst>
        </pc:spChg>
        <pc:spChg chg="del">
          <ac:chgData name="Alejandra Bravo Garcia" userId="S::abravo@ciisa.cl::4cf5125d-f567-4a98-9bb5-4ea9ae908f01" providerId="AD" clId="Web-{7BA15F0B-029B-E7C7-F931-CF0999763482}" dt="2023-09-12T03:30:19.637" v="140"/>
          <ac:spMkLst>
            <pc:docMk/>
            <pc:sldMk cId="729372892" sldId="2076137718"/>
            <ac:spMk id="5" creationId="{A2D74E4D-CBE6-A3D9-BD83-ED8A812243ED}"/>
          </ac:spMkLst>
        </pc:spChg>
        <pc:spChg chg="del">
          <ac:chgData name="Alejandra Bravo Garcia" userId="S::abravo@ciisa.cl::4cf5125d-f567-4a98-9bb5-4ea9ae908f01" providerId="AD" clId="Web-{7BA15F0B-029B-E7C7-F931-CF0999763482}" dt="2023-09-12T03:30:28.184" v="144"/>
          <ac:spMkLst>
            <pc:docMk/>
            <pc:sldMk cId="729372892" sldId="2076137718"/>
            <ac:spMk id="6" creationId="{E7A96764-862C-3475-9311-453A659389A3}"/>
          </ac:spMkLst>
        </pc:spChg>
        <pc:picChg chg="del">
          <ac:chgData name="Alejandra Bravo Garcia" userId="S::abravo@ciisa.cl::4cf5125d-f567-4a98-9bb5-4ea9ae908f01" providerId="AD" clId="Web-{7BA15F0B-029B-E7C7-F931-CF0999763482}" dt="2023-09-12T03:30:26.919" v="143"/>
          <ac:picMkLst>
            <pc:docMk/>
            <pc:sldMk cId="729372892" sldId="2076137718"/>
            <ac:picMk id="5122" creationId="{E54C5135-F610-A35E-7081-EC02C10B7FFC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Alejandra Bravo Garcia" userId="S::abravo@ciisa.cl::4cf5125d-f567-4a98-9bb5-4ea9ae908f01" providerId="AD" clId="Web-{7BA15F0B-029B-E7C7-F931-CF0999763482}" dt="2023-09-12T03:31:39.765" v="154"/>
              <pc2:cmMkLst xmlns:pc2="http://schemas.microsoft.com/office/powerpoint/2019/9/main/command">
                <pc:docMk/>
                <pc:sldMk cId="729372892" sldId="2076137718"/>
                <pc2:cmMk id="{A4CF5ACE-D39B-432C-8A7B-88D220DC3AF0}"/>
              </pc2:cmMkLst>
            </pc226:cmChg>
          </p:ext>
        </pc:extLst>
      </pc:sldChg>
    </pc:docChg>
  </pc:docChgLst>
  <pc:docChgLst>
    <pc:chgData name="Jorge Alejandro Bravo Pizarro" userId="866f4d59-4e3d-4420-8a8b-3d6ddbb5c639" providerId="ADAL" clId="{CE3A78D9-4016-7742-8DF5-B39791E09DB2}"/>
    <pc:docChg chg="undo custSel addSld delSld modSld sldOrd">
      <pc:chgData name="Jorge Alejandro Bravo Pizarro" userId="866f4d59-4e3d-4420-8a8b-3d6ddbb5c639" providerId="ADAL" clId="{CE3A78D9-4016-7742-8DF5-B39791E09DB2}" dt="2024-06-17T22:50:30.149" v="777" actId="6549"/>
      <pc:docMkLst>
        <pc:docMk/>
      </pc:docMkLst>
      <pc:sldChg chg="addSp modSp mod">
        <pc:chgData name="Jorge Alejandro Bravo Pizarro" userId="866f4d59-4e3d-4420-8a8b-3d6ddbb5c639" providerId="ADAL" clId="{CE3A78D9-4016-7742-8DF5-B39791E09DB2}" dt="2024-06-17T22:02:47.119" v="57" actId="2710"/>
        <pc:sldMkLst>
          <pc:docMk/>
          <pc:sldMk cId="1136515697" sldId="2076137702"/>
        </pc:sldMkLst>
        <pc:spChg chg="add mod">
          <ac:chgData name="Jorge Alejandro Bravo Pizarro" userId="866f4d59-4e3d-4420-8a8b-3d6ddbb5c639" providerId="ADAL" clId="{CE3A78D9-4016-7742-8DF5-B39791E09DB2}" dt="2024-06-17T22:02:32.802" v="54" actId="20577"/>
          <ac:spMkLst>
            <pc:docMk/>
            <pc:sldMk cId="1136515697" sldId="2076137702"/>
            <ac:spMk id="2" creationId="{0CA3E939-D55A-E52A-0AA1-F3B3B21690AE}"/>
          </ac:spMkLst>
        </pc:spChg>
        <pc:spChg chg="mod">
          <ac:chgData name="Jorge Alejandro Bravo Pizarro" userId="866f4d59-4e3d-4420-8a8b-3d6ddbb5c639" providerId="ADAL" clId="{CE3A78D9-4016-7742-8DF5-B39791E09DB2}" dt="2024-06-17T22:02:47.119" v="57" actId="2710"/>
          <ac:spMkLst>
            <pc:docMk/>
            <pc:sldMk cId="1136515697" sldId="2076137702"/>
            <ac:spMk id="3" creationId="{2A7BF873-53DC-D508-8E6A-31A26DB43DA6}"/>
          </ac:spMkLst>
        </pc:spChg>
      </pc:sldChg>
      <pc:sldChg chg="del">
        <pc:chgData name="Jorge Alejandro Bravo Pizarro" userId="866f4d59-4e3d-4420-8a8b-3d6ddbb5c639" providerId="ADAL" clId="{CE3A78D9-4016-7742-8DF5-B39791E09DB2}" dt="2024-06-17T22:01:53.562" v="33" actId="2696"/>
        <pc:sldMkLst>
          <pc:docMk/>
          <pc:sldMk cId="868812523" sldId="2076137703"/>
        </pc:sldMkLst>
      </pc:sldChg>
      <pc:sldChg chg="modSp mod modCm">
        <pc:chgData name="Jorge Alejandro Bravo Pizarro" userId="866f4d59-4e3d-4420-8a8b-3d6ddbb5c639" providerId="ADAL" clId="{CE3A78D9-4016-7742-8DF5-B39791E09DB2}" dt="2024-06-17T22:00:20.386" v="20" actId="20577"/>
        <pc:sldMkLst>
          <pc:docMk/>
          <pc:sldMk cId="3167001994" sldId="2076137705"/>
        </pc:sldMkLst>
        <pc:spChg chg="mod">
          <ac:chgData name="Jorge Alejandro Bravo Pizarro" userId="866f4d59-4e3d-4420-8a8b-3d6ddbb5c639" providerId="ADAL" clId="{CE3A78D9-4016-7742-8DF5-B39791E09DB2}" dt="2024-06-17T22:00:12.202" v="1" actId="20577"/>
          <ac:spMkLst>
            <pc:docMk/>
            <pc:sldMk cId="3167001994" sldId="2076137705"/>
            <ac:spMk id="2" creationId="{972BB412-0761-08C0-91B5-7D184FDF0428}"/>
          </ac:spMkLst>
        </pc:spChg>
        <pc:spChg chg="mod">
          <ac:chgData name="Jorge Alejandro Bravo Pizarro" userId="866f4d59-4e3d-4420-8a8b-3d6ddbb5c639" providerId="ADAL" clId="{CE3A78D9-4016-7742-8DF5-B39791E09DB2}" dt="2024-06-17T22:00:20.386" v="20" actId="20577"/>
          <ac:spMkLst>
            <pc:docMk/>
            <pc:sldMk cId="3167001994" sldId="2076137705"/>
            <ac:spMk id="3" creationId="{317770C8-A12B-436B-AB8E-9FC2932E0DB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Jorge Alejandro Bravo Pizarro" userId="866f4d59-4e3d-4420-8a8b-3d6ddbb5c639" providerId="ADAL" clId="{CE3A78D9-4016-7742-8DF5-B39791E09DB2}" dt="2024-06-17T22:00:20.386" v="20" actId="20577"/>
              <pc2:cmMkLst xmlns:pc2="http://schemas.microsoft.com/office/powerpoint/2019/9/main/command">
                <pc:docMk/>
                <pc:sldMk cId="3167001994" sldId="2076137705"/>
                <pc2:cmMk id="{6ACC9BD5-3395-4EED-95E2-0F111C252A4D}"/>
              </pc2:cmMkLst>
            </pc226:cmChg>
          </p:ext>
        </pc:extLst>
      </pc:sldChg>
      <pc:sldChg chg="modSp mod">
        <pc:chgData name="Jorge Alejandro Bravo Pizarro" userId="866f4d59-4e3d-4420-8a8b-3d6ddbb5c639" providerId="ADAL" clId="{CE3A78D9-4016-7742-8DF5-B39791E09DB2}" dt="2024-06-17T22:50:30.149" v="777" actId="6549"/>
        <pc:sldMkLst>
          <pc:docMk/>
          <pc:sldMk cId="2328334949" sldId="2076137706"/>
        </pc:sldMkLst>
        <pc:spChg chg="mod">
          <ac:chgData name="Jorge Alejandro Bravo Pizarro" userId="866f4d59-4e3d-4420-8a8b-3d6ddbb5c639" providerId="ADAL" clId="{CE3A78D9-4016-7742-8DF5-B39791E09DB2}" dt="2024-06-17T22:50:30.149" v="777" actId="6549"/>
          <ac:spMkLst>
            <pc:docMk/>
            <pc:sldMk cId="2328334949" sldId="2076137706"/>
            <ac:spMk id="3" creationId="{E13EDA60-EA13-DE58-247C-0BA1927DF33E}"/>
          </ac:spMkLst>
        </pc:spChg>
      </pc:sldChg>
      <pc:sldChg chg="del">
        <pc:chgData name="Jorge Alejandro Bravo Pizarro" userId="866f4d59-4e3d-4420-8a8b-3d6ddbb5c639" providerId="ADAL" clId="{CE3A78D9-4016-7742-8DF5-B39791E09DB2}" dt="2024-06-17T22:01:57.152" v="34" actId="2696"/>
        <pc:sldMkLst>
          <pc:docMk/>
          <pc:sldMk cId="3736436638" sldId="2076137707"/>
        </pc:sldMkLst>
      </pc:sldChg>
      <pc:sldChg chg="del">
        <pc:chgData name="Jorge Alejandro Bravo Pizarro" userId="866f4d59-4e3d-4420-8a8b-3d6ddbb5c639" providerId="ADAL" clId="{CE3A78D9-4016-7742-8DF5-B39791E09DB2}" dt="2024-06-17T22:02:22.203" v="41" actId="2696"/>
        <pc:sldMkLst>
          <pc:docMk/>
          <pc:sldMk cId="829328944" sldId="2076137708"/>
        </pc:sldMkLst>
      </pc:sldChg>
      <pc:sldChg chg="modSp mod">
        <pc:chgData name="Jorge Alejandro Bravo Pizarro" userId="866f4d59-4e3d-4420-8a8b-3d6ddbb5c639" providerId="ADAL" clId="{CE3A78D9-4016-7742-8DF5-B39791E09DB2}" dt="2024-06-17T22:00:55.909" v="32" actId="20577"/>
        <pc:sldMkLst>
          <pc:docMk/>
          <pc:sldMk cId="2546042947" sldId="2076137717"/>
        </pc:sldMkLst>
        <pc:spChg chg="mod">
          <ac:chgData name="Jorge Alejandro Bravo Pizarro" userId="866f4d59-4e3d-4420-8a8b-3d6ddbb5c639" providerId="ADAL" clId="{CE3A78D9-4016-7742-8DF5-B39791E09DB2}" dt="2024-06-17T22:00:55.909" v="32" actId="20577"/>
          <ac:spMkLst>
            <pc:docMk/>
            <pc:sldMk cId="2546042947" sldId="2076137717"/>
            <ac:spMk id="3" creationId="{E13EDA60-EA13-DE58-247C-0BA1927DF33E}"/>
          </ac:spMkLst>
        </pc:spChg>
      </pc:sldChg>
      <pc:sldChg chg="del">
        <pc:chgData name="Jorge Alejandro Bravo Pizarro" userId="866f4d59-4e3d-4420-8a8b-3d6ddbb5c639" providerId="ADAL" clId="{CE3A78D9-4016-7742-8DF5-B39791E09DB2}" dt="2024-06-17T22:02:22.203" v="41" actId="2696"/>
        <pc:sldMkLst>
          <pc:docMk/>
          <pc:sldMk cId="1703602062" sldId="2076137719"/>
        </pc:sldMkLst>
      </pc:sldChg>
      <pc:sldChg chg="del">
        <pc:chgData name="Jorge Alejandro Bravo Pizarro" userId="866f4d59-4e3d-4420-8a8b-3d6ddbb5c639" providerId="ADAL" clId="{CE3A78D9-4016-7742-8DF5-B39791E09DB2}" dt="2024-06-17T22:01:59.886" v="35" actId="2696"/>
        <pc:sldMkLst>
          <pc:docMk/>
          <pc:sldMk cId="3851637963" sldId="2076137720"/>
        </pc:sldMkLst>
      </pc:sldChg>
      <pc:sldChg chg="del">
        <pc:chgData name="Jorge Alejandro Bravo Pizarro" userId="866f4d59-4e3d-4420-8a8b-3d6ddbb5c639" providerId="ADAL" clId="{CE3A78D9-4016-7742-8DF5-B39791E09DB2}" dt="2024-06-17T22:02:22.203" v="41" actId="2696"/>
        <pc:sldMkLst>
          <pc:docMk/>
          <pc:sldMk cId="4204117215" sldId="2076137721"/>
        </pc:sldMkLst>
      </pc:sldChg>
      <pc:sldChg chg="del">
        <pc:chgData name="Jorge Alejandro Bravo Pizarro" userId="866f4d59-4e3d-4420-8a8b-3d6ddbb5c639" providerId="ADAL" clId="{CE3A78D9-4016-7742-8DF5-B39791E09DB2}" dt="2024-06-17T22:02:22.203" v="41" actId="2696"/>
        <pc:sldMkLst>
          <pc:docMk/>
          <pc:sldMk cId="2936205408" sldId="2076137722"/>
        </pc:sldMkLst>
      </pc:sldChg>
      <pc:sldChg chg="del">
        <pc:chgData name="Jorge Alejandro Bravo Pizarro" userId="866f4d59-4e3d-4420-8a8b-3d6ddbb5c639" providerId="ADAL" clId="{CE3A78D9-4016-7742-8DF5-B39791E09DB2}" dt="2024-06-17T22:02:22.203" v="41" actId="2696"/>
        <pc:sldMkLst>
          <pc:docMk/>
          <pc:sldMk cId="3037844740" sldId="2076137724"/>
        </pc:sldMkLst>
      </pc:sldChg>
      <pc:sldChg chg="del ord">
        <pc:chgData name="Jorge Alejandro Bravo Pizarro" userId="866f4d59-4e3d-4420-8a8b-3d6ddbb5c639" providerId="ADAL" clId="{CE3A78D9-4016-7742-8DF5-B39791E09DB2}" dt="2024-06-17T22:02:22.203" v="41" actId="2696"/>
        <pc:sldMkLst>
          <pc:docMk/>
          <pc:sldMk cId="3592030113" sldId="2076137725"/>
        </pc:sldMkLst>
      </pc:sldChg>
      <pc:sldChg chg="modSp mod">
        <pc:chgData name="Jorge Alejandro Bravo Pizarro" userId="866f4d59-4e3d-4420-8a8b-3d6ddbb5c639" providerId="ADAL" clId="{CE3A78D9-4016-7742-8DF5-B39791E09DB2}" dt="2024-06-17T22:02:11.205" v="40" actId="20577"/>
        <pc:sldMkLst>
          <pc:docMk/>
          <pc:sldMk cId="2405631946" sldId="2076137726"/>
        </pc:sldMkLst>
        <pc:spChg chg="mod">
          <ac:chgData name="Jorge Alejandro Bravo Pizarro" userId="866f4d59-4e3d-4420-8a8b-3d6ddbb5c639" providerId="ADAL" clId="{CE3A78D9-4016-7742-8DF5-B39791E09DB2}" dt="2024-06-17T22:02:11.205" v="40" actId="20577"/>
          <ac:spMkLst>
            <pc:docMk/>
            <pc:sldMk cId="2405631946" sldId="2076137726"/>
            <ac:spMk id="4" creationId="{A55F774B-483D-1F2A-1944-D0CD12A50B9D}"/>
          </ac:spMkLst>
        </pc:spChg>
      </pc:sldChg>
      <pc:sldChg chg="del ord">
        <pc:chgData name="Jorge Alejandro Bravo Pizarro" userId="866f4d59-4e3d-4420-8a8b-3d6ddbb5c639" providerId="ADAL" clId="{CE3A78D9-4016-7742-8DF5-B39791E09DB2}" dt="2024-06-17T22:02:22.203" v="41" actId="2696"/>
        <pc:sldMkLst>
          <pc:docMk/>
          <pc:sldMk cId="1116748516" sldId="2076137727"/>
        </pc:sldMkLst>
      </pc:sldChg>
      <pc:sldChg chg="modSp add mod">
        <pc:chgData name="Jorge Alejandro Bravo Pizarro" userId="866f4d59-4e3d-4420-8a8b-3d6ddbb5c639" providerId="ADAL" clId="{CE3A78D9-4016-7742-8DF5-B39791E09DB2}" dt="2024-06-17T22:14:05.004" v="208" actId="255"/>
        <pc:sldMkLst>
          <pc:docMk/>
          <pc:sldMk cId="3073322197" sldId="2076137727"/>
        </pc:sldMkLst>
        <pc:spChg chg="mod">
          <ac:chgData name="Jorge Alejandro Bravo Pizarro" userId="866f4d59-4e3d-4420-8a8b-3d6ddbb5c639" providerId="ADAL" clId="{CE3A78D9-4016-7742-8DF5-B39791E09DB2}" dt="2024-06-17T22:14:05.004" v="208" actId="255"/>
          <ac:spMkLst>
            <pc:docMk/>
            <pc:sldMk cId="3073322197" sldId="2076137727"/>
            <ac:spMk id="2" creationId="{0CA3E939-D55A-E52A-0AA1-F3B3B21690AE}"/>
          </ac:spMkLst>
        </pc:spChg>
        <pc:spChg chg="mod">
          <ac:chgData name="Jorge Alejandro Bravo Pizarro" userId="866f4d59-4e3d-4420-8a8b-3d6ddbb5c639" providerId="ADAL" clId="{CE3A78D9-4016-7742-8DF5-B39791E09DB2}" dt="2024-06-17T22:03:47.978" v="120" actId="20577"/>
          <ac:spMkLst>
            <pc:docMk/>
            <pc:sldMk cId="3073322197" sldId="2076137727"/>
            <ac:spMk id="3" creationId="{2A7BF873-53DC-D508-8E6A-31A26DB43DA6}"/>
          </ac:spMkLst>
        </pc:spChg>
      </pc:sldChg>
      <pc:sldChg chg="modSp add mod">
        <pc:chgData name="Jorge Alejandro Bravo Pizarro" userId="866f4d59-4e3d-4420-8a8b-3d6ddbb5c639" providerId="ADAL" clId="{CE3A78D9-4016-7742-8DF5-B39791E09DB2}" dt="2024-06-17T22:14:10.023" v="209" actId="255"/>
        <pc:sldMkLst>
          <pc:docMk/>
          <pc:sldMk cId="2958182043" sldId="2076137728"/>
        </pc:sldMkLst>
        <pc:spChg chg="mod">
          <ac:chgData name="Jorge Alejandro Bravo Pizarro" userId="866f4d59-4e3d-4420-8a8b-3d6ddbb5c639" providerId="ADAL" clId="{CE3A78D9-4016-7742-8DF5-B39791E09DB2}" dt="2024-06-17T22:14:10.023" v="209" actId="255"/>
          <ac:spMkLst>
            <pc:docMk/>
            <pc:sldMk cId="2958182043" sldId="2076137728"/>
            <ac:spMk id="2" creationId="{0CA3E939-D55A-E52A-0AA1-F3B3B21690AE}"/>
          </ac:spMkLst>
        </pc:spChg>
        <pc:spChg chg="mod">
          <ac:chgData name="Jorge Alejandro Bravo Pizarro" userId="866f4d59-4e3d-4420-8a8b-3d6ddbb5c639" providerId="ADAL" clId="{CE3A78D9-4016-7742-8DF5-B39791E09DB2}" dt="2024-06-17T22:05:16.990" v="162" actId="20577"/>
          <ac:spMkLst>
            <pc:docMk/>
            <pc:sldMk cId="2958182043" sldId="2076137728"/>
            <ac:spMk id="3" creationId="{2A7BF873-53DC-D508-8E6A-31A26DB43DA6}"/>
          </ac:spMkLst>
        </pc:spChg>
      </pc:sldChg>
      <pc:sldChg chg="modSp add mod">
        <pc:chgData name="Jorge Alejandro Bravo Pizarro" userId="866f4d59-4e3d-4420-8a8b-3d6ddbb5c639" providerId="ADAL" clId="{CE3A78D9-4016-7742-8DF5-B39791E09DB2}" dt="2024-06-17T22:14:14.950" v="210" actId="255"/>
        <pc:sldMkLst>
          <pc:docMk/>
          <pc:sldMk cId="1814370825" sldId="2076137729"/>
        </pc:sldMkLst>
        <pc:spChg chg="mod">
          <ac:chgData name="Jorge Alejandro Bravo Pizarro" userId="866f4d59-4e3d-4420-8a8b-3d6ddbb5c639" providerId="ADAL" clId="{CE3A78D9-4016-7742-8DF5-B39791E09DB2}" dt="2024-06-17T22:14:14.950" v="210" actId="255"/>
          <ac:spMkLst>
            <pc:docMk/>
            <pc:sldMk cId="1814370825" sldId="2076137729"/>
            <ac:spMk id="2" creationId="{0CA3E939-D55A-E52A-0AA1-F3B3B21690AE}"/>
          </ac:spMkLst>
        </pc:spChg>
        <pc:spChg chg="mod">
          <ac:chgData name="Jorge Alejandro Bravo Pizarro" userId="866f4d59-4e3d-4420-8a8b-3d6ddbb5c639" providerId="ADAL" clId="{CE3A78D9-4016-7742-8DF5-B39791E09DB2}" dt="2024-06-17T22:06:11.529" v="206" actId="2710"/>
          <ac:spMkLst>
            <pc:docMk/>
            <pc:sldMk cId="1814370825" sldId="2076137729"/>
            <ac:spMk id="3" creationId="{2A7BF873-53DC-D508-8E6A-31A26DB43DA6}"/>
          </ac:spMkLst>
        </pc:spChg>
      </pc:sldChg>
      <pc:sldChg chg="modSp add mod">
        <pc:chgData name="Jorge Alejandro Bravo Pizarro" userId="866f4d59-4e3d-4420-8a8b-3d6ddbb5c639" providerId="ADAL" clId="{CE3A78D9-4016-7742-8DF5-B39791E09DB2}" dt="2024-06-17T22:14:20.440" v="211" actId="255"/>
        <pc:sldMkLst>
          <pc:docMk/>
          <pc:sldMk cId="2213011252" sldId="2076137730"/>
        </pc:sldMkLst>
        <pc:spChg chg="mod">
          <ac:chgData name="Jorge Alejandro Bravo Pizarro" userId="866f4d59-4e3d-4420-8a8b-3d6ddbb5c639" providerId="ADAL" clId="{CE3A78D9-4016-7742-8DF5-B39791E09DB2}" dt="2024-06-17T22:14:20.440" v="211" actId="255"/>
          <ac:spMkLst>
            <pc:docMk/>
            <pc:sldMk cId="2213011252" sldId="2076137730"/>
            <ac:spMk id="2" creationId="{0CA3E939-D55A-E52A-0AA1-F3B3B21690AE}"/>
          </ac:spMkLst>
        </pc:spChg>
      </pc:sldChg>
      <pc:sldChg chg="modSp add mod">
        <pc:chgData name="Jorge Alejandro Bravo Pizarro" userId="866f4d59-4e3d-4420-8a8b-3d6ddbb5c639" providerId="ADAL" clId="{CE3A78D9-4016-7742-8DF5-B39791E09DB2}" dt="2024-06-17T22:15:23.954" v="294" actId="20577"/>
        <pc:sldMkLst>
          <pc:docMk/>
          <pc:sldMk cId="264074407" sldId="2076137731"/>
        </pc:sldMkLst>
        <pc:spChg chg="mod">
          <ac:chgData name="Jorge Alejandro Bravo Pizarro" userId="866f4d59-4e3d-4420-8a8b-3d6ddbb5c639" providerId="ADAL" clId="{CE3A78D9-4016-7742-8DF5-B39791E09DB2}" dt="2024-06-17T22:14:39.049" v="257" actId="1076"/>
          <ac:spMkLst>
            <pc:docMk/>
            <pc:sldMk cId="264074407" sldId="2076137731"/>
            <ac:spMk id="2" creationId="{0CA3E939-D55A-E52A-0AA1-F3B3B21690AE}"/>
          </ac:spMkLst>
        </pc:spChg>
        <pc:spChg chg="mod">
          <ac:chgData name="Jorge Alejandro Bravo Pizarro" userId="866f4d59-4e3d-4420-8a8b-3d6ddbb5c639" providerId="ADAL" clId="{CE3A78D9-4016-7742-8DF5-B39791E09DB2}" dt="2024-06-17T22:15:23.954" v="294" actId="20577"/>
          <ac:spMkLst>
            <pc:docMk/>
            <pc:sldMk cId="264074407" sldId="2076137731"/>
            <ac:spMk id="3" creationId="{2A7BF873-53DC-D508-8E6A-31A26DB43DA6}"/>
          </ac:spMkLst>
        </pc:spChg>
      </pc:sldChg>
      <pc:sldChg chg="modSp add mod">
        <pc:chgData name="Jorge Alejandro Bravo Pizarro" userId="866f4d59-4e3d-4420-8a8b-3d6ddbb5c639" providerId="ADAL" clId="{CE3A78D9-4016-7742-8DF5-B39791E09DB2}" dt="2024-06-17T22:44:08.449" v="381" actId="20577"/>
        <pc:sldMkLst>
          <pc:docMk/>
          <pc:sldMk cId="2383250424" sldId="2076137732"/>
        </pc:sldMkLst>
        <pc:spChg chg="mod">
          <ac:chgData name="Jorge Alejandro Bravo Pizarro" userId="866f4d59-4e3d-4420-8a8b-3d6ddbb5c639" providerId="ADAL" clId="{CE3A78D9-4016-7742-8DF5-B39791E09DB2}" dt="2024-06-17T22:43:35.071" v="358" actId="1076"/>
          <ac:spMkLst>
            <pc:docMk/>
            <pc:sldMk cId="2383250424" sldId="2076137732"/>
            <ac:spMk id="2" creationId="{0CA3E939-D55A-E52A-0AA1-F3B3B21690AE}"/>
          </ac:spMkLst>
        </pc:spChg>
        <pc:spChg chg="mod">
          <ac:chgData name="Jorge Alejandro Bravo Pizarro" userId="866f4d59-4e3d-4420-8a8b-3d6ddbb5c639" providerId="ADAL" clId="{CE3A78D9-4016-7742-8DF5-B39791E09DB2}" dt="2024-06-17T22:44:08.449" v="381" actId="20577"/>
          <ac:spMkLst>
            <pc:docMk/>
            <pc:sldMk cId="2383250424" sldId="2076137732"/>
            <ac:spMk id="3" creationId="{2A7BF873-53DC-D508-8E6A-31A26DB43DA6}"/>
          </ac:spMkLst>
        </pc:spChg>
      </pc:sldChg>
      <pc:sldChg chg="modSp add mod">
        <pc:chgData name="Jorge Alejandro Bravo Pizarro" userId="866f4d59-4e3d-4420-8a8b-3d6ddbb5c639" providerId="ADAL" clId="{CE3A78D9-4016-7742-8DF5-B39791E09DB2}" dt="2024-06-17T22:45:49.390" v="438" actId="20577"/>
        <pc:sldMkLst>
          <pc:docMk/>
          <pc:sldMk cId="1900125762" sldId="2076137733"/>
        </pc:sldMkLst>
        <pc:spChg chg="mod">
          <ac:chgData name="Jorge Alejandro Bravo Pizarro" userId="866f4d59-4e3d-4420-8a8b-3d6ddbb5c639" providerId="ADAL" clId="{CE3A78D9-4016-7742-8DF5-B39791E09DB2}" dt="2024-06-17T22:45:14.844" v="412" actId="20577"/>
          <ac:spMkLst>
            <pc:docMk/>
            <pc:sldMk cId="1900125762" sldId="2076137733"/>
            <ac:spMk id="2" creationId="{0CA3E939-D55A-E52A-0AA1-F3B3B21690AE}"/>
          </ac:spMkLst>
        </pc:spChg>
        <pc:spChg chg="mod">
          <ac:chgData name="Jorge Alejandro Bravo Pizarro" userId="866f4d59-4e3d-4420-8a8b-3d6ddbb5c639" providerId="ADAL" clId="{CE3A78D9-4016-7742-8DF5-B39791E09DB2}" dt="2024-06-17T22:45:49.390" v="438" actId="20577"/>
          <ac:spMkLst>
            <pc:docMk/>
            <pc:sldMk cId="1900125762" sldId="2076137733"/>
            <ac:spMk id="3" creationId="{2A7BF873-53DC-D508-8E6A-31A26DB43DA6}"/>
          </ac:spMkLst>
        </pc:spChg>
      </pc:sldChg>
      <pc:sldChg chg="modSp add mod">
        <pc:chgData name="Jorge Alejandro Bravo Pizarro" userId="866f4d59-4e3d-4420-8a8b-3d6ddbb5c639" providerId="ADAL" clId="{CE3A78D9-4016-7742-8DF5-B39791E09DB2}" dt="2024-06-17T22:48:38.139" v="475" actId="20577"/>
        <pc:sldMkLst>
          <pc:docMk/>
          <pc:sldMk cId="2934770407" sldId="2076137734"/>
        </pc:sldMkLst>
        <pc:spChg chg="mod">
          <ac:chgData name="Jorge Alejandro Bravo Pizarro" userId="866f4d59-4e3d-4420-8a8b-3d6ddbb5c639" providerId="ADAL" clId="{CE3A78D9-4016-7742-8DF5-B39791E09DB2}" dt="2024-06-17T22:45:59.602" v="449" actId="20577"/>
          <ac:spMkLst>
            <pc:docMk/>
            <pc:sldMk cId="2934770407" sldId="2076137734"/>
            <ac:spMk id="2" creationId="{0CA3E939-D55A-E52A-0AA1-F3B3B21690AE}"/>
          </ac:spMkLst>
        </pc:spChg>
        <pc:spChg chg="mod">
          <ac:chgData name="Jorge Alejandro Bravo Pizarro" userId="866f4d59-4e3d-4420-8a8b-3d6ddbb5c639" providerId="ADAL" clId="{CE3A78D9-4016-7742-8DF5-B39791E09DB2}" dt="2024-06-17T22:48:38.139" v="475" actId="20577"/>
          <ac:spMkLst>
            <pc:docMk/>
            <pc:sldMk cId="2934770407" sldId="2076137734"/>
            <ac:spMk id="3" creationId="{2A7BF873-53DC-D508-8E6A-31A26DB43DA6}"/>
          </ac:spMkLst>
        </pc:spChg>
      </pc:sldChg>
      <pc:sldChg chg="modSp add mod">
        <pc:chgData name="Jorge Alejandro Bravo Pizarro" userId="866f4d59-4e3d-4420-8a8b-3d6ddbb5c639" providerId="ADAL" clId="{CE3A78D9-4016-7742-8DF5-B39791E09DB2}" dt="2024-06-17T22:49:22.663" v="531" actId="20577"/>
        <pc:sldMkLst>
          <pc:docMk/>
          <pc:sldMk cId="1472550360" sldId="2076137735"/>
        </pc:sldMkLst>
        <pc:spChg chg="mod">
          <ac:chgData name="Jorge Alejandro Bravo Pizarro" userId="866f4d59-4e3d-4420-8a8b-3d6ddbb5c639" providerId="ADAL" clId="{CE3A78D9-4016-7742-8DF5-B39791E09DB2}" dt="2024-06-17T22:48:58.567" v="515" actId="1076"/>
          <ac:spMkLst>
            <pc:docMk/>
            <pc:sldMk cId="1472550360" sldId="2076137735"/>
            <ac:spMk id="2" creationId="{0CA3E939-D55A-E52A-0AA1-F3B3B21690AE}"/>
          </ac:spMkLst>
        </pc:spChg>
        <pc:spChg chg="mod">
          <ac:chgData name="Jorge Alejandro Bravo Pizarro" userId="866f4d59-4e3d-4420-8a8b-3d6ddbb5c639" providerId="ADAL" clId="{CE3A78D9-4016-7742-8DF5-B39791E09DB2}" dt="2024-06-17T22:49:22.663" v="531" actId="20577"/>
          <ac:spMkLst>
            <pc:docMk/>
            <pc:sldMk cId="1472550360" sldId="2076137735"/>
            <ac:spMk id="3" creationId="{2A7BF873-53DC-D508-8E6A-31A26DB43DA6}"/>
          </ac:spMkLst>
        </pc:spChg>
      </pc:sldChg>
    </pc:docChg>
  </pc:docChgLst>
  <pc:docChgLst>
    <pc:chgData name="Alvaro Gajardo Rozas" userId="S::agajardo@ciisa.cl::b3fbea3f-f2a8-486d-aa1c-9a9bc80c7b05" providerId="AD" clId="Web-{81A78B22-6EB1-4333-B29B-3AA70FB3DE9C}"/>
    <pc:docChg chg="modSld">
      <pc:chgData name="Alvaro Gajardo Rozas" userId="S::agajardo@ciisa.cl::b3fbea3f-f2a8-486d-aa1c-9a9bc80c7b05" providerId="AD" clId="Web-{81A78B22-6EB1-4333-B29B-3AA70FB3DE9C}" dt="2023-08-17T18:58:22.310" v="1" actId="20577"/>
      <pc:docMkLst>
        <pc:docMk/>
      </pc:docMkLst>
      <pc:sldChg chg="modSp">
        <pc:chgData name="Alvaro Gajardo Rozas" userId="S::agajardo@ciisa.cl::b3fbea3f-f2a8-486d-aa1c-9a9bc80c7b05" providerId="AD" clId="Web-{81A78B22-6EB1-4333-B29B-3AA70FB3DE9C}" dt="2023-08-17T18:58:22.310" v="1" actId="20577"/>
        <pc:sldMkLst>
          <pc:docMk/>
          <pc:sldMk cId="1136515697" sldId="2076137702"/>
        </pc:sldMkLst>
        <pc:spChg chg="mod">
          <ac:chgData name="Alvaro Gajardo Rozas" userId="S::agajardo@ciisa.cl::b3fbea3f-f2a8-486d-aa1c-9a9bc80c7b05" providerId="AD" clId="Web-{81A78B22-6EB1-4333-B29B-3AA70FB3DE9C}" dt="2023-08-17T18:58:22.310" v="1" actId="20577"/>
          <ac:spMkLst>
            <pc:docMk/>
            <pc:sldMk cId="1136515697" sldId="2076137702"/>
            <ac:spMk id="2" creationId="{25376074-10EA-2E38-7734-116EE817E5ED}"/>
          </ac:spMkLst>
        </pc:spChg>
      </pc:sldChg>
    </pc:docChg>
  </pc:docChgLst>
  <pc:docChgLst>
    <pc:chgData name="Alejandra Bravo Garcia" userId="S::abravo@ciisa.cl::4cf5125d-f567-4a98-9bb5-4ea9ae908f01" providerId="AD" clId="Web-{341A84B5-8B6E-3EA9-03A3-74F6E9820380}"/>
    <pc:docChg chg="sldOrd">
      <pc:chgData name="Alejandra Bravo Garcia" userId="S::abravo@ciisa.cl::4cf5125d-f567-4a98-9bb5-4ea9ae908f01" providerId="AD" clId="Web-{341A84B5-8B6E-3EA9-03A3-74F6E9820380}" dt="2023-10-27T15:51:17.925" v="1"/>
      <pc:docMkLst>
        <pc:docMk/>
      </pc:docMkLst>
      <pc:sldChg chg="ord">
        <pc:chgData name="Alejandra Bravo Garcia" userId="S::abravo@ciisa.cl::4cf5125d-f567-4a98-9bb5-4ea9ae908f01" providerId="AD" clId="Web-{341A84B5-8B6E-3EA9-03A3-74F6E9820380}" dt="2023-10-27T15:51:17.925" v="1"/>
        <pc:sldMkLst>
          <pc:docMk/>
          <pc:sldMk cId="242947854" sldId="2076137701"/>
        </pc:sldMkLst>
      </pc:sldChg>
      <pc:sldChg chg="modCm">
        <pc:chgData name="Alejandra Bravo Garcia" userId="S::abravo@ciisa.cl::4cf5125d-f567-4a98-9bb5-4ea9ae908f01" providerId="AD" clId="Web-{341A84B5-8B6E-3EA9-03A3-74F6E9820380}" dt="2023-10-27T15:51:06.831" v="0"/>
        <pc:sldMkLst>
          <pc:docMk/>
          <pc:sldMk cId="3631252662" sldId="207613771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lejandra Bravo Garcia" userId="S::abravo@ciisa.cl::4cf5125d-f567-4a98-9bb5-4ea9ae908f01" providerId="AD" clId="Web-{341A84B5-8B6E-3EA9-03A3-74F6E9820380}" dt="2023-10-27T15:51:06.831" v="0"/>
              <pc2:cmMkLst xmlns:pc2="http://schemas.microsoft.com/office/powerpoint/2019/9/main/command">
                <pc:docMk/>
                <pc:sldMk cId="3631252662" sldId="2076137712"/>
                <pc2:cmMk id="{0D333014-9AC8-4346-BB09-9D720E4A3858}"/>
              </pc2:cmMkLst>
            </pc226:cmChg>
          </p:ext>
        </pc:extLst>
      </pc:sldChg>
    </pc:docChg>
  </pc:docChgLst>
  <pc:docChgLst>
    <pc:chgData name="Jorge Alejandro Bravo Pizarro" userId="866f4d59-4e3d-4420-8a8b-3d6ddbb5c639" providerId="ADAL" clId="{524D6C03-291C-4944-AD03-AE97280217EF}"/>
    <pc:docChg chg="undo custSel addSld delSld modSld sldOrd">
      <pc:chgData name="Jorge Alejandro Bravo Pizarro" userId="866f4d59-4e3d-4420-8a8b-3d6ddbb5c639" providerId="ADAL" clId="{524D6C03-291C-4944-AD03-AE97280217EF}" dt="2024-06-05T14:51:05.918" v="450" actId="1076"/>
      <pc:docMkLst>
        <pc:docMk/>
      </pc:docMkLst>
      <pc:sldChg chg="addSp delSp modSp mod modCm">
        <pc:chgData name="Jorge Alejandro Bravo Pizarro" userId="866f4d59-4e3d-4420-8a8b-3d6ddbb5c639" providerId="ADAL" clId="{524D6C03-291C-4944-AD03-AE97280217EF}" dt="2024-06-05T14:29:31.378" v="279" actId="1076"/>
        <pc:sldMkLst>
          <pc:docMk/>
          <pc:sldMk cId="1136515697" sldId="2076137702"/>
        </pc:sldMkLst>
        <pc:spChg chg="add del mod">
          <ac:chgData name="Jorge Alejandro Bravo Pizarro" userId="866f4d59-4e3d-4420-8a8b-3d6ddbb5c639" providerId="ADAL" clId="{524D6C03-291C-4944-AD03-AE97280217EF}" dt="2024-06-05T14:28:33.836" v="271"/>
          <ac:spMkLst>
            <pc:docMk/>
            <pc:sldMk cId="1136515697" sldId="2076137702"/>
            <ac:spMk id="2" creationId="{20BC3918-4CF2-C3E7-92C5-24EA2E1983AF}"/>
          </ac:spMkLst>
        </pc:spChg>
        <pc:spChg chg="add mod">
          <ac:chgData name="Jorge Alejandro Bravo Pizarro" userId="866f4d59-4e3d-4420-8a8b-3d6ddbb5c639" providerId="ADAL" clId="{524D6C03-291C-4944-AD03-AE97280217EF}" dt="2024-06-05T14:29:31.378" v="279" actId="1076"/>
          <ac:spMkLst>
            <pc:docMk/>
            <pc:sldMk cId="1136515697" sldId="2076137702"/>
            <ac:spMk id="3" creationId="{2A7BF873-53DC-D508-8E6A-31A26DB43DA6}"/>
          </ac:spMkLst>
        </pc:spChg>
        <pc:picChg chg="del">
          <ac:chgData name="Jorge Alejandro Bravo Pizarro" userId="866f4d59-4e3d-4420-8a8b-3d6ddbb5c639" providerId="ADAL" clId="{524D6C03-291C-4944-AD03-AE97280217EF}" dt="2024-06-05T14:25:59.644" v="236" actId="478"/>
          <ac:picMkLst>
            <pc:docMk/>
            <pc:sldMk cId="1136515697" sldId="2076137702"/>
            <ac:picMk id="4" creationId="{7E0A5725-EB83-A829-7460-CA7FA618AF8E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Jorge Alejandro Bravo Pizarro" userId="866f4d59-4e3d-4420-8a8b-3d6ddbb5c639" providerId="ADAL" clId="{524D6C03-291C-4944-AD03-AE97280217EF}" dt="2024-06-05T14:25:59.803" v="237" actId="2056"/>
              <pc2:cmMkLst xmlns:pc2="http://schemas.microsoft.com/office/powerpoint/2019/9/main/command">
                <pc:docMk/>
                <pc:sldMk cId="1136515697" sldId="2076137702"/>
                <pc2:cmMk id="{E30EEDB4-A314-47FD-8D64-D776ED46A02F}"/>
              </pc2:cmMkLst>
            </pc226:cmChg>
          </p:ext>
        </pc:extLst>
      </pc:sldChg>
      <pc:sldChg chg="modSp mod">
        <pc:chgData name="Jorge Alejandro Bravo Pizarro" userId="866f4d59-4e3d-4420-8a8b-3d6ddbb5c639" providerId="ADAL" clId="{524D6C03-291C-4944-AD03-AE97280217EF}" dt="2024-06-05T14:25:56.320" v="235" actId="20577"/>
        <pc:sldMkLst>
          <pc:docMk/>
          <pc:sldMk cId="868812523" sldId="2076137703"/>
        </pc:sldMkLst>
        <pc:spChg chg="mod">
          <ac:chgData name="Jorge Alejandro Bravo Pizarro" userId="866f4d59-4e3d-4420-8a8b-3d6ddbb5c639" providerId="ADAL" clId="{524D6C03-291C-4944-AD03-AE97280217EF}" dt="2024-06-05T14:25:56.320" v="235" actId="20577"/>
          <ac:spMkLst>
            <pc:docMk/>
            <pc:sldMk cId="868812523" sldId="2076137703"/>
            <ac:spMk id="2" creationId="{A3C1683D-3F2C-514D-52C2-E5502AEA6BCB}"/>
          </ac:spMkLst>
        </pc:spChg>
      </pc:sldChg>
      <pc:sldChg chg="addSp delSp modSp mod modCm">
        <pc:chgData name="Jorge Alejandro Bravo Pizarro" userId="866f4d59-4e3d-4420-8a8b-3d6ddbb5c639" providerId="ADAL" clId="{524D6C03-291C-4944-AD03-AE97280217EF}" dt="2024-06-05T14:42:59.669" v="373" actId="12"/>
        <pc:sldMkLst>
          <pc:docMk/>
          <pc:sldMk cId="1943926825" sldId="2076137704"/>
        </pc:sldMkLst>
        <pc:spChg chg="mod">
          <ac:chgData name="Jorge Alejandro Bravo Pizarro" userId="866f4d59-4e3d-4420-8a8b-3d6ddbb5c639" providerId="ADAL" clId="{524D6C03-291C-4944-AD03-AE97280217EF}" dt="2024-06-05T14:42:59.669" v="373" actId="12"/>
          <ac:spMkLst>
            <pc:docMk/>
            <pc:sldMk cId="1943926825" sldId="2076137704"/>
            <ac:spMk id="2" creationId="{65692239-D7A4-8289-9A70-5DE5384D5E01}"/>
          </ac:spMkLst>
        </pc:spChg>
        <pc:spChg chg="add mod">
          <ac:chgData name="Jorge Alejandro Bravo Pizarro" userId="866f4d59-4e3d-4420-8a8b-3d6ddbb5c639" providerId="ADAL" clId="{524D6C03-291C-4944-AD03-AE97280217EF}" dt="2024-06-05T14:33:32.196" v="319" actId="20577"/>
          <ac:spMkLst>
            <pc:docMk/>
            <pc:sldMk cId="1943926825" sldId="2076137704"/>
            <ac:spMk id="3" creationId="{21C67940-C0A3-CF45-BF15-5740B4BE67E0}"/>
          </ac:spMkLst>
        </pc:spChg>
        <pc:spChg chg="add mod">
          <ac:chgData name="Jorge Alejandro Bravo Pizarro" userId="866f4d59-4e3d-4420-8a8b-3d6ddbb5c639" providerId="ADAL" clId="{524D6C03-291C-4944-AD03-AE97280217EF}" dt="2024-06-05T14:35:01.004" v="359"/>
          <ac:spMkLst>
            <pc:docMk/>
            <pc:sldMk cId="1943926825" sldId="2076137704"/>
            <ac:spMk id="4" creationId="{B6038E9E-B23E-B759-B8DE-12F66AD9AB91}"/>
          </ac:spMkLst>
        </pc:spChg>
        <pc:picChg chg="del">
          <ac:chgData name="Jorge Alejandro Bravo Pizarro" userId="866f4d59-4e3d-4420-8a8b-3d6ddbb5c639" providerId="ADAL" clId="{524D6C03-291C-4944-AD03-AE97280217EF}" dt="2024-06-05T14:31:16.944" v="300" actId="478"/>
          <ac:picMkLst>
            <pc:docMk/>
            <pc:sldMk cId="1943926825" sldId="2076137704"/>
            <ac:picMk id="2050" creationId="{3F21FD4D-CAA2-76D4-8B35-B7D0509C8200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Jorge Alejandro Bravo Pizarro" userId="866f4d59-4e3d-4420-8a8b-3d6ddbb5c639" providerId="ADAL" clId="{524D6C03-291C-4944-AD03-AE97280217EF}" dt="2024-06-05T14:31:16.957" v="301" actId="2056"/>
              <pc2:cmMkLst xmlns:pc2="http://schemas.microsoft.com/office/powerpoint/2019/9/main/command">
                <pc:docMk/>
                <pc:sldMk cId="1943926825" sldId="2076137704"/>
                <pc2:cmMk id="{EA16C70D-1923-4304-A5D8-45ADC65883D6}"/>
              </pc2:cmMkLst>
            </pc226:cmChg>
          </p:ext>
        </pc:extLst>
      </pc:sldChg>
      <pc:sldChg chg="modSp mod modCm">
        <pc:chgData name="Jorge Alejandro Bravo Pizarro" userId="866f4d59-4e3d-4420-8a8b-3d6ddbb5c639" providerId="ADAL" clId="{524D6C03-291C-4944-AD03-AE97280217EF}" dt="2024-06-05T14:19:45.859" v="64" actId="20577"/>
        <pc:sldMkLst>
          <pc:docMk/>
          <pc:sldMk cId="3167001994" sldId="2076137705"/>
        </pc:sldMkLst>
        <pc:spChg chg="mod">
          <ac:chgData name="Jorge Alejandro Bravo Pizarro" userId="866f4d59-4e3d-4420-8a8b-3d6ddbb5c639" providerId="ADAL" clId="{524D6C03-291C-4944-AD03-AE97280217EF}" dt="2024-06-05T14:19:28.936" v="1" actId="20577"/>
          <ac:spMkLst>
            <pc:docMk/>
            <pc:sldMk cId="3167001994" sldId="2076137705"/>
            <ac:spMk id="2" creationId="{972BB412-0761-08C0-91B5-7D184FDF0428}"/>
          </ac:spMkLst>
        </pc:spChg>
        <pc:spChg chg="mod">
          <ac:chgData name="Jorge Alejandro Bravo Pizarro" userId="866f4d59-4e3d-4420-8a8b-3d6ddbb5c639" providerId="ADAL" clId="{524D6C03-291C-4944-AD03-AE97280217EF}" dt="2024-06-05T14:19:45.859" v="64" actId="20577"/>
          <ac:spMkLst>
            <pc:docMk/>
            <pc:sldMk cId="3167001994" sldId="2076137705"/>
            <ac:spMk id="3" creationId="{317770C8-A12B-436B-AB8E-9FC2932E0DB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Jorge Alejandro Bravo Pizarro" userId="866f4d59-4e3d-4420-8a8b-3d6ddbb5c639" providerId="ADAL" clId="{524D6C03-291C-4944-AD03-AE97280217EF}" dt="2024-06-05T14:19:45.859" v="64" actId="20577"/>
              <pc2:cmMkLst xmlns:pc2="http://schemas.microsoft.com/office/powerpoint/2019/9/main/command">
                <pc:docMk/>
                <pc:sldMk cId="3167001994" sldId="2076137705"/>
                <pc2:cmMk id="{6ACC9BD5-3395-4EED-95E2-0F111C252A4D}"/>
              </pc2:cmMkLst>
            </pc226:cmChg>
          </p:ext>
        </pc:extLst>
      </pc:sldChg>
      <pc:sldChg chg="addSp delSp modSp mod">
        <pc:chgData name="Jorge Alejandro Bravo Pizarro" userId="866f4d59-4e3d-4420-8a8b-3d6ddbb5c639" providerId="ADAL" clId="{524D6C03-291C-4944-AD03-AE97280217EF}" dt="2024-06-05T14:25:30.759" v="212" actId="20577"/>
        <pc:sldMkLst>
          <pc:docMk/>
          <pc:sldMk cId="2328334949" sldId="2076137706"/>
        </pc:sldMkLst>
        <pc:spChg chg="mod">
          <ac:chgData name="Jorge Alejandro Bravo Pizarro" userId="866f4d59-4e3d-4420-8a8b-3d6ddbb5c639" providerId="ADAL" clId="{524D6C03-291C-4944-AD03-AE97280217EF}" dt="2024-06-05T14:25:30.759" v="212" actId="20577"/>
          <ac:spMkLst>
            <pc:docMk/>
            <pc:sldMk cId="2328334949" sldId="2076137706"/>
            <ac:spMk id="3" creationId="{E13EDA60-EA13-DE58-247C-0BA1927DF33E}"/>
          </ac:spMkLst>
        </pc:spChg>
        <pc:spChg chg="add del mod">
          <ac:chgData name="Jorge Alejandro Bravo Pizarro" userId="866f4d59-4e3d-4420-8a8b-3d6ddbb5c639" providerId="ADAL" clId="{524D6C03-291C-4944-AD03-AE97280217EF}" dt="2024-06-05T14:20:15.244" v="97"/>
          <ac:spMkLst>
            <pc:docMk/>
            <pc:sldMk cId="2328334949" sldId="2076137706"/>
            <ac:spMk id="4" creationId="{242AF140-04F9-37F3-F72E-749FAE581430}"/>
          </ac:spMkLst>
        </pc:spChg>
        <pc:spChg chg="add del mod">
          <ac:chgData name="Jorge Alejandro Bravo Pizarro" userId="866f4d59-4e3d-4420-8a8b-3d6ddbb5c639" providerId="ADAL" clId="{524D6C03-291C-4944-AD03-AE97280217EF}" dt="2024-06-05T14:20:16.271" v="99"/>
          <ac:spMkLst>
            <pc:docMk/>
            <pc:sldMk cId="2328334949" sldId="2076137706"/>
            <ac:spMk id="5" creationId="{16AF99DC-C7D1-C468-B48D-E56E2418C25C}"/>
          </ac:spMkLst>
        </pc:spChg>
        <pc:spChg chg="add del mod">
          <ac:chgData name="Jorge Alejandro Bravo Pizarro" userId="866f4d59-4e3d-4420-8a8b-3d6ddbb5c639" providerId="ADAL" clId="{524D6C03-291C-4944-AD03-AE97280217EF}" dt="2024-06-05T14:20:32.021" v="114"/>
          <ac:spMkLst>
            <pc:docMk/>
            <pc:sldMk cId="2328334949" sldId="2076137706"/>
            <ac:spMk id="6" creationId="{8DB14618-48DE-F118-9C71-46E63C2EDFEE}"/>
          </ac:spMkLst>
        </pc:spChg>
      </pc:sldChg>
      <pc:sldChg chg="modSp mod">
        <pc:chgData name="Jorge Alejandro Bravo Pizarro" userId="866f4d59-4e3d-4420-8a8b-3d6ddbb5c639" providerId="ADAL" clId="{524D6C03-291C-4944-AD03-AE97280217EF}" dt="2024-06-05T14:29:43.599" v="291" actId="20577"/>
        <pc:sldMkLst>
          <pc:docMk/>
          <pc:sldMk cId="3736436638" sldId="2076137707"/>
        </pc:sldMkLst>
        <pc:spChg chg="mod">
          <ac:chgData name="Jorge Alejandro Bravo Pizarro" userId="866f4d59-4e3d-4420-8a8b-3d6ddbb5c639" providerId="ADAL" clId="{524D6C03-291C-4944-AD03-AE97280217EF}" dt="2024-06-05T14:29:43.599" v="291" actId="20577"/>
          <ac:spMkLst>
            <pc:docMk/>
            <pc:sldMk cId="3736436638" sldId="2076137707"/>
            <ac:spMk id="2" creationId="{A3C1683D-3F2C-514D-52C2-E5502AEA6BCB}"/>
          </ac:spMkLst>
        </pc:spChg>
      </pc:sldChg>
      <pc:sldChg chg="addSp modSp mod">
        <pc:chgData name="Jorge Alejandro Bravo Pizarro" userId="866f4d59-4e3d-4420-8a8b-3d6ddbb5c639" providerId="ADAL" clId="{524D6C03-291C-4944-AD03-AE97280217EF}" dt="2024-06-05T14:30:58.486" v="299" actId="20577"/>
        <pc:sldMkLst>
          <pc:docMk/>
          <pc:sldMk cId="829328944" sldId="2076137708"/>
        </pc:sldMkLst>
        <pc:spChg chg="add mod">
          <ac:chgData name="Jorge Alejandro Bravo Pizarro" userId="866f4d59-4e3d-4420-8a8b-3d6ddbb5c639" providerId="ADAL" clId="{524D6C03-291C-4944-AD03-AE97280217EF}" dt="2024-06-05T14:30:58.486" v="299" actId="20577"/>
          <ac:spMkLst>
            <pc:docMk/>
            <pc:sldMk cId="829328944" sldId="2076137708"/>
            <ac:spMk id="3" creationId="{41EA7C5A-B8A2-74CE-3F3C-D46254F8EDEF}"/>
          </ac:spMkLst>
        </pc:spChg>
      </pc:sldChg>
      <pc:sldChg chg="addSp delSp modSp mod">
        <pc:chgData name="Jorge Alejandro Bravo Pizarro" userId="866f4d59-4e3d-4420-8a8b-3d6ddbb5c639" providerId="ADAL" clId="{524D6C03-291C-4944-AD03-AE97280217EF}" dt="2024-06-05T14:46:24.126" v="403" actId="12"/>
        <pc:sldMkLst>
          <pc:docMk/>
          <pc:sldMk cId="694389719" sldId="2076137709"/>
        </pc:sldMkLst>
        <pc:spChg chg="add del mod">
          <ac:chgData name="Jorge Alejandro Bravo Pizarro" userId="866f4d59-4e3d-4420-8a8b-3d6ddbb5c639" providerId="ADAL" clId="{524D6C03-291C-4944-AD03-AE97280217EF}" dt="2024-06-05T14:45:33.071" v="401"/>
          <ac:spMkLst>
            <pc:docMk/>
            <pc:sldMk cId="694389719" sldId="2076137709"/>
            <ac:spMk id="3" creationId="{62A7D5B7-D664-FB3A-9715-6D3B0AE668C5}"/>
          </ac:spMkLst>
        </pc:spChg>
        <pc:spChg chg="add mod">
          <ac:chgData name="Jorge Alejandro Bravo Pizarro" userId="866f4d59-4e3d-4420-8a8b-3d6ddbb5c639" providerId="ADAL" clId="{524D6C03-291C-4944-AD03-AE97280217EF}" dt="2024-06-05T14:46:24.126" v="403" actId="12"/>
          <ac:spMkLst>
            <pc:docMk/>
            <pc:sldMk cId="694389719" sldId="2076137709"/>
            <ac:spMk id="4" creationId="{9823DD53-074A-AD44-7078-7DFF5F00BB41}"/>
          </ac:spMkLst>
        </pc:spChg>
      </pc:sldChg>
      <pc:sldChg chg="addSp modSp mod">
        <pc:chgData name="Jorge Alejandro Bravo Pizarro" userId="866f4d59-4e3d-4420-8a8b-3d6ddbb5c639" providerId="ADAL" clId="{524D6C03-291C-4944-AD03-AE97280217EF}" dt="2024-06-05T14:49:45.935" v="433" actId="1076"/>
        <pc:sldMkLst>
          <pc:docMk/>
          <pc:sldMk cId="3734186721" sldId="2076137710"/>
        </pc:sldMkLst>
        <pc:spChg chg="add mod">
          <ac:chgData name="Jorge Alejandro Bravo Pizarro" userId="866f4d59-4e3d-4420-8a8b-3d6ddbb5c639" providerId="ADAL" clId="{524D6C03-291C-4944-AD03-AE97280217EF}" dt="2024-06-05T14:49:45.935" v="433" actId="1076"/>
          <ac:spMkLst>
            <pc:docMk/>
            <pc:sldMk cId="3734186721" sldId="2076137710"/>
            <ac:spMk id="3" creationId="{6FB5D704-7EC5-2FD6-69CA-90F1F6A87857}"/>
          </ac:spMkLst>
        </pc:spChg>
      </pc:sldChg>
      <pc:sldChg chg="addSp delSp modSp mod">
        <pc:chgData name="Jorge Alejandro Bravo Pizarro" userId="866f4d59-4e3d-4420-8a8b-3d6ddbb5c639" providerId="ADAL" clId="{524D6C03-291C-4944-AD03-AE97280217EF}" dt="2024-06-05T14:50:33.666" v="443" actId="123"/>
        <pc:sldMkLst>
          <pc:docMk/>
          <pc:sldMk cId="571905608" sldId="2076137711"/>
        </pc:sldMkLst>
        <pc:spChg chg="del mod">
          <ac:chgData name="Jorge Alejandro Bravo Pizarro" userId="866f4d59-4e3d-4420-8a8b-3d6ddbb5c639" providerId="ADAL" clId="{524D6C03-291C-4944-AD03-AE97280217EF}" dt="2024-06-05T14:50:07.239" v="436" actId="478"/>
          <ac:spMkLst>
            <pc:docMk/>
            <pc:sldMk cId="571905608" sldId="2076137711"/>
            <ac:spMk id="2" creationId="{A3C1683D-3F2C-514D-52C2-E5502AEA6BCB}"/>
          </ac:spMkLst>
        </pc:spChg>
        <pc:spChg chg="add del mod">
          <ac:chgData name="Jorge Alejandro Bravo Pizarro" userId="866f4d59-4e3d-4420-8a8b-3d6ddbb5c639" providerId="ADAL" clId="{524D6C03-291C-4944-AD03-AE97280217EF}" dt="2024-06-05T14:50:08.980" v="437" actId="478"/>
          <ac:spMkLst>
            <pc:docMk/>
            <pc:sldMk cId="571905608" sldId="2076137711"/>
            <ac:spMk id="4" creationId="{A5A65666-52CB-26E0-A4CF-73EE85FF115E}"/>
          </ac:spMkLst>
        </pc:spChg>
        <pc:spChg chg="add mod">
          <ac:chgData name="Jorge Alejandro Bravo Pizarro" userId="866f4d59-4e3d-4420-8a8b-3d6ddbb5c639" providerId="ADAL" clId="{524D6C03-291C-4944-AD03-AE97280217EF}" dt="2024-06-05T14:50:33.666" v="443" actId="123"/>
          <ac:spMkLst>
            <pc:docMk/>
            <pc:sldMk cId="571905608" sldId="2076137711"/>
            <ac:spMk id="5" creationId="{A8789196-F472-F410-1820-3749FCB90315}"/>
          </ac:spMkLst>
        </pc:spChg>
      </pc:sldChg>
      <pc:sldChg chg="addSp delSp modSp mod">
        <pc:chgData name="Jorge Alejandro Bravo Pizarro" userId="866f4d59-4e3d-4420-8a8b-3d6ddbb5c639" providerId="ADAL" clId="{524D6C03-291C-4944-AD03-AE97280217EF}" dt="2024-06-05T14:47:37.339" v="415" actId="14100"/>
        <pc:sldMkLst>
          <pc:docMk/>
          <pc:sldMk cId="536104298" sldId="2076137713"/>
        </pc:sldMkLst>
        <pc:spChg chg="add mod">
          <ac:chgData name="Jorge Alejandro Bravo Pizarro" userId="866f4d59-4e3d-4420-8a8b-3d6ddbb5c639" providerId="ADAL" clId="{524D6C03-291C-4944-AD03-AE97280217EF}" dt="2024-06-05T14:47:37.339" v="415" actId="14100"/>
          <ac:spMkLst>
            <pc:docMk/>
            <pc:sldMk cId="536104298" sldId="2076137713"/>
            <ac:spMk id="2" creationId="{586DDEB3-B320-CE5D-2869-B75C2BE5A0A4}"/>
          </ac:spMkLst>
        </pc:spChg>
        <pc:spChg chg="del">
          <ac:chgData name="Jorge Alejandro Bravo Pizarro" userId="866f4d59-4e3d-4420-8a8b-3d6ddbb5c639" providerId="ADAL" clId="{524D6C03-291C-4944-AD03-AE97280217EF}" dt="2024-06-05T14:47:01.181" v="407" actId="478"/>
          <ac:spMkLst>
            <pc:docMk/>
            <pc:sldMk cId="536104298" sldId="2076137713"/>
            <ac:spMk id="4" creationId="{50FEBFAF-F16F-D3D3-04EB-C957FF331333}"/>
          </ac:spMkLst>
        </pc:spChg>
        <pc:spChg chg="del">
          <ac:chgData name="Jorge Alejandro Bravo Pizarro" userId="866f4d59-4e3d-4420-8a8b-3d6ddbb5c639" providerId="ADAL" clId="{524D6C03-291C-4944-AD03-AE97280217EF}" dt="2024-06-05T14:47:02.603" v="408" actId="478"/>
          <ac:spMkLst>
            <pc:docMk/>
            <pc:sldMk cId="536104298" sldId="2076137713"/>
            <ac:spMk id="5" creationId="{396D43B6-C001-8635-3ECC-22C243D08BBD}"/>
          </ac:spMkLst>
        </pc:spChg>
        <pc:spChg chg="del mod">
          <ac:chgData name="Jorge Alejandro Bravo Pizarro" userId="866f4d59-4e3d-4420-8a8b-3d6ddbb5c639" providerId="ADAL" clId="{524D6C03-291C-4944-AD03-AE97280217EF}" dt="2024-06-05T14:46:57.794" v="405" actId="478"/>
          <ac:spMkLst>
            <pc:docMk/>
            <pc:sldMk cId="536104298" sldId="2076137713"/>
            <ac:spMk id="6" creationId="{C5827CDD-A6E4-25EA-3A20-58D43697366D}"/>
          </ac:spMkLst>
        </pc:spChg>
        <pc:spChg chg="del">
          <ac:chgData name="Jorge Alejandro Bravo Pizarro" userId="866f4d59-4e3d-4420-8a8b-3d6ddbb5c639" providerId="ADAL" clId="{524D6C03-291C-4944-AD03-AE97280217EF}" dt="2024-06-05T14:46:59.706" v="406" actId="478"/>
          <ac:spMkLst>
            <pc:docMk/>
            <pc:sldMk cId="536104298" sldId="2076137713"/>
            <ac:spMk id="7" creationId="{22E3879B-FFF9-187A-E988-98E80FBEF22E}"/>
          </ac:spMkLst>
        </pc:spChg>
      </pc:sldChg>
      <pc:sldChg chg="del">
        <pc:chgData name="Jorge Alejandro Bravo Pizarro" userId="866f4d59-4e3d-4420-8a8b-3d6ddbb5c639" providerId="ADAL" clId="{524D6C03-291C-4944-AD03-AE97280217EF}" dt="2024-06-05T14:49:52.706" v="434" actId="2696"/>
        <pc:sldMkLst>
          <pc:docMk/>
          <pc:sldMk cId="4073713596" sldId="2076137714"/>
        </pc:sldMkLst>
      </pc:sldChg>
      <pc:sldChg chg="del">
        <pc:chgData name="Jorge Alejandro Bravo Pizarro" userId="866f4d59-4e3d-4420-8a8b-3d6ddbb5c639" providerId="ADAL" clId="{524D6C03-291C-4944-AD03-AE97280217EF}" dt="2024-06-05T14:50:44.639" v="444" actId="2696"/>
        <pc:sldMkLst>
          <pc:docMk/>
          <pc:sldMk cId="3308352145" sldId="2076137715"/>
        </pc:sldMkLst>
      </pc:sldChg>
      <pc:sldChg chg="addSp delSp modSp mod">
        <pc:chgData name="Jorge Alejandro Bravo Pizarro" userId="866f4d59-4e3d-4420-8a8b-3d6ddbb5c639" providerId="ADAL" clId="{524D6C03-291C-4944-AD03-AE97280217EF}" dt="2024-06-05T14:35:37.778" v="369" actId="242"/>
        <pc:sldMkLst>
          <pc:docMk/>
          <pc:sldMk cId="2456185182" sldId="2076137716"/>
        </pc:sldMkLst>
        <pc:spChg chg="del mod">
          <ac:chgData name="Jorge Alejandro Bravo Pizarro" userId="866f4d59-4e3d-4420-8a8b-3d6ddbb5c639" providerId="ADAL" clId="{524D6C03-291C-4944-AD03-AE97280217EF}" dt="2024-06-05T14:35:15.529" v="362" actId="478"/>
          <ac:spMkLst>
            <pc:docMk/>
            <pc:sldMk cId="2456185182" sldId="2076137716"/>
            <ac:spMk id="2" creationId="{65692239-D7A4-8289-9A70-5DE5384D5E01}"/>
          </ac:spMkLst>
        </pc:spChg>
        <pc:spChg chg="add mod">
          <ac:chgData name="Jorge Alejandro Bravo Pizarro" userId="866f4d59-4e3d-4420-8a8b-3d6ddbb5c639" providerId="ADAL" clId="{524D6C03-291C-4944-AD03-AE97280217EF}" dt="2024-06-05T14:35:37.778" v="369" actId="242"/>
          <ac:spMkLst>
            <pc:docMk/>
            <pc:sldMk cId="2456185182" sldId="2076137716"/>
            <ac:spMk id="4" creationId="{D7802C0A-C92E-A141-2177-66DDE9234D53}"/>
          </ac:spMkLst>
        </pc:spChg>
        <pc:picChg chg="del">
          <ac:chgData name="Jorge Alejandro Bravo Pizarro" userId="866f4d59-4e3d-4420-8a8b-3d6ddbb5c639" providerId="ADAL" clId="{524D6C03-291C-4944-AD03-AE97280217EF}" dt="2024-06-05T14:35:11.259" v="360" actId="478"/>
          <ac:picMkLst>
            <pc:docMk/>
            <pc:sldMk cId="2456185182" sldId="2076137716"/>
            <ac:picMk id="3074" creationId="{0E5561CE-0A7C-B717-8D59-304DF82310BC}"/>
          </ac:picMkLst>
        </pc:picChg>
      </pc:sldChg>
      <pc:sldChg chg="modSp mod">
        <pc:chgData name="Jorge Alejandro Bravo Pizarro" userId="866f4d59-4e3d-4420-8a8b-3d6ddbb5c639" providerId="ADAL" clId="{524D6C03-291C-4944-AD03-AE97280217EF}" dt="2024-06-05T14:29:23.614" v="278" actId="20577"/>
        <pc:sldMkLst>
          <pc:docMk/>
          <pc:sldMk cId="2546042947" sldId="2076137717"/>
        </pc:sldMkLst>
        <pc:spChg chg="mod">
          <ac:chgData name="Jorge Alejandro Bravo Pizarro" userId="866f4d59-4e3d-4420-8a8b-3d6ddbb5c639" providerId="ADAL" clId="{524D6C03-291C-4944-AD03-AE97280217EF}" dt="2024-06-05T14:29:23.614" v="278" actId="20577"/>
          <ac:spMkLst>
            <pc:docMk/>
            <pc:sldMk cId="2546042947" sldId="2076137717"/>
            <ac:spMk id="3" creationId="{E13EDA60-EA13-DE58-247C-0BA1927DF33E}"/>
          </ac:spMkLst>
        </pc:spChg>
      </pc:sldChg>
      <pc:sldChg chg="del">
        <pc:chgData name="Jorge Alejandro Bravo Pizarro" userId="866f4d59-4e3d-4420-8a8b-3d6ddbb5c639" providerId="ADAL" clId="{524D6C03-291C-4944-AD03-AE97280217EF}" dt="2024-06-05T14:50:49.254" v="445" actId="2696"/>
        <pc:sldMkLst>
          <pc:docMk/>
          <pc:sldMk cId="729372892" sldId="2076137718"/>
        </pc:sldMkLst>
      </pc:sldChg>
      <pc:sldChg chg="addSp delSp modSp mod">
        <pc:chgData name="Jorge Alejandro Bravo Pizarro" userId="866f4d59-4e3d-4420-8a8b-3d6ddbb5c639" providerId="ADAL" clId="{524D6C03-291C-4944-AD03-AE97280217EF}" dt="2024-06-05T14:51:05.918" v="450" actId="1076"/>
        <pc:sldMkLst>
          <pc:docMk/>
          <pc:sldMk cId="3564780999" sldId="2076137719"/>
        </pc:sldMkLst>
        <pc:spChg chg="del">
          <ac:chgData name="Jorge Alejandro Bravo Pizarro" userId="866f4d59-4e3d-4420-8a8b-3d6ddbb5c639" providerId="ADAL" clId="{524D6C03-291C-4944-AD03-AE97280217EF}" dt="2024-06-05T14:51:00.733" v="447" actId="478"/>
          <ac:spMkLst>
            <pc:docMk/>
            <pc:sldMk cId="3564780999" sldId="2076137719"/>
            <ac:spMk id="2" creationId="{79ED2681-8786-9A29-3A17-818CEFDCEBE8}"/>
          </ac:spMkLst>
        </pc:spChg>
        <pc:spChg chg="del">
          <ac:chgData name="Jorge Alejandro Bravo Pizarro" userId="866f4d59-4e3d-4420-8a8b-3d6ddbb5c639" providerId="ADAL" clId="{524D6C03-291C-4944-AD03-AE97280217EF}" dt="2024-06-05T14:50:58.306" v="446" actId="478"/>
          <ac:spMkLst>
            <pc:docMk/>
            <pc:sldMk cId="3564780999" sldId="2076137719"/>
            <ac:spMk id="3" creationId="{ED6698C0-0CA4-157D-BCF1-AB90DBD86803}"/>
          </ac:spMkLst>
        </pc:spChg>
        <pc:picChg chg="add mod">
          <ac:chgData name="Jorge Alejandro Bravo Pizarro" userId="866f4d59-4e3d-4420-8a8b-3d6ddbb5c639" providerId="ADAL" clId="{524D6C03-291C-4944-AD03-AE97280217EF}" dt="2024-06-05T14:51:05.918" v="450" actId="1076"/>
          <ac:picMkLst>
            <pc:docMk/>
            <pc:sldMk cId="3564780999" sldId="2076137719"/>
            <ac:picMk id="4" creationId="{FF006F95-BE4A-D449-9BE0-8FB091153E4A}"/>
          </ac:picMkLst>
        </pc:picChg>
      </pc:sldChg>
      <pc:sldChg chg="modSp add mod ord">
        <pc:chgData name="Jorge Alejandro Bravo Pizarro" userId="866f4d59-4e3d-4420-8a8b-3d6ddbb5c639" providerId="ADAL" clId="{524D6C03-291C-4944-AD03-AE97280217EF}" dt="2024-06-05T14:43:21.091" v="382" actId="20577"/>
        <pc:sldMkLst>
          <pc:docMk/>
          <pc:sldMk cId="907486124" sldId="2076137720"/>
        </pc:sldMkLst>
        <pc:spChg chg="mod">
          <ac:chgData name="Jorge Alejandro Bravo Pizarro" userId="866f4d59-4e3d-4420-8a8b-3d6ddbb5c639" providerId="ADAL" clId="{524D6C03-291C-4944-AD03-AE97280217EF}" dt="2024-06-05T14:43:21.091" v="382" actId="20577"/>
          <ac:spMkLst>
            <pc:docMk/>
            <pc:sldMk cId="907486124" sldId="2076137720"/>
            <ac:spMk id="2" creationId="{A3C1683D-3F2C-514D-52C2-E5502AEA6BCB}"/>
          </ac:spMkLst>
        </pc:spChg>
      </pc:sldChg>
      <pc:sldChg chg="modSp add mod ord">
        <pc:chgData name="Jorge Alejandro Bravo Pizarro" userId="866f4d59-4e3d-4420-8a8b-3d6ddbb5c639" providerId="ADAL" clId="{524D6C03-291C-4944-AD03-AE97280217EF}" dt="2024-06-05T14:49:22.747" v="428" actId="20577"/>
        <pc:sldMkLst>
          <pc:docMk/>
          <pc:sldMk cId="624138457" sldId="2076137721"/>
        </pc:sldMkLst>
        <pc:spChg chg="mod">
          <ac:chgData name="Jorge Alejandro Bravo Pizarro" userId="866f4d59-4e3d-4420-8a8b-3d6ddbb5c639" providerId="ADAL" clId="{524D6C03-291C-4944-AD03-AE97280217EF}" dt="2024-06-05T14:49:22.747" v="428" actId="20577"/>
          <ac:spMkLst>
            <pc:docMk/>
            <pc:sldMk cId="624138457" sldId="2076137721"/>
            <ac:spMk id="2" creationId="{A3C1683D-3F2C-514D-52C2-E5502AEA6BCB}"/>
          </ac:spMkLst>
        </pc:spChg>
      </pc:sldChg>
    </pc:docChg>
  </pc:docChgLst>
  <pc:docChgLst>
    <pc:chgData name="César Díaz" userId="ed34fad7-0c20-4e51-b35e-19bd778b9593" providerId="ADAL" clId="{6AA14F88-E02C-4444-8F5B-F91059C2D162}"/>
    <pc:docChg chg="undo custSel addSld delSld modSld sldOrd modMainMaster">
      <pc:chgData name="César Díaz" userId="ed34fad7-0c20-4e51-b35e-19bd778b9593" providerId="ADAL" clId="{6AA14F88-E02C-4444-8F5B-F91059C2D162}" dt="2023-08-05T09:40:54.473" v="265"/>
      <pc:docMkLst>
        <pc:docMk/>
      </pc:docMkLst>
      <pc:sldChg chg="modSp del mod">
        <pc:chgData name="César Díaz" userId="ed34fad7-0c20-4e51-b35e-19bd778b9593" providerId="ADAL" clId="{6AA14F88-E02C-4444-8F5B-F91059C2D162}" dt="2023-08-05T08:21:58.323" v="103" actId="2696"/>
        <pc:sldMkLst>
          <pc:docMk/>
          <pc:sldMk cId="2180290103" sldId="263"/>
        </pc:sldMkLst>
        <pc:spChg chg="mod">
          <ac:chgData name="César Díaz" userId="ed34fad7-0c20-4e51-b35e-19bd778b9593" providerId="ADAL" clId="{6AA14F88-E02C-4444-8F5B-F91059C2D162}" dt="2023-08-05T08:15:33.819" v="4" actId="242"/>
          <ac:spMkLst>
            <pc:docMk/>
            <pc:sldMk cId="2180290103" sldId="263"/>
            <ac:spMk id="2" creationId="{1C4898CC-2EB7-701E-6844-7482F6FA4A69}"/>
          </ac:spMkLst>
        </pc:spChg>
      </pc:sldChg>
      <pc:sldChg chg="del">
        <pc:chgData name="César Díaz" userId="ed34fad7-0c20-4e51-b35e-19bd778b9593" providerId="ADAL" clId="{6AA14F88-E02C-4444-8F5B-F91059C2D162}" dt="2023-08-05T08:21:18.507" v="97" actId="2696"/>
        <pc:sldMkLst>
          <pc:docMk/>
          <pc:sldMk cId="2380871566" sldId="2076137697"/>
        </pc:sldMkLst>
      </pc:sldChg>
      <pc:sldChg chg="delSp mod">
        <pc:chgData name="César Díaz" userId="ed34fad7-0c20-4e51-b35e-19bd778b9593" providerId="ADAL" clId="{6AA14F88-E02C-4444-8F5B-F91059C2D162}" dt="2023-08-05T08:14:58.901" v="2" actId="478"/>
        <pc:sldMkLst>
          <pc:docMk/>
          <pc:sldMk cId="242947854" sldId="2076137701"/>
        </pc:sldMkLst>
        <pc:spChg chg="del">
          <ac:chgData name="César Díaz" userId="ed34fad7-0c20-4e51-b35e-19bd778b9593" providerId="ADAL" clId="{6AA14F88-E02C-4444-8F5B-F91059C2D162}" dt="2023-08-05T08:14:58.901" v="2" actId="478"/>
          <ac:spMkLst>
            <pc:docMk/>
            <pc:sldMk cId="242947854" sldId="2076137701"/>
            <ac:spMk id="7" creationId="{E40272B1-8C74-F64E-B653-A5E8C7533142}"/>
          </ac:spMkLst>
        </pc:spChg>
        <pc:picChg chg="del">
          <ac:chgData name="César Díaz" userId="ed34fad7-0c20-4e51-b35e-19bd778b9593" providerId="ADAL" clId="{6AA14F88-E02C-4444-8F5B-F91059C2D162}" dt="2023-08-05T08:14:47.675" v="1" actId="478"/>
          <ac:picMkLst>
            <pc:docMk/>
            <pc:sldMk cId="242947854" sldId="2076137701"/>
            <ac:picMk id="6" creationId="{47099FD4-1A24-DB53-BEB8-EE041AE5C18C}"/>
          </ac:picMkLst>
        </pc:picChg>
      </pc:sldChg>
      <pc:sldChg chg="new">
        <pc:chgData name="César Díaz" userId="ed34fad7-0c20-4e51-b35e-19bd778b9593" providerId="ADAL" clId="{6AA14F88-E02C-4444-8F5B-F91059C2D162}" dt="2023-08-05T08:21:26.339" v="98" actId="680"/>
        <pc:sldMkLst>
          <pc:docMk/>
          <pc:sldMk cId="1136515697" sldId="2076137702"/>
        </pc:sldMkLst>
      </pc:sldChg>
      <pc:sldChg chg="new">
        <pc:chgData name="César Díaz" userId="ed34fad7-0c20-4e51-b35e-19bd778b9593" providerId="ADAL" clId="{6AA14F88-E02C-4444-8F5B-F91059C2D162}" dt="2023-08-05T08:21:31.335" v="99" actId="680"/>
        <pc:sldMkLst>
          <pc:docMk/>
          <pc:sldMk cId="868812523" sldId="2076137703"/>
        </pc:sldMkLst>
      </pc:sldChg>
      <pc:sldChg chg="new ord">
        <pc:chgData name="César Díaz" userId="ed34fad7-0c20-4e51-b35e-19bd778b9593" providerId="ADAL" clId="{6AA14F88-E02C-4444-8F5B-F91059C2D162}" dt="2023-08-05T08:21:41.090" v="102"/>
        <pc:sldMkLst>
          <pc:docMk/>
          <pc:sldMk cId="1943926825" sldId="2076137704"/>
        </pc:sldMkLst>
      </pc:sldChg>
      <pc:sldChg chg="modSp new mod ord">
        <pc:chgData name="César Díaz" userId="ed34fad7-0c20-4e51-b35e-19bd778b9593" providerId="ADAL" clId="{6AA14F88-E02C-4444-8F5B-F91059C2D162}" dt="2023-08-05T08:32:15.067" v="108" actId="27636"/>
        <pc:sldMkLst>
          <pc:docMk/>
          <pc:sldMk cId="3167001994" sldId="2076137705"/>
        </pc:sldMkLst>
        <pc:spChg chg="mod">
          <ac:chgData name="César Díaz" userId="ed34fad7-0c20-4e51-b35e-19bd778b9593" providerId="ADAL" clId="{6AA14F88-E02C-4444-8F5B-F91059C2D162}" dt="2023-08-05T08:32:15.067" v="108" actId="27636"/>
          <ac:spMkLst>
            <pc:docMk/>
            <pc:sldMk cId="3167001994" sldId="2076137705"/>
            <ac:spMk id="2" creationId="{972BB412-0761-08C0-91B5-7D184FDF0428}"/>
          </ac:spMkLst>
        </pc:spChg>
      </pc:sldChg>
      <pc:sldChg chg="modSp new mod ord">
        <pc:chgData name="César Díaz" userId="ed34fad7-0c20-4e51-b35e-19bd778b9593" providerId="ADAL" clId="{6AA14F88-E02C-4444-8F5B-F91059C2D162}" dt="2023-08-05T09:40:54.473" v="265"/>
        <pc:sldMkLst>
          <pc:docMk/>
          <pc:sldMk cId="2328334949" sldId="2076137706"/>
        </pc:sldMkLst>
        <pc:spChg chg="mod">
          <ac:chgData name="César Díaz" userId="ed34fad7-0c20-4e51-b35e-19bd778b9593" providerId="ADAL" clId="{6AA14F88-E02C-4444-8F5B-F91059C2D162}" dt="2023-08-05T09:40:54.473" v="265"/>
          <ac:spMkLst>
            <pc:docMk/>
            <pc:sldMk cId="2328334949" sldId="2076137706"/>
            <ac:spMk id="2" creationId="{B6EFDCBE-E499-3103-92A5-28F5D6427A64}"/>
          </ac:spMkLst>
        </pc:spChg>
      </pc:sldChg>
      <pc:sldChg chg="del">
        <pc:chgData name="César Díaz" userId="ed34fad7-0c20-4e51-b35e-19bd778b9593" providerId="ADAL" clId="{6AA14F88-E02C-4444-8F5B-F91059C2D162}" dt="2023-08-05T08:21:18.507" v="97" actId="2696"/>
        <pc:sldMkLst>
          <pc:docMk/>
          <pc:sldMk cId="3093188721" sldId="2076137721"/>
        </pc:sldMkLst>
      </pc:sldChg>
      <pc:sldChg chg="new del">
        <pc:chgData name="César Díaz" userId="ed34fad7-0c20-4e51-b35e-19bd778b9593" providerId="ADAL" clId="{6AA14F88-E02C-4444-8F5B-F91059C2D162}" dt="2023-08-05T08:21:18.507" v="97" actId="2696"/>
        <pc:sldMkLst>
          <pc:docMk/>
          <pc:sldMk cId="824086885" sldId="2076137722"/>
        </pc:sldMkLst>
      </pc:sldChg>
      <pc:sldChg chg="del">
        <pc:chgData name="César Díaz" userId="ed34fad7-0c20-4e51-b35e-19bd778b9593" providerId="ADAL" clId="{6AA14F88-E02C-4444-8F5B-F91059C2D162}" dt="2023-08-05T08:14:27.881" v="0" actId="2696"/>
        <pc:sldMkLst>
          <pc:docMk/>
          <pc:sldMk cId="2375113497" sldId="2076137722"/>
        </pc:sldMkLst>
      </pc:sldChg>
      <pc:sldChg chg="del">
        <pc:chgData name="César Díaz" userId="ed34fad7-0c20-4e51-b35e-19bd778b9593" providerId="ADAL" clId="{6AA14F88-E02C-4444-8F5B-F91059C2D162}" dt="2023-08-05T08:14:27.881" v="0" actId="2696"/>
        <pc:sldMkLst>
          <pc:docMk/>
          <pc:sldMk cId="2561145371" sldId="2076137723"/>
        </pc:sldMkLst>
      </pc:sldChg>
      <pc:sldChg chg="del">
        <pc:chgData name="César Díaz" userId="ed34fad7-0c20-4e51-b35e-19bd778b9593" providerId="ADAL" clId="{6AA14F88-E02C-4444-8F5B-F91059C2D162}" dt="2023-08-05T08:14:27.881" v="0" actId="2696"/>
        <pc:sldMkLst>
          <pc:docMk/>
          <pc:sldMk cId="1882251725" sldId="2076137724"/>
        </pc:sldMkLst>
      </pc:sldChg>
      <pc:sldChg chg="del">
        <pc:chgData name="César Díaz" userId="ed34fad7-0c20-4e51-b35e-19bd778b9593" providerId="ADAL" clId="{6AA14F88-E02C-4444-8F5B-F91059C2D162}" dt="2023-08-05T08:14:27.881" v="0" actId="2696"/>
        <pc:sldMkLst>
          <pc:docMk/>
          <pc:sldMk cId="720776564" sldId="2076137725"/>
        </pc:sldMkLst>
      </pc:sldChg>
      <pc:sldChg chg="del">
        <pc:chgData name="César Díaz" userId="ed34fad7-0c20-4e51-b35e-19bd778b9593" providerId="ADAL" clId="{6AA14F88-E02C-4444-8F5B-F91059C2D162}" dt="2023-08-05T08:14:27.881" v="0" actId="2696"/>
        <pc:sldMkLst>
          <pc:docMk/>
          <pc:sldMk cId="2090911809" sldId="2076137726"/>
        </pc:sldMkLst>
      </pc:sldChg>
      <pc:sldChg chg="del">
        <pc:chgData name="César Díaz" userId="ed34fad7-0c20-4e51-b35e-19bd778b9593" providerId="ADAL" clId="{6AA14F88-E02C-4444-8F5B-F91059C2D162}" dt="2023-08-05T08:14:27.881" v="0" actId="2696"/>
        <pc:sldMkLst>
          <pc:docMk/>
          <pc:sldMk cId="1135814727" sldId="2076137727"/>
        </pc:sldMkLst>
      </pc:sldChg>
      <pc:sldChg chg="del">
        <pc:chgData name="César Díaz" userId="ed34fad7-0c20-4e51-b35e-19bd778b9593" providerId="ADAL" clId="{6AA14F88-E02C-4444-8F5B-F91059C2D162}" dt="2023-08-05T08:14:27.881" v="0" actId="2696"/>
        <pc:sldMkLst>
          <pc:docMk/>
          <pc:sldMk cId="1872769915" sldId="2076137728"/>
        </pc:sldMkLst>
      </pc:sldChg>
      <pc:sldChg chg="del">
        <pc:chgData name="César Díaz" userId="ed34fad7-0c20-4e51-b35e-19bd778b9593" providerId="ADAL" clId="{6AA14F88-E02C-4444-8F5B-F91059C2D162}" dt="2023-08-05T08:14:27.881" v="0" actId="2696"/>
        <pc:sldMkLst>
          <pc:docMk/>
          <pc:sldMk cId="399057769" sldId="2076137732"/>
        </pc:sldMkLst>
      </pc:sldChg>
      <pc:sldChg chg="del">
        <pc:chgData name="César Díaz" userId="ed34fad7-0c20-4e51-b35e-19bd778b9593" providerId="ADAL" clId="{6AA14F88-E02C-4444-8F5B-F91059C2D162}" dt="2023-08-05T08:14:27.881" v="0" actId="2696"/>
        <pc:sldMkLst>
          <pc:docMk/>
          <pc:sldMk cId="3395306383" sldId="2076137733"/>
        </pc:sldMkLst>
      </pc:sldChg>
      <pc:sldChg chg="del">
        <pc:chgData name="César Díaz" userId="ed34fad7-0c20-4e51-b35e-19bd778b9593" providerId="ADAL" clId="{6AA14F88-E02C-4444-8F5B-F91059C2D162}" dt="2023-08-05T08:14:27.881" v="0" actId="2696"/>
        <pc:sldMkLst>
          <pc:docMk/>
          <pc:sldMk cId="1561499501" sldId="2076137734"/>
        </pc:sldMkLst>
      </pc:sldChg>
      <pc:sldChg chg="del">
        <pc:chgData name="César Díaz" userId="ed34fad7-0c20-4e51-b35e-19bd778b9593" providerId="ADAL" clId="{6AA14F88-E02C-4444-8F5B-F91059C2D162}" dt="2023-08-05T08:14:27.881" v="0" actId="2696"/>
        <pc:sldMkLst>
          <pc:docMk/>
          <pc:sldMk cId="265105091" sldId="2076137735"/>
        </pc:sldMkLst>
      </pc:sldChg>
      <pc:sldChg chg="del">
        <pc:chgData name="César Díaz" userId="ed34fad7-0c20-4e51-b35e-19bd778b9593" providerId="ADAL" clId="{6AA14F88-E02C-4444-8F5B-F91059C2D162}" dt="2023-08-05T08:14:27.881" v="0" actId="2696"/>
        <pc:sldMkLst>
          <pc:docMk/>
          <pc:sldMk cId="3501716721" sldId="2076137736"/>
        </pc:sldMkLst>
      </pc:sldChg>
      <pc:sldMasterChg chg="mod addSldLayout delSldLayout modSldLayout sldLayoutOrd">
        <pc:chgData name="César Díaz" userId="ed34fad7-0c20-4e51-b35e-19bd778b9593" providerId="ADAL" clId="{6AA14F88-E02C-4444-8F5B-F91059C2D162}" dt="2023-08-05T09:39:40.309" v="255"/>
        <pc:sldMasterMkLst>
          <pc:docMk/>
          <pc:sldMasterMk cId="2491898207" sldId="2147483660"/>
        </pc:sldMasterMkLst>
        <pc:sldLayoutChg chg="addSp delSp modSp mod ord">
          <pc:chgData name="César Díaz" userId="ed34fad7-0c20-4e51-b35e-19bd778b9593" providerId="ADAL" clId="{6AA14F88-E02C-4444-8F5B-F91059C2D162}" dt="2023-08-05T09:25:25.794" v="209"/>
          <pc:sldLayoutMkLst>
            <pc:docMk/>
            <pc:sldMasterMk cId="2491898207" sldId="2147483660"/>
            <pc:sldLayoutMk cId="193636416" sldId="2147483661"/>
          </pc:sldLayoutMkLst>
          <pc:spChg chg="add del mod">
            <ac:chgData name="César Díaz" userId="ed34fad7-0c20-4e51-b35e-19bd778b9593" providerId="ADAL" clId="{6AA14F88-E02C-4444-8F5B-F91059C2D162}" dt="2023-08-05T08:45:19.783" v="115"/>
            <ac:spMkLst>
              <pc:docMk/>
              <pc:sldMasterMk cId="2491898207" sldId="2147483660"/>
              <pc:sldLayoutMk cId="193636416" sldId="2147483661"/>
              <ac:spMk id="2" creationId="{9817448B-2CEF-84E7-B6FA-7BB6FEB8825D}"/>
            </ac:spMkLst>
          </pc:spChg>
          <pc:spChg chg="add del mod">
            <ac:chgData name="César Díaz" userId="ed34fad7-0c20-4e51-b35e-19bd778b9593" providerId="ADAL" clId="{6AA14F88-E02C-4444-8F5B-F91059C2D162}" dt="2023-08-05T08:45:19.783" v="115"/>
            <ac:spMkLst>
              <pc:docMk/>
              <pc:sldMasterMk cId="2491898207" sldId="2147483660"/>
              <pc:sldLayoutMk cId="193636416" sldId="2147483661"/>
              <ac:spMk id="3" creationId="{5776D17F-7F16-5A42-76CA-EED9FCC89CE1}"/>
            </ac:spMkLst>
          </pc:spChg>
          <pc:spChg chg="add del mod">
            <ac:chgData name="César Díaz" userId="ed34fad7-0c20-4e51-b35e-19bd778b9593" providerId="ADAL" clId="{6AA14F88-E02C-4444-8F5B-F91059C2D162}" dt="2023-08-05T08:45:19.783" v="115"/>
            <ac:spMkLst>
              <pc:docMk/>
              <pc:sldMasterMk cId="2491898207" sldId="2147483660"/>
              <pc:sldLayoutMk cId="193636416" sldId="2147483661"/>
              <ac:spMk id="4" creationId="{9E8D7D9A-DF18-26A4-34C1-B1E2E48E8367}"/>
            </ac:spMkLst>
          </pc:spChg>
          <pc:spChg chg="add del mod">
            <ac:chgData name="César Díaz" userId="ed34fad7-0c20-4e51-b35e-19bd778b9593" providerId="ADAL" clId="{6AA14F88-E02C-4444-8F5B-F91059C2D162}" dt="2023-08-05T08:45:19.783" v="115"/>
            <ac:spMkLst>
              <pc:docMk/>
              <pc:sldMasterMk cId="2491898207" sldId="2147483660"/>
              <pc:sldLayoutMk cId="193636416" sldId="2147483661"/>
              <ac:spMk id="5" creationId="{247629C2-A7BF-BC0C-91E7-81CD72988FB9}"/>
            </ac:spMkLst>
          </pc:spChg>
          <pc:spChg chg="add del mod">
            <ac:chgData name="César Díaz" userId="ed34fad7-0c20-4e51-b35e-19bd778b9593" providerId="ADAL" clId="{6AA14F88-E02C-4444-8F5B-F91059C2D162}" dt="2023-08-05T08:45:19.783" v="115"/>
            <ac:spMkLst>
              <pc:docMk/>
              <pc:sldMasterMk cId="2491898207" sldId="2147483660"/>
              <pc:sldLayoutMk cId="193636416" sldId="2147483661"/>
              <ac:spMk id="6" creationId="{AA3DD3D1-1868-5C62-71B8-9A4FB1645FAA}"/>
            </ac:spMkLst>
          </pc:spChg>
          <pc:spChg chg="add del mod">
            <ac:chgData name="César Díaz" userId="ed34fad7-0c20-4e51-b35e-19bd778b9593" providerId="ADAL" clId="{6AA14F88-E02C-4444-8F5B-F91059C2D162}" dt="2023-08-05T08:45:19.783" v="115"/>
            <ac:spMkLst>
              <pc:docMk/>
              <pc:sldMasterMk cId="2491898207" sldId="2147483660"/>
              <pc:sldLayoutMk cId="193636416" sldId="2147483661"/>
              <ac:spMk id="7" creationId="{BCAC5671-9085-57BB-3279-5C0C58395059}"/>
            </ac:spMkLst>
          </pc:spChg>
          <pc:spChg chg="add del mod">
            <ac:chgData name="César Díaz" userId="ed34fad7-0c20-4e51-b35e-19bd778b9593" providerId="ADAL" clId="{6AA14F88-E02C-4444-8F5B-F91059C2D162}" dt="2023-08-05T08:45:19.783" v="115"/>
            <ac:spMkLst>
              <pc:docMk/>
              <pc:sldMasterMk cId="2491898207" sldId="2147483660"/>
              <pc:sldLayoutMk cId="193636416" sldId="2147483661"/>
              <ac:spMk id="8" creationId="{A0FA0B4D-7436-83DD-ED4B-B814975C153B}"/>
            </ac:spMkLst>
          </pc:spChg>
          <pc:spChg chg="add del mod">
            <ac:chgData name="César Díaz" userId="ed34fad7-0c20-4e51-b35e-19bd778b9593" providerId="ADAL" clId="{6AA14F88-E02C-4444-8F5B-F91059C2D162}" dt="2023-08-05T08:45:19.783" v="115"/>
            <ac:spMkLst>
              <pc:docMk/>
              <pc:sldMasterMk cId="2491898207" sldId="2147483660"/>
              <pc:sldLayoutMk cId="193636416" sldId="2147483661"/>
              <ac:spMk id="9" creationId="{16EC5FB8-3747-83C8-8212-989451117C6F}"/>
            </ac:spMkLst>
          </pc:spChg>
          <pc:spChg chg="mod">
            <ac:chgData name="César Díaz" userId="ed34fad7-0c20-4e51-b35e-19bd778b9593" providerId="ADAL" clId="{6AA14F88-E02C-4444-8F5B-F91059C2D162}" dt="2023-08-05T08:16:51.884" v="6" actId="242"/>
            <ac:spMkLst>
              <pc:docMk/>
              <pc:sldMasterMk cId="2491898207" sldId="2147483660"/>
              <pc:sldLayoutMk cId="193636416" sldId="2147483661"/>
              <ac:spMk id="10" creationId="{00000000-0000-0000-0000-000000000000}"/>
            </ac:spMkLst>
          </pc:spChg>
          <pc:spChg chg="del mod">
            <ac:chgData name="César Díaz" userId="ed34fad7-0c20-4e51-b35e-19bd778b9593" providerId="ADAL" clId="{6AA14F88-E02C-4444-8F5B-F91059C2D162}" dt="2023-08-05T08:45:27.548" v="117" actId="478"/>
            <ac:spMkLst>
              <pc:docMk/>
              <pc:sldMasterMk cId="2491898207" sldId="2147483660"/>
              <pc:sldLayoutMk cId="193636416" sldId="2147483661"/>
              <ac:spMk id="11" creationId="{00000000-0000-0000-0000-000000000000}"/>
            </ac:spMkLst>
          </pc:spChg>
          <pc:spChg chg="add del mod">
            <ac:chgData name="César Díaz" userId="ed34fad7-0c20-4e51-b35e-19bd778b9593" providerId="ADAL" clId="{6AA14F88-E02C-4444-8F5B-F91059C2D162}" dt="2023-08-05T08:45:19.783" v="115"/>
            <ac:spMkLst>
              <pc:docMk/>
              <pc:sldMasterMk cId="2491898207" sldId="2147483660"/>
              <pc:sldLayoutMk cId="193636416" sldId="2147483661"/>
              <ac:spMk id="12" creationId="{93AC3A46-D850-3CC0-F2DA-A4B88862D95F}"/>
            </ac:spMkLst>
          </pc:spChg>
          <pc:spChg chg="add del mod">
            <ac:chgData name="César Díaz" userId="ed34fad7-0c20-4e51-b35e-19bd778b9593" providerId="ADAL" clId="{6AA14F88-E02C-4444-8F5B-F91059C2D162}" dt="2023-08-05T08:45:19.783" v="115"/>
            <ac:spMkLst>
              <pc:docMk/>
              <pc:sldMasterMk cId="2491898207" sldId="2147483660"/>
              <pc:sldLayoutMk cId="193636416" sldId="2147483661"/>
              <ac:spMk id="13" creationId="{D6A85713-F37E-2E30-6DE4-590324B30106}"/>
            </ac:spMkLst>
          </pc:spChg>
          <pc:spChg chg="add del mod">
            <ac:chgData name="César Díaz" userId="ed34fad7-0c20-4e51-b35e-19bd778b9593" providerId="ADAL" clId="{6AA14F88-E02C-4444-8F5B-F91059C2D162}" dt="2023-08-05T08:45:19.783" v="115"/>
            <ac:spMkLst>
              <pc:docMk/>
              <pc:sldMasterMk cId="2491898207" sldId="2147483660"/>
              <pc:sldLayoutMk cId="193636416" sldId="2147483661"/>
              <ac:spMk id="14" creationId="{33A5133A-990C-3AD7-F110-3AC6711EC511}"/>
            </ac:spMkLst>
          </pc:spChg>
          <pc:spChg chg="add del mod">
            <ac:chgData name="César Díaz" userId="ed34fad7-0c20-4e51-b35e-19bd778b9593" providerId="ADAL" clId="{6AA14F88-E02C-4444-8F5B-F91059C2D162}" dt="2023-08-05T08:45:19.783" v="115"/>
            <ac:spMkLst>
              <pc:docMk/>
              <pc:sldMasterMk cId="2491898207" sldId="2147483660"/>
              <pc:sldLayoutMk cId="193636416" sldId="2147483661"/>
              <ac:spMk id="15" creationId="{1AC3AC07-CF6C-2BCC-8079-CB6498D5B898}"/>
            </ac:spMkLst>
          </pc:spChg>
          <pc:spChg chg="add del mod">
            <ac:chgData name="César Díaz" userId="ed34fad7-0c20-4e51-b35e-19bd778b9593" providerId="ADAL" clId="{6AA14F88-E02C-4444-8F5B-F91059C2D162}" dt="2023-08-05T08:45:19.783" v="115"/>
            <ac:spMkLst>
              <pc:docMk/>
              <pc:sldMasterMk cId="2491898207" sldId="2147483660"/>
              <pc:sldLayoutMk cId="193636416" sldId="2147483661"/>
              <ac:spMk id="16" creationId="{878DC026-789E-247B-5EE2-7ABE61237173}"/>
            </ac:spMkLst>
          </pc:spChg>
          <pc:spChg chg="add del mod">
            <ac:chgData name="César Díaz" userId="ed34fad7-0c20-4e51-b35e-19bd778b9593" providerId="ADAL" clId="{6AA14F88-E02C-4444-8F5B-F91059C2D162}" dt="2023-08-05T08:45:19.783" v="115"/>
            <ac:spMkLst>
              <pc:docMk/>
              <pc:sldMasterMk cId="2491898207" sldId="2147483660"/>
              <pc:sldLayoutMk cId="193636416" sldId="2147483661"/>
              <ac:spMk id="17" creationId="{9E644528-F9C1-F809-4F87-88D7BEB551A6}"/>
            </ac:spMkLst>
          </pc:spChg>
          <pc:spChg chg="add del mod">
            <ac:chgData name="César Díaz" userId="ed34fad7-0c20-4e51-b35e-19bd778b9593" providerId="ADAL" clId="{6AA14F88-E02C-4444-8F5B-F91059C2D162}" dt="2023-08-05T08:45:19.783" v="115"/>
            <ac:spMkLst>
              <pc:docMk/>
              <pc:sldMasterMk cId="2491898207" sldId="2147483660"/>
              <pc:sldLayoutMk cId="193636416" sldId="2147483661"/>
              <ac:spMk id="18" creationId="{94F88725-49A8-81C9-9FCD-70EC301BE9AD}"/>
            </ac:spMkLst>
          </pc:spChg>
          <pc:spChg chg="add del mod">
            <ac:chgData name="César Díaz" userId="ed34fad7-0c20-4e51-b35e-19bd778b9593" providerId="ADAL" clId="{6AA14F88-E02C-4444-8F5B-F91059C2D162}" dt="2023-08-05T08:45:19.783" v="115"/>
            <ac:spMkLst>
              <pc:docMk/>
              <pc:sldMasterMk cId="2491898207" sldId="2147483660"/>
              <pc:sldLayoutMk cId="193636416" sldId="2147483661"/>
              <ac:spMk id="19" creationId="{5D1DA822-57EC-C377-2617-FFC29D0CD560}"/>
            </ac:spMkLst>
          </pc:spChg>
          <pc:spChg chg="add del mod">
            <ac:chgData name="César Díaz" userId="ed34fad7-0c20-4e51-b35e-19bd778b9593" providerId="ADAL" clId="{6AA14F88-E02C-4444-8F5B-F91059C2D162}" dt="2023-08-05T08:45:19.783" v="115"/>
            <ac:spMkLst>
              <pc:docMk/>
              <pc:sldMasterMk cId="2491898207" sldId="2147483660"/>
              <pc:sldLayoutMk cId="193636416" sldId="2147483661"/>
              <ac:spMk id="20" creationId="{F7C2753B-6611-FE21-3CB3-E63CC80CC279}"/>
            </ac:spMkLst>
          </pc:spChg>
          <pc:spChg chg="add del mod">
            <ac:chgData name="César Díaz" userId="ed34fad7-0c20-4e51-b35e-19bd778b9593" providerId="ADAL" clId="{6AA14F88-E02C-4444-8F5B-F91059C2D162}" dt="2023-08-05T08:45:19.783" v="115"/>
            <ac:spMkLst>
              <pc:docMk/>
              <pc:sldMasterMk cId="2491898207" sldId="2147483660"/>
              <pc:sldLayoutMk cId="193636416" sldId="2147483661"/>
              <ac:spMk id="21" creationId="{C9F2E952-D510-95AA-D18E-30731A54A443}"/>
            </ac:spMkLst>
          </pc:spChg>
          <pc:spChg chg="add del mod">
            <ac:chgData name="César Díaz" userId="ed34fad7-0c20-4e51-b35e-19bd778b9593" providerId="ADAL" clId="{6AA14F88-E02C-4444-8F5B-F91059C2D162}" dt="2023-08-05T08:45:19.783" v="115"/>
            <ac:spMkLst>
              <pc:docMk/>
              <pc:sldMasterMk cId="2491898207" sldId="2147483660"/>
              <pc:sldLayoutMk cId="193636416" sldId="2147483661"/>
              <ac:spMk id="22" creationId="{DC6DD388-16DF-6E9B-ADE8-1F907A776FB7}"/>
            </ac:spMkLst>
          </pc:spChg>
          <pc:spChg chg="add del mod">
            <ac:chgData name="César Díaz" userId="ed34fad7-0c20-4e51-b35e-19bd778b9593" providerId="ADAL" clId="{6AA14F88-E02C-4444-8F5B-F91059C2D162}" dt="2023-08-05T08:45:19.783" v="115"/>
            <ac:spMkLst>
              <pc:docMk/>
              <pc:sldMasterMk cId="2491898207" sldId="2147483660"/>
              <pc:sldLayoutMk cId="193636416" sldId="2147483661"/>
              <ac:spMk id="23" creationId="{4188D6B5-27E0-C906-1C7A-F1D155ABD3F6}"/>
            </ac:spMkLst>
          </pc:spChg>
          <pc:spChg chg="add mod">
            <ac:chgData name="César Díaz" userId="ed34fad7-0c20-4e51-b35e-19bd778b9593" providerId="ADAL" clId="{6AA14F88-E02C-4444-8F5B-F91059C2D162}" dt="2023-08-05T08:50:20.257" v="139" actId="14100"/>
            <ac:spMkLst>
              <pc:docMk/>
              <pc:sldMasterMk cId="2491898207" sldId="2147483660"/>
              <pc:sldLayoutMk cId="193636416" sldId="2147483661"/>
              <ac:spMk id="24" creationId="{9F27A9AB-A7BE-9FA7-F500-F6CF68A77BF7}"/>
            </ac:spMkLst>
          </pc:spChg>
          <pc:spChg chg="add mod ord">
            <ac:chgData name="César Díaz" userId="ed34fad7-0c20-4e51-b35e-19bd778b9593" providerId="ADAL" clId="{6AA14F88-E02C-4444-8F5B-F91059C2D162}" dt="2023-08-05T08:52:11.553" v="146" actId="692"/>
            <ac:spMkLst>
              <pc:docMk/>
              <pc:sldMasterMk cId="2491898207" sldId="2147483660"/>
              <pc:sldLayoutMk cId="193636416" sldId="2147483661"/>
              <ac:spMk id="25" creationId="{711C8671-DA54-2D1F-2A56-D6D9731A9349}"/>
            </ac:spMkLst>
          </pc:spChg>
          <pc:spChg chg="add mod">
            <ac:chgData name="César Díaz" userId="ed34fad7-0c20-4e51-b35e-19bd778b9593" providerId="ADAL" clId="{6AA14F88-E02C-4444-8F5B-F91059C2D162}" dt="2023-08-05T08:45:45.932" v="119" actId="164"/>
            <ac:spMkLst>
              <pc:docMk/>
              <pc:sldMasterMk cId="2491898207" sldId="2147483660"/>
              <pc:sldLayoutMk cId="193636416" sldId="2147483661"/>
              <ac:spMk id="26" creationId="{010BEBA7-CEE1-EC05-6FC7-80ECB9C2A258}"/>
            </ac:spMkLst>
          </pc:spChg>
          <pc:spChg chg="add mod">
            <ac:chgData name="César Díaz" userId="ed34fad7-0c20-4e51-b35e-19bd778b9593" providerId="ADAL" clId="{6AA14F88-E02C-4444-8F5B-F91059C2D162}" dt="2023-08-05T08:45:45.932" v="119" actId="164"/>
            <ac:spMkLst>
              <pc:docMk/>
              <pc:sldMasterMk cId="2491898207" sldId="2147483660"/>
              <pc:sldLayoutMk cId="193636416" sldId="2147483661"/>
              <ac:spMk id="27" creationId="{DE0EC932-4212-D8A0-C313-D0046EA8D78F}"/>
            </ac:spMkLst>
          </pc:spChg>
          <pc:spChg chg="add mod">
            <ac:chgData name="César Díaz" userId="ed34fad7-0c20-4e51-b35e-19bd778b9593" providerId="ADAL" clId="{6AA14F88-E02C-4444-8F5B-F91059C2D162}" dt="2023-08-05T08:45:45.932" v="119" actId="164"/>
            <ac:spMkLst>
              <pc:docMk/>
              <pc:sldMasterMk cId="2491898207" sldId="2147483660"/>
              <pc:sldLayoutMk cId="193636416" sldId="2147483661"/>
              <ac:spMk id="28" creationId="{88124312-F651-F7F0-EC25-ED909E32D959}"/>
            </ac:spMkLst>
          </pc:spChg>
          <pc:spChg chg="add mod">
            <ac:chgData name="César Díaz" userId="ed34fad7-0c20-4e51-b35e-19bd778b9593" providerId="ADAL" clId="{6AA14F88-E02C-4444-8F5B-F91059C2D162}" dt="2023-08-05T08:45:45.932" v="119" actId="164"/>
            <ac:spMkLst>
              <pc:docMk/>
              <pc:sldMasterMk cId="2491898207" sldId="2147483660"/>
              <pc:sldLayoutMk cId="193636416" sldId="2147483661"/>
              <ac:spMk id="29" creationId="{324F877B-8AB3-CC61-386F-DBA2C712DA11}"/>
            </ac:spMkLst>
          </pc:spChg>
          <pc:spChg chg="add mod">
            <ac:chgData name="César Díaz" userId="ed34fad7-0c20-4e51-b35e-19bd778b9593" providerId="ADAL" clId="{6AA14F88-E02C-4444-8F5B-F91059C2D162}" dt="2023-08-05T08:45:45.932" v="119" actId="164"/>
            <ac:spMkLst>
              <pc:docMk/>
              <pc:sldMasterMk cId="2491898207" sldId="2147483660"/>
              <pc:sldLayoutMk cId="193636416" sldId="2147483661"/>
              <ac:spMk id="30" creationId="{B7E52825-42F9-05A0-DB1D-9202A71B6DF5}"/>
            </ac:spMkLst>
          </pc:spChg>
          <pc:spChg chg="add mod">
            <ac:chgData name="César Díaz" userId="ed34fad7-0c20-4e51-b35e-19bd778b9593" providerId="ADAL" clId="{6AA14F88-E02C-4444-8F5B-F91059C2D162}" dt="2023-08-05T08:45:45.932" v="119" actId="164"/>
            <ac:spMkLst>
              <pc:docMk/>
              <pc:sldMasterMk cId="2491898207" sldId="2147483660"/>
              <pc:sldLayoutMk cId="193636416" sldId="2147483661"/>
              <ac:spMk id="31" creationId="{C631DFEF-9DB9-E2FE-7877-D5AAA530218F}"/>
            </ac:spMkLst>
          </pc:spChg>
          <pc:spChg chg="add del mod">
            <ac:chgData name="César Díaz" userId="ed34fad7-0c20-4e51-b35e-19bd778b9593" providerId="ADAL" clId="{6AA14F88-E02C-4444-8F5B-F91059C2D162}" dt="2023-08-05T08:59:27.993" v="159" actId="21"/>
            <ac:spMkLst>
              <pc:docMk/>
              <pc:sldMasterMk cId="2491898207" sldId="2147483660"/>
              <pc:sldLayoutMk cId="193636416" sldId="2147483661"/>
              <ac:spMk id="32" creationId="{403A76AC-0A65-B663-7B7C-C9B4FE822E92}"/>
            </ac:spMkLst>
          </pc:spChg>
          <pc:spChg chg="add del mod">
            <ac:chgData name="César Díaz" userId="ed34fad7-0c20-4e51-b35e-19bd778b9593" providerId="ADAL" clId="{6AA14F88-E02C-4444-8F5B-F91059C2D162}" dt="2023-08-05T08:59:27.993" v="159" actId="21"/>
            <ac:spMkLst>
              <pc:docMk/>
              <pc:sldMasterMk cId="2491898207" sldId="2147483660"/>
              <pc:sldLayoutMk cId="193636416" sldId="2147483661"/>
              <ac:spMk id="33" creationId="{F8E2413A-D43F-A9A0-61A2-A5DA3CEE7090}"/>
            </ac:spMkLst>
          </pc:spChg>
          <pc:spChg chg="add mod">
            <ac:chgData name="César Díaz" userId="ed34fad7-0c20-4e51-b35e-19bd778b9593" providerId="ADAL" clId="{6AA14F88-E02C-4444-8F5B-F91059C2D162}" dt="2023-08-05T08:45:45.932" v="119" actId="164"/>
            <ac:spMkLst>
              <pc:docMk/>
              <pc:sldMasterMk cId="2491898207" sldId="2147483660"/>
              <pc:sldLayoutMk cId="193636416" sldId="2147483661"/>
              <ac:spMk id="34" creationId="{3FEA2B92-F0EB-8615-BA7A-12E1A12657B7}"/>
            </ac:spMkLst>
          </pc:spChg>
          <pc:spChg chg="add mod">
            <ac:chgData name="César Díaz" userId="ed34fad7-0c20-4e51-b35e-19bd778b9593" providerId="ADAL" clId="{6AA14F88-E02C-4444-8F5B-F91059C2D162}" dt="2023-08-05T08:45:45.932" v="119" actId="164"/>
            <ac:spMkLst>
              <pc:docMk/>
              <pc:sldMasterMk cId="2491898207" sldId="2147483660"/>
              <pc:sldLayoutMk cId="193636416" sldId="2147483661"/>
              <ac:spMk id="35" creationId="{2FE5F5F4-2E47-B8E2-553E-69E18A5FFCD1}"/>
            </ac:spMkLst>
          </pc:spChg>
          <pc:spChg chg="add mod">
            <ac:chgData name="César Díaz" userId="ed34fad7-0c20-4e51-b35e-19bd778b9593" providerId="ADAL" clId="{6AA14F88-E02C-4444-8F5B-F91059C2D162}" dt="2023-08-05T08:45:45.932" v="119" actId="164"/>
            <ac:spMkLst>
              <pc:docMk/>
              <pc:sldMasterMk cId="2491898207" sldId="2147483660"/>
              <pc:sldLayoutMk cId="193636416" sldId="2147483661"/>
              <ac:spMk id="36" creationId="{3AFD068C-FADD-C44B-4F9B-4AC7F71D5019}"/>
            </ac:spMkLst>
          </pc:spChg>
          <pc:spChg chg="add mod">
            <ac:chgData name="César Díaz" userId="ed34fad7-0c20-4e51-b35e-19bd778b9593" providerId="ADAL" clId="{6AA14F88-E02C-4444-8F5B-F91059C2D162}" dt="2023-08-05T08:45:45.932" v="119" actId="164"/>
            <ac:spMkLst>
              <pc:docMk/>
              <pc:sldMasterMk cId="2491898207" sldId="2147483660"/>
              <pc:sldLayoutMk cId="193636416" sldId="2147483661"/>
              <ac:spMk id="37" creationId="{43D4CA4E-339C-5132-7A08-8AB147A86F3D}"/>
            </ac:spMkLst>
          </pc:spChg>
          <pc:spChg chg="add mod">
            <ac:chgData name="César Díaz" userId="ed34fad7-0c20-4e51-b35e-19bd778b9593" providerId="ADAL" clId="{6AA14F88-E02C-4444-8F5B-F91059C2D162}" dt="2023-08-05T08:45:45.932" v="119" actId="164"/>
            <ac:spMkLst>
              <pc:docMk/>
              <pc:sldMasterMk cId="2491898207" sldId="2147483660"/>
              <pc:sldLayoutMk cId="193636416" sldId="2147483661"/>
              <ac:spMk id="38" creationId="{8A12D3FD-1E2D-EF97-D45A-8F3254B135DB}"/>
            </ac:spMkLst>
          </pc:spChg>
          <pc:spChg chg="add mod">
            <ac:chgData name="César Díaz" userId="ed34fad7-0c20-4e51-b35e-19bd778b9593" providerId="ADAL" clId="{6AA14F88-E02C-4444-8F5B-F91059C2D162}" dt="2023-08-05T08:45:45.932" v="119" actId="164"/>
            <ac:spMkLst>
              <pc:docMk/>
              <pc:sldMasterMk cId="2491898207" sldId="2147483660"/>
              <pc:sldLayoutMk cId="193636416" sldId="2147483661"/>
              <ac:spMk id="39" creationId="{7E2D2219-51DE-8F83-ED49-F4FE322044B9}"/>
            </ac:spMkLst>
          </pc:spChg>
          <pc:spChg chg="add mod">
            <ac:chgData name="César Díaz" userId="ed34fad7-0c20-4e51-b35e-19bd778b9593" providerId="ADAL" clId="{6AA14F88-E02C-4444-8F5B-F91059C2D162}" dt="2023-08-05T08:45:45.932" v="119" actId="164"/>
            <ac:spMkLst>
              <pc:docMk/>
              <pc:sldMasterMk cId="2491898207" sldId="2147483660"/>
              <pc:sldLayoutMk cId="193636416" sldId="2147483661"/>
              <ac:spMk id="40" creationId="{33851F51-6E08-5A42-5479-EB65200EA398}"/>
            </ac:spMkLst>
          </pc:spChg>
          <pc:spChg chg="add mod">
            <ac:chgData name="César Díaz" userId="ed34fad7-0c20-4e51-b35e-19bd778b9593" providerId="ADAL" clId="{6AA14F88-E02C-4444-8F5B-F91059C2D162}" dt="2023-08-05T08:45:45.932" v="119" actId="164"/>
            <ac:spMkLst>
              <pc:docMk/>
              <pc:sldMasterMk cId="2491898207" sldId="2147483660"/>
              <pc:sldLayoutMk cId="193636416" sldId="2147483661"/>
              <ac:spMk id="41" creationId="{A2EF1C64-5780-0366-9619-88BBFC5D04DD}"/>
            </ac:spMkLst>
          </pc:spChg>
          <pc:spChg chg="add mod">
            <ac:chgData name="César Díaz" userId="ed34fad7-0c20-4e51-b35e-19bd778b9593" providerId="ADAL" clId="{6AA14F88-E02C-4444-8F5B-F91059C2D162}" dt="2023-08-05T08:45:45.932" v="119" actId="164"/>
            <ac:spMkLst>
              <pc:docMk/>
              <pc:sldMasterMk cId="2491898207" sldId="2147483660"/>
              <pc:sldLayoutMk cId="193636416" sldId="2147483661"/>
              <ac:spMk id="42" creationId="{4A015501-4EC3-402F-6DB2-FFDB50F24186}"/>
            </ac:spMkLst>
          </pc:spChg>
          <pc:spChg chg="add mod">
            <ac:chgData name="César Díaz" userId="ed34fad7-0c20-4e51-b35e-19bd778b9593" providerId="ADAL" clId="{6AA14F88-E02C-4444-8F5B-F91059C2D162}" dt="2023-08-05T08:45:45.932" v="119" actId="164"/>
            <ac:spMkLst>
              <pc:docMk/>
              <pc:sldMasterMk cId="2491898207" sldId="2147483660"/>
              <pc:sldLayoutMk cId="193636416" sldId="2147483661"/>
              <ac:spMk id="43" creationId="{69E73F3A-FFDD-C091-24FB-9AB9CB89E761}"/>
            </ac:spMkLst>
          </pc:spChg>
          <pc:spChg chg="add del mod">
            <ac:chgData name="César Díaz" userId="ed34fad7-0c20-4e51-b35e-19bd778b9593" providerId="ADAL" clId="{6AA14F88-E02C-4444-8F5B-F91059C2D162}" dt="2023-08-05T09:24:58.907" v="206" actId="478"/>
            <ac:spMkLst>
              <pc:docMk/>
              <pc:sldMasterMk cId="2491898207" sldId="2147483660"/>
              <pc:sldLayoutMk cId="193636416" sldId="2147483661"/>
              <ac:spMk id="45" creationId="{A669CD1B-0E03-ABA9-763C-5D948F0B8EB8}"/>
            </ac:spMkLst>
          </pc:spChg>
          <pc:spChg chg="add del mod">
            <ac:chgData name="César Díaz" userId="ed34fad7-0c20-4e51-b35e-19bd778b9593" providerId="ADAL" clId="{6AA14F88-E02C-4444-8F5B-F91059C2D162}" dt="2023-08-05T09:25:07.534" v="207" actId="478"/>
            <ac:spMkLst>
              <pc:docMk/>
              <pc:sldMasterMk cId="2491898207" sldId="2147483660"/>
              <pc:sldLayoutMk cId="193636416" sldId="2147483661"/>
              <ac:spMk id="46" creationId="{A7A49B42-AACC-50B4-5169-545FD38EF97B}"/>
            </ac:spMkLst>
          </pc:spChg>
          <pc:spChg chg="add del mod">
            <ac:chgData name="César Díaz" userId="ed34fad7-0c20-4e51-b35e-19bd778b9593" providerId="ADAL" clId="{6AA14F88-E02C-4444-8F5B-F91059C2D162}" dt="2023-08-05T09:25:07.534" v="207" actId="478"/>
            <ac:spMkLst>
              <pc:docMk/>
              <pc:sldMasterMk cId="2491898207" sldId="2147483660"/>
              <pc:sldLayoutMk cId="193636416" sldId="2147483661"/>
              <ac:spMk id="47" creationId="{024370F0-34C6-0E0F-CB33-03242E12CDC9}"/>
            </ac:spMkLst>
          </pc:spChg>
          <pc:spChg chg="add del mod">
            <ac:chgData name="César Díaz" userId="ed34fad7-0c20-4e51-b35e-19bd778b9593" providerId="ADAL" clId="{6AA14F88-E02C-4444-8F5B-F91059C2D162}" dt="2023-08-05T09:25:07.534" v="207" actId="478"/>
            <ac:spMkLst>
              <pc:docMk/>
              <pc:sldMasterMk cId="2491898207" sldId="2147483660"/>
              <pc:sldLayoutMk cId="193636416" sldId="2147483661"/>
              <ac:spMk id="48" creationId="{69D70CA9-6E37-6D42-5FB7-082BDD4D2EB8}"/>
            </ac:spMkLst>
          </pc:spChg>
          <pc:spChg chg="add del mod">
            <ac:chgData name="César Díaz" userId="ed34fad7-0c20-4e51-b35e-19bd778b9593" providerId="ADAL" clId="{6AA14F88-E02C-4444-8F5B-F91059C2D162}" dt="2023-08-05T09:25:07.534" v="207" actId="478"/>
            <ac:spMkLst>
              <pc:docMk/>
              <pc:sldMasterMk cId="2491898207" sldId="2147483660"/>
              <pc:sldLayoutMk cId="193636416" sldId="2147483661"/>
              <ac:spMk id="49" creationId="{16C714F7-4D1F-30F6-E01E-D1584A21F7E9}"/>
            </ac:spMkLst>
          </pc:spChg>
          <pc:spChg chg="add del mod">
            <ac:chgData name="César Díaz" userId="ed34fad7-0c20-4e51-b35e-19bd778b9593" providerId="ADAL" clId="{6AA14F88-E02C-4444-8F5B-F91059C2D162}" dt="2023-08-05T09:25:07.534" v="207" actId="478"/>
            <ac:spMkLst>
              <pc:docMk/>
              <pc:sldMasterMk cId="2491898207" sldId="2147483660"/>
              <pc:sldLayoutMk cId="193636416" sldId="2147483661"/>
              <ac:spMk id="50" creationId="{FBABC6A1-BDEE-C126-FE63-3E26C8FDB2AA}"/>
            </ac:spMkLst>
          </pc:spChg>
          <pc:spChg chg="add del mod">
            <ac:chgData name="César Díaz" userId="ed34fad7-0c20-4e51-b35e-19bd778b9593" providerId="ADAL" clId="{6AA14F88-E02C-4444-8F5B-F91059C2D162}" dt="2023-08-05T09:25:07.534" v="207" actId="478"/>
            <ac:spMkLst>
              <pc:docMk/>
              <pc:sldMasterMk cId="2491898207" sldId="2147483660"/>
              <pc:sldLayoutMk cId="193636416" sldId="2147483661"/>
              <ac:spMk id="51" creationId="{4CBC9838-6FED-0DAE-51FA-884081CB6EDF}"/>
            </ac:spMkLst>
          </pc:spChg>
          <pc:spChg chg="add del mod">
            <ac:chgData name="César Díaz" userId="ed34fad7-0c20-4e51-b35e-19bd778b9593" providerId="ADAL" clId="{6AA14F88-E02C-4444-8F5B-F91059C2D162}" dt="2023-08-05T09:25:07.534" v="207" actId="478"/>
            <ac:spMkLst>
              <pc:docMk/>
              <pc:sldMasterMk cId="2491898207" sldId="2147483660"/>
              <pc:sldLayoutMk cId="193636416" sldId="2147483661"/>
              <ac:spMk id="52" creationId="{8873EAA1-D211-0415-3BC5-86045F127F3B}"/>
            </ac:spMkLst>
          </pc:spChg>
          <pc:spChg chg="add del mod">
            <ac:chgData name="César Díaz" userId="ed34fad7-0c20-4e51-b35e-19bd778b9593" providerId="ADAL" clId="{6AA14F88-E02C-4444-8F5B-F91059C2D162}" dt="2023-08-05T09:25:07.534" v="207" actId="478"/>
            <ac:spMkLst>
              <pc:docMk/>
              <pc:sldMasterMk cId="2491898207" sldId="2147483660"/>
              <pc:sldLayoutMk cId="193636416" sldId="2147483661"/>
              <ac:spMk id="53" creationId="{2AA0CDC5-FFFA-1CF4-78CA-A36553387595}"/>
            </ac:spMkLst>
          </pc:spChg>
          <pc:spChg chg="add del mod">
            <ac:chgData name="César Díaz" userId="ed34fad7-0c20-4e51-b35e-19bd778b9593" providerId="ADAL" clId="{6AA14F88-E02C-4444-8F5B-F91059C2D162}" dt="2023-08-05T09:25:07.534" v="207" actId="478"/>
            <ac:spMkLst>
              <pc:docMk/>
              <pc:sldMasterMk cId="2491898207" sldId="2147483660"/>
              <pc:sldLayoutMk cId="193636416" sldId="2147483661"/>
              <ac:spMk id="54" creationId="{7BF320BB-3E12-2A4F-9337-3C1D924A7553}"/>
            </ac:spMkLst>
          </pc:spChg>
          <pc:spChg chg="add del mod">
            <ac:chgData name="César Díaz" userId="ed34fad7-0c20-4e51-b35e-19bd778b9593" providerId="ADAL" clId="{6AA14F88-E02C-4444-8F5B-F91059C2D162}" dt="2023-08-05T09:25:07.534" v="207" actId="478"/>
            <ac:spMkLst>
              <pc:docMk/>
              <pc:sldMasterMk cId="2491898207" sldId="2147483660"/>
              <pc:sldLayoutMk cId="193636416" sldId="2147483661"/>
              <ac:spMk id="55" creationId="{4823E324-6B33-8391-7441-5ED3CD47BD47}"/>
            </ac:spMkLst>
          </pc:spChg>
          <pc:spChg chg="add mod">
            <ac:chgData name="César Díaz" userId="ed34fad7-0c20-4e51-b35e-19bd778b9593" providerId="ADAL" clId="{6AA14F88-E02C-4444-8F5B-F91059C2D162}" dt="2023-08-05T09:25:25.794" v="209"/>
            <ac:spMkLst>
              <pc:docMk/>
              <pc:sldMasterMk cId="2491898207" sldId="2147483660"/>
              <pc:sldLayoutMk cId="193636416" sldId="2147483661"/>
              <ac:spMk id="56" creationId="{25AF31D7-DDAD-AE10-0239-B0B639942F05}"/>
            </ac:spMkLst>
          </pc:spChg>
          <pc:grpChg chg="add del mod">
            <ac:chgData name="César Díaz" userId="ed34fad7-0c20-4e51-b35e-19bd778b9593" providerId="ADAL" clId="{6AA14F88-E02C-4444-8F5B-F91059C2D162}" dt="2023-08-05T08:59:30.763" v="160" actId="478"/>
            <ac:grpSpMkLst>
              <pc:docMk/>
              <pc:sldMasterMk cId="2491898207" sldId="2147483660"/>
              <pc:sldLayoutMk cId="193636416" sldId="2147483661"/>
              <ac:grpSpMk id="44" creationId="{7EC77878-C4D2-183D-D7B7-228BCC143CB3}"/>
            </ac:grpSpMkLst>
          </pc:grpChg>
        </pc:sldLayoutChg>
        <pc:sldLayoutChg chg="addSp modSp mod">
          <pc:chgData name="César Díaz" userId="ed34fad7-0c20-4e51-b35e-19bd778b9593" providerId="ADAL" clId="{6AA14F88-E02C-4444-8F5B-F91059C2D162}" dt="2023-08-05T08:32:31.880" v="110" actId="14100"/>
          <pc:sldLayoutMkLst>
            <pc:docMk/>
            <pc:sldMasterMk cId="2491898207" sldId="2147483660"/>
            <pc:sldLayoutMk cId="639590872" sldId="2147483662"/>
          </pc:sldLayoutMkLst>
          <pc:spChg chg="mod">
            <ac:chgData name="César Díaz" userId="ed34fad7-0c20-4e51-b35e-19bd778b9593" providerId="ADAL" clId="{6AA14F88-E02C-4444-8F5B-F91059C2D162}" dt="2023-08-05T08:18:02.592" v="89" actId="14100"/>
            <ac:spMkLst>
              <pc:docMk/>
              <pc:sldMasterMk cId="2491898207" sldId="2147483660"/>
              <pc:sldLayoutMk cId="639590872" sldId="2147483662"/>
              <ac:spMk id="4" creationId="{F39BCFA7-EFF0-AE3A-4D5A-F54C59C5A639}"/>
            </ac:spMkLst>
          </pc:spChg>
          <pc:spChg chg="mod">
            <ac:chgData name="César Díaz" userId="ed34fad7-0c20-4e51-b35e-19bd778b9593" providerId="ADAL" clId="{6AA14F88-E02C-4444-8F5B-F91059C2D162}" dt="2023-08-05T08:18:11.248" v="90" actId="14100"/>
            <ac:spMkLst>
              <pc:docMk/>
              <pc:sldMasterMk cId="2491898207" sldId="2147483660"/>
              <pc:sldLayoutMk cId="639590872" sldId="2147483662"/>
              <ac:spMk id="5" creationId="{4329DCCD-8CF6-9BA5-1F82-4885C19BA23B}"/>
            </ac:spMkLst>
          </pc:spChg>
          <pc:picChg chg="add mod">
            <ac:chgData name="César Díaz" userId="ed34fad7-0c20-4e51-b35e-19bd778b9593" providerId="ADAL" clId="{6AA14F88-E02C-4444-8F5B-F91059C2D162}" dt="2023-08-05T08:32:31.880" v="110" actId="14100"/>
            <ac:picMkLst>
              <pc:docMk/>
              <pc:sldMasterMk cId="2491898207" sldId="2147483660"/>
              <pc:sldLayoutMk cId="639590872" sldId="2147483662"/>
              <ac:picMk id="3" creationId="{826DD118-0008-9744-EE2F-668939AD7CF2}"/>
            </ac:picMkLst>
          </pc:picChg>
        </pc:sldLayoutChg>
        <pc:sldLayoutChg chg="modSp mod">
          <pc:chgData name="César Díaz" userId="ed34fad7-0c20-4e51-b35e-19bd778b9593" providerId="ADAL" clId="{6AA14F88-E02C-4444-8F5B-F91059C2D162}" dt="2023-08-05T09:30:56.244" v="240" actId="6014"/>
          <pc:sldLayoutMkLst>
            <pc:docMk/>
            <pc:sldMasterMk cId="2491898207" sldId="2147483660"/>
            <pc:sldLayoutMk cId="3411197885" sldId="2147483663"/>
          </pc:sldLayoutMkLst>
          <pc:spChg chg="mod">
            <ac:chgData name="César Díaz" userId="ed34fad7-0c20-4e51-b35e-19bd778b9593" providerId="ADAL" clId="{6AA14F88-E02C-4444-8F5B-F91059C2D162}" dt="2023-08-05T08:18:33.751" v="91"/>
            <ac:spMkLst>
              <pc:docMk/>
              <pc:sldMasterMk cId="2491898207" sldId="2147483660"/>
              <pc:sldLayoutMk cId="3411197885" sldId="2147483663"/>
              <ac:spMk id="2" creationId="{0BBA8F40-9B3F-63B9-DD8C-BB01669C23EF}"/>
            </ac:spMkLst>
          </pc:spChg>
        </pc:sldLayoutChg>
        <pc:sldLayoutChg chg="add del mod ord modTransition">
          <pc:chgData name="César Díaz" userId="ed34fad7-0c20-4e51-b35e-19bd778b9593" providerId="ADAL" clId="{6AA14F88-E02C-4444-8F5B-F91059C2D162}" dt="2023-08-05T09:25:35.226" v="210" actId="2696"/>
          <pc:sldLayoutMkLst>
            <pc:docMk/>
            <pc:sldMasterMk cId="2491898207" sldId="2147483660"/>
            <pc:sldLayoutMk cId="3986583989" sldId="2147483664"/>
          </pc:sldLayoutMkLst>
        </pc:sldLayoutChg>
        <pc:sldLayoutChg chg="addSp delSp modSp add mod ord modTransition">
          <pc:chgData name="César Díaz" userId="ed34fad7-0c20-4e51-b35e-19bd778b9593" providerId="ADAL" clId="{6AA14F88-E02C-4444-8F5B-F91059C2D162}" dt="2023-08-05T09:39:40.309" v="255"/>
          <pc:sldLayoutMkLst>
            <pc:docMk/>
            <pc:sldMasterMk cId="2491898207" sldId="2147483660"/>
            <pc:sldLayoutMk cId="1993959781" sldId="2147483665"/>
          </pc:sldLayoutMkLst>
          <pc:spChg chg="add del mod">
            <ac:chgData name="César Díaz" userId="ed34fad7-0c20-4e51-b35e-19bd778b9593" providerId="ADAL" clId="{6AA14F88-E02C-4444-8F5B-F91059C2D162}" dt="2023-08-05T09:39:11.595" v="243" actId="478"/>
            <ac:spMkLst>
              <pc:docMk/>
              <pc:sldMasterMk cId="2491898207" sldId="2147483660"/>
              <pc:sldLayoutMk cId="1993959781" sldId="2147483665"/>
              <ac:spMk id="2" creationId="{35BA3E18-D985-4059-32CF-2403DEA9DAFB}"/>
            </ac:spMkLst>
          </pc:spChg>
          <pc:spChg chg="mod">
            <ac:chgData name="César Díaz" userId="ed34fad7-0c20-4e51-b35e-19bd778b9593" providerId="ADAL" clId="{6AA14F88-E02C-4444-8F5B-F91059C2D162}" dt="2023-08-05T09:39:40.309" v="255"/>
            <ac:spMkLst>
              <pc:docMk/>
              <pc:sldMasterMk cId="2491898207" sldId="2147483660"/>
              <pc:sldLayoutMk cId="1993959781" sldId="2147483665"/>
              <ac:spMk id="10" creationId="{00000000-0000-0000-0000-000000000000}"/>
            </ac:spMkLst>
          </pc:spChg>
          <pc:spChg chg="mod">
            <ac:chgData name="César Díaz" userId="ed34fad7-0c20-4e51-b35e-19bd778b9593" providerId="ADAL" clId="{6AA14F88-E02C-4444-8F5B-F91059C2D162}" dt="2023-08-05T09:29:51.252" v="238" actId="207"/>
            <ac:spMkLst>
              <pc:docMk/>
              <pc:sldMasterMk cId="2491898207" sldId="2147483660"/>
              <pc:sldLayoutMk cId="1993959781" sldId="2147483665"/>
              <ac:spMk id="45" creationId="{A669CD1B-0E03-ABA9-763C-5D948F0B8EB8}"/>
            </ac:spMkLst>
          </pc:spChg>
          <pc:spChg chg="del mod">
            <ac:chgData name="César Díaz" userId="ed34fad7-0c20-4e51-b35e-19bd778b9593" providerId="ADAL" clId="{6AA14F88-E02C-4444-8F5B-F91059C2D162}" dt="2023-08-05T09:05:21.463" v="202" actId="478"/>
            <ac:spMkLst>
              <pc:docMk/>
              <pc:sldMasterMk cId="2491898207" sldId="2147483660"/>
              <pc:sldLayoutMk cId="1993959781" sldId="2147483665"/>
              <ac:spMk id="46" creationId="{A7A49B42-AACC-50B4-5169-545FD38EF97B}"/>
            </ac:spMkLst>
          </pc:spChg>
          <pc:spChg chg="mod">
            <ac:chgData name="César Díaz" userId="ed34fad7-0c20-4e51-b35e-19bd778b9593" providerId="ADAL" clId="{6AA14F88-E02C-4444-8F5B-F91059C2D162}" dt="2023-08-05T09:26:25.934" v="212" actId="14100"/>
            <ac:spMkLst>
              <pc:docMk/>
              <pc:sldMasterMk cId="2491898207" sldId="2147483660"/>
              <pc:sldLayoutMk cId="1993959781" sldId="2147483665"/>
              <ac:spMk id="47" creationId="{024370F0-34C6-0E0F-CB33-03242E12CDC9}"/>
            </ac:spMkLst>
          </pc:spChg>
          <pc:spChg chg="del">
            <ac:chgData name="César Díaz" userId="ed34fad7-0c20-4e51-b35e-19bd778b9593" providerId="ADAL" clId="{6AA14F88-E02C-4444-8F5B-F91059C2D162}" dt="2023-08-05T09:03:56.957" v="187" actId="478"/>
            <ac:spMkLst>
              <pc:docMk/>
              <pc:sldMasterMk cId="2491898207" sldId="2147483660"/>
              <pc:sldLayoutMk cId="1993959781" sldId="2147483665"/>
              <ac:spMk id="48" creationId="{69D70CA9-6E37-6D42-5FB7-082BDD4D2EB8}"/>
            </ac:spMkLst>
          </pc:spChg>
          <pc:spChg chg="del">
            <ac:chgData name="César Díaz" userId="ed34fad7-0c20-4e51-b35e-19bd778b9593" providerId="ADAL" clId="{6AA14F88-E02C-4444-8F5B-F91059C2D162}" dt="2023-08-05T09:03:56.957" v="187" actId="478"/>
            <ac:spMkLst>
              <pc:docMk/>
              <pc:sldMasterMk cId="2491898207" sldId="2147483660"/>
              <pc:sldLayoutMk cId="1993959781" sldId="2147483665"/>
              <ac:spMk id="49" creationId="{16C714F7-4D1F-30F6-E01E-D1584A21F7E9}"/>
            </ac:spMkLst>
          </pc:spChg>
          <pc:spChg chg="del">
            <ac:chgData name="César Díaz" userId="ed34fad7-0c20-4e51-b35e-19bd778b9593" providerId="ADAL" clId="{6AA14F88-E02C-4444-8F5B-F91059C2D162}" dt="2023-08-05T09:03:56.957" v="187" actId="478"/>
            <ac:spMkLst>
              <pc:docMk/>
              <pc:sldMasterMk cId="2491898207" sldId="2147483660"/>
              <pc:sldLayoutMk cId="1993959781" sldId="2147483665"/>
              <ac:spMk id="50" creationId="{FBABC6A1-BDEE-C126-FE63-3E26C8FDB2AA}"/>
            </ac:spMkLst>
          </pc:spChg>
          <pc:spChg chg="del">
            <ac:chgData name="César Díaz" userId="ed34fad7-0c20-4e51-b35e-19bd778b9593" providerId="ADAL" clId="{6AA14F88-E02C-4444-8F5B-F91059C2D162}" dt="2023-08-05T09:03:56.957" v="187" actId="478"/>
            <ac:spMkLst>
              <pc:docMk/>
              <pc:sldMasterMk cId="2491898207" sldId="2147483660"/>
              <pc:sldLayoutMk cId="1993959781" sldId="2147483665"/>
              <ac:spMk id="51" creationId="{4CBC9838-6FED-0DAE-51FA-884081CB6EDF}"/>
            </ac:spMkLst>
          </pc:spChg>
          <pc:spChg chg="del">
            <ac:chgData name="César Díaz" userId="ed34fad7-0c20-4e51-b35e-19bd778b9593" providerId="ADAL" clId="{6AA14F88-E02C-4444-8F5B-F91059C2D162}" dt="2023-08-05T09:03:56.957" v="187" actId="478"/>
            <ac:spMkLst>
              <pc:docMk/>
              <pc:sldMasterMk cId="2491898207" sldId="2147483660"/>
              <pc:sldLayoutMk cId="1993959781" sldId="2147483665"/>
              <ac:spMk id="52" creationId="{8873EAA1-D211-0415-3BC5-86045F127F3B}"/>
            </ac:spMkLst>
          </pc:spChg>
          <pc:spChg chg="del">
            <ac:chgData name="César Díaz" userId="ed34fad7-0c20-4e51-b35e-19bd778b9593" providerId="ADAL" clId="{6AA14F88-E02C-4444-8F5B-F91059C2D162}" dt="2023-08-05T09:03:56.957" v="187" actId="478"/>
            <ac:spMkLst>
              <pc:docMk/>
              <pc:sldMasterMk cId="2491898207" sldId="2147483660"/>
              <pc:sldLayoutMk cId="1993959781" sldId="2147483665"/>
              <ac:spMk id="53" creationId="{2AA0CDC5-FFFA-1CF4-78CA-A36553387595}"/>
            </ac:spMkLst>
          </pc:spChg>
          <pc:spChg chg="del">
            <ac:chgData name="César Díaz" userId="ed34fad7-0c20-4e51-b35e-19bd778b9593" providerId="ADAL" clId="{6AA14F88-E02C-4444-8F5B-F91059C2D162}" dt="2023-08-05T09:03:56.957" v="187" actId="478"/>
            <ac:spMkLst>
              <pc:docMk/>
              <pc:sldMasterMk cId="2491898207" sldId="2147483660"/>
              <pc:sldLayoutMk cId="1993959781" sldId="2147483665"/>
              <ac:spMk id="54" creationId="{7BF320BB-3E12-2A4F-9337-3C1D924A7553}"/>
            </ac:spMkLst>
          </pc:spChg>
          <pc:spChg chg="del">
            <ac:chgData name="César Díaz" userId="ed34fad7-0c20-4e51-b35e-19bd778b9593" providerId="ADAL" clId="{6AA14F88-E02C-4444-8F5B-F91059C2D162}" dt="2023-08-05T09:03:56.957" v="187" actId="478"/>
            <ac:spMkLst>
              <pc:docMk/>
              <pc:sldMasterMk cId="2491898207" sldId="2147483660"/>
              <pc:sldLayoutMk cId="1993959781" sldId="2147483665"/>
              <ac:spMk id="55" creationId="{4823E324-6B33-8391-7441-5ED3CD47BD47}"/>
            </ac:spMkLst>
          </pc:spChg>
          <pc:picChg chg="add mod">
            <ac:chgData name="César Díaz" userId="ed34fad7-0c20-4e51-b35e-19bd778b9593" providerId="ADAL" clId="{6AA14F88-E02C-4444-8F5B-F91059C2D162}" dt="2023-08-05T09:39:28.203" v="248" actId="1076"/>
            <ac:picMkLst>
              <pc:docMk/>
              <pc:sldMasterMk cId="2491898207" sldId="2147483660"/>
              <pc:sldLayoutMk cId="1993959781" sldId="2147483665"/>
              <ac:picMk id="4" creationId="{EC37FD03-A8F4-6CC0-494F-F7761EB371DE}"/>
            </ac:picMkLst>
          </pc:picChg>
        </pc:sldLayoutChg>
      </pc:sldMasterChg>
    </pc:docChg>
  </pc:docChgLst>
  <pc:docChgLst>
    <pc:chgData name="Alejandra Bravo Garcia" userId="4cf5125d-f567-4a98-9bb5-4ea9ae908f01" providerId="ADAL" clId="{20B9C4F6-F537-4BE7-987D-554A3B4B781E}"/>
    <pc:docChg chg="undo redo custSel addSld delSld modSld sldOrd">
      <pc:chgData name="Alejandra Bravo Garcia" userId="4cf5125d-f567-4a98-9bb5-4ea9ae908f01" providerId="ADAL" clId="{20B9C4F6-F537-4BE7-987D-554A3B4B781E}" dt="2023-09-05T02:53:38.287" v="444" actId="207"/>
      <pc:docMkLst>
        <pc:docMk/>
      </pc:docMkLst>
      <pc:sldChg chg="delSp modSp add del mod">
        <pc:chgData name="Alejandra Bravo Garcia" userId="4cf5125d-f567-4a98-9bb5-4ea9ae908f01" providerId="ADAL" clId="{20B9C4F6-F537-4BE7-987D-554A3B4B781E}" dt="2023-09-05T02:05:50.448" v="206" actId="2696"/>
        <pc:sldMkLst>
          <pc:docMk/>
          <pc:sldMk cId="1405910239" sldId="256"/>
        </pc:sldMkLst>
        <pc:picChg chg="del mod">
          <ac:chgData name="Alejandra Bravo Garcia" userId="4cf5125d-f567-4a98-9bb5-4ea9ae908f01" providerId="ADAL" clId="{20B9C4F6-F537-4BE7-987D-554A3B4B781E}" dt="2023-09-05T02:04:20.290" v="189" actId="21"/>
          <ac:picMkLst>
            <pc:docMk/>
            <pc:sldMk cId="1405910239" sldId="256"/>
            <ac:picMk id="5" creationId="{5D13AF6A-98A1-5A66-4A8B-CC3E858DF87F}"/>
          </ac:picMkLst>
        </pc:picChg>
      </pc:sldChg>
      <pc:sldChg chg="modSp mod">
        <pc:chgData name="Alejandra Bravo Garcia" userId="4cf5125d-f567-4a98-9bb5-4ea9ae908f01" providerId="ADAL" clId="{20B9C4F6-F537-4BE7-987D-554A3B4B781E}" dt="2023-09-05T02:22:50.420" v="431" actId="20577"/>
        <pc:sldMkLst>
          <pc:docMk/>
          <pc:sldMk cId="242947854" sldId="2076137701"/>
        </pc:sldMkLst>
        <pc:spChg chg="mod">
          <ac:chgData name="Alejandra Bravo Garcia" userId="4cf5125d-f567-4a98-9bb5-4ea9ae908f01" providerId="ADAL" clId="{20B9C4F6-F537-4BE7-987D-554A3B4B781E}" dt="2023-09-05T02:22:50.420" v="431" actId="20577"/>
          <ac:spMkLst>
            <pc:docMk/>
            <pc:sldMk cId="242947854" sldId="2076137701"/>
            <ac:spMk id="2" creationId="{1C4898CC-2EB7-701E-6844-7482F6FA4A69}"/>
          </ac:spMkLst>
        </pc:spChg>
      </pc:sldChg>
      <pc:sldChg chg="addSp delSp modSp mod">
        <pc:chgData name="Alejandra Bravo Garcia" userId="4cf5125d-f567-4a98-9bb5-4ea9ae908f01" providerId="ADAL" clId="{20B9C4F6-F537-4BE7-987D-554A3B4B781E}" dt="2023-09-05T02:04:49.891" v="195" actId="1076"/>
        <pc:sldMkLst>
          <pc:docMk/>
          <pc:sldMk cId="1136515697" sldId="2076137702"/>
        </pc:sldMkLst>
        <pc:spChg chg="del">
          <ac:chgData name="Alejandra Bravo Garcia" userId="4cf5125d-f567-4a98-9bb5-4ea9ae908f01" providerId="ADAL" clId="{20B9C4F6-F537-4BE7-987D-554A3B4B781E}" dt="2023-09-05T02:04:46.394" v="194" actId="478"/>
          <ac:spMkLst>
            <pc:docMk/>
            <pc:sldMk cId="1136515697" sldId="2076137702"/>
            <ac:spMk id="2" creationId="{25376074-10EA-2E38-7734-116EE817E5ED}"/>
          </ac:spMkLst>
        </pc:spChg>
        <pc:spChg chg="del">
          <ac:chgData name="Alejandra Bravo Garcia" userId="4cf5125d-f567-4a98-9bb5-4ea9ae908f01" providerId="ADAL" clId="{20B9C4F6-F537-4BE7-987D-554A3B4B781E}" dt="2023-09-05T02:04:26.748" v="190" actId="478"/>
          <ac:spMkLst>
            <pc:docMk/>
            <pc:sldMk cId="1136515697" sldId="2076137702"/>
            <ac:spMk id="3" creationId="{C836C6C3-E8D0-94B1-E144-DD41ECFB4453}"/>
          </ac:spMkLst>
        </pc:spChg>
        <pc:picChg chg="add mod">
          <ac:chgData name="Alejandra Bravo Garcia" userId="4cf5125d-f567-4a98-9bb5-4ea9ae908f01" providerId="ADAL" clId="{20B9C4F6-F537-4BE7-987D-554A3B4B781E}" dt="2023-09-05T02:04:49.891" v="195" actId="1076"/>
          <ac:picMkLst>
            <pc:docMk/>
            <pc:sldMk cId="1136515697" sldId="2076137702"/>
            <ac:picMk id="4" creationId="{7E0A5725-EB83-A829-7460-CA7FA618AF8E}"/>
          </ac:picMkLst>
        </pc:picChg>
      </pc:sldChg>
      <pc:sldChg chg="modSp mod ord">
        <pc:chgData name="Alejandra Bravo Garcia" userId="4cf5125d-f567-4a98-9bb5-4ea9ae908f01" providerId="ADAL" clId="{20B9C4F6-F537-4BE7-987D-554A3B4B781E}" dt="2023-09-05T02:03:21.324" v="182" actId="14100"/>
        <pc:sldMkLst>
          <pc:docMk/>
          <pc:sldMk cId="868812523" sldId="2076137703"/>
        </pc:sldMkLst>
        <pc:spChg chg="mod">
          <ac:chgData name="Alejandra Bravo Garcia" userId="4cf5125d-f567-4a98-9bb5-4ea9ae908f01" providerId="ADAL" clId="{20B9C4F6-F537-4BE7-987D-554A3B4B781E}" dt="2023-09-05T02:03:21.324" v="182" actId="14100"/>
          <ac:spMkLst>
            <pc:docMk/>
            <pc:sldMk cId="868812523" sldId="2076137703"/>
            <ac:spMk id="2" creationId="{A3C1683D-3F2C-514D-52C2-E5502AEA6BCB}"/>
          </ac:spMkLst>
        </pc:spChg>
      </pc:sldChg>
      <pc:sldChg chg="addSp delSp modSp mod ord">
        <pc:chgData name="Alejandra Bravo Garcia" userId="4cf5125d-f567-4a98-9bb5-4ea9ae908f01" providerId="ADAL" clId="{20B9C4F6-F537-4BE7-987D-554A3B4B781E}" dt="2023-09-05T02:12:32.721" v="318" actId="113"/>
        <pc:sldMkLst>
          <pc:docMk/>
          <pc:sldMk cId="1943926825" sldId="2076137704"/>
        </pc:sldMkLst>
        <pc:spChg chg="mod">
          <ac:chgData name="Alejandra Bravo Garcia" userId="4cf5125d-f567-4a98-9bb5-4ea9ae908f01" providerId="ADAL" clId="{20B9C4F6-F537-4BE7-987D-554A3B4B781E}" dt="2023-09-05T02:12:32.721" v="318" actId="113"/>
          <ac:spMkLst>
            <pc:docMk/>
            <pc:sldMk cId="1943926825" sldId="2076137704"/>
            <ac:spMk id="2" creationId="{65692239-D7A4-8289-9A70-5DE5384D5E01}"/>
          </ac:spMkLst>
        </pc:spChg>
        <pc:spChg chg="del">
          <ac:chgData name="Alejandra Bravo Garcia" userId="4cf5125d-f567-4a98-9bb5-4ea9ae908f01" providerId="ADAL" clId="{20B9C4F6-F537-4BE7-987D-554A3B4B781E}" dt="2023-09-05T02:11:58.246" v="308" actId="478"/>
          <ac:spMkLst>
            <pc:docMk/>
            <pc:sldMk cId="1943926825" sldId="2076137704"/>
            <ac:spMk id="3" creationId="{22ACFD13-C7FA-F4C3-0B07-3BE2A9BDD524}"/>
          </ac:spMkLst>
        </pc:spChg>
        <pc:picChg chg="add mod">
          <ac:chgData name="Alejandra Bravo Garcia" userId="4cf5125d-f567-4a98-9bb5-4ea9ae908f01" providerId="ADAL" clId="{20B9C4F6-F537-4BE7-987D-554A3B4B781E}" dt="2023-09-05T02:12:14.281" v="314" actId="1076"/>
          <ac:picMkLst>
            <pc:docMk/>
            <pc:sldMk cId="1943926825" sldId="2076137704"/>
            <ac:picMk id="2050" creationId="{3F21FD4D-CAA2-76D4-8B35-B7D0509C8200}"/>
          </ac:picMkLst>
        </pc:picChg>
      </pc:sldChg>
      <pc:sldChg chg="modSp mod">
        <pc:chgData name="Alejandra Bravo Garcia" userId="4cf5125d-f567-4a98-9bb5-4ea9ae908f01" providerId="ADAL" clId="{20B9C4F6-F537-4BE7-987D-554A3B4B781E}" dt="2023-09-05T01:58:04.930" v="63" actId="20577"/>
        <pc:sldMkLst>
          <pc:docMk/>
          <pc:sldMk cId="3167001994" sldId="2076137705"/>
        </pc:sldMkLst>
        <pc:spChg chg="mod">
          <ac:chgData name="Alejandra Bravo Garcia" userId="4cf5125d-f567-4a98-9bb5-4ea9ae908f01" providerId="ADAL" clId="{20B9C4F6-F537-4BE7-987D-554A3B4B781E}" dt="2023-09-05T01:58:04.930" v="63" actId="20577"/>
          <ac:spMkLst>
            <pc:docMk/>
            <pc:sldMk cId="3167001994" sldId="2076137705"/>
            <ac:spMk id="2" creationId="{972BB412-0761-08C0-91B5-7D184FDF0428}"/>
          </ac:spMkLst>
        </pc:spChg>
        <pc:spChg chg="mod">
          <ac:chgData name="Alejandra Bravo Garcia" userId="4cf5125d-f567-4a98-9bb5-4ea9ae908f01" providerId="ADAL" clId="{20B9C4F6-F537-4BE7-987D-554A3B4B781E}" dt="2023-09-05T01:51:50.923" v="36" actId="20577"/>
          <ac:spMkLst>
            <pc:docMk/>
            <pc:sldMk cId="3167001994" sldId="2076137705"/>
            <ac:spMk id="3" creationId="{317770C8-A12B-436B-AB8E-9FC2932E0DB7}"/>
          </ac:spMkLst>
        </pc:spChg>
      </pc:sldChg>
      <pc:sldChg chg="addSp modSp mod setBg">
        <pc:chgData name="Alejandra Bravo Garcia" userId="4cf5125d-f567-4a98-9bb5-4ea9ae908f01" providerId="ADAL" clId="{20B9C4F6-F537-4BE7-987D-554A3B4B781E}" dt="2023-09-05T02:53:38.287" v="444" actId="207"/>
        <pc:sldMkLst>
          <pc:docMk/>
          <pc:sldMk cId="2328334949" sldId="2076137706"/>
        </pc:sldMkLst>
        <pc:spChg chg="mod">
          <ac:chgData name="Alejandra Bravo Garcia" userId="4cf5125d-f567-4a98-9bb5-4ea9ae908f01" providerId="ADAL" clId="{20B9C4F6-F537-4BE7-987D-554A3B4B781E}" dt="2023-09-05T01:58:17.012" v="65" actId="14100"/>
          <ac:spMkLst>
            <pc:docMk/>
            <pc:sldMk cId="2328334949" sldId="2076137706"/>
            <ac:spMk id="2" creationId="{B6EFDCBE-E499-3103-92A5-28F5D6427A64}"/>
          </ac:spMkLst>
        </pc:spChg>
        <pc:spChg chg="add mod">
          <ac:chgData name="Alejandra Bravo Garcia" userId="4cf5125d-f567-4a98-9bb5-4ea9ae908f01" providerId="ADAL" clId="{20B9C4F6-F537-4BE7-987D-554A3B4B781E}" dt="2023-09-05T02:53:38.287" v="444" actId="207"/>
          <ac:spMkLst>
            <pc:docMk/>
            <pc:sldMk cId="2328334949" sldId="2076137706"/>
            <ac:spMk id="3" creationId="{E13EDA60-EA13-DE58-247C-0BA1927DF33E}"/>
          </ac:spMkLst>
        </pc:spChg>
      </pc:sldChg>
      <pc:sldChg chg="modSp add mod ord">
        <pc:chgData name="Alejandra Bravo Garcia" userId="4cf5125d-f567-4a98-9bb5-4ea9ae908f01" providerId="ADAL" clId="{20B9C4F6-F537-4BE7-987D-554A3B4B781E}" dt="2023-09-05T02:05:38.074" v="202" actId="14100"/>
        <pc:sldMkLst>
          <pc:docMk/>
          <pc:sldMk cId="3736436638" sldId="2076137707"/>
        </pc:sldMkLst>
        <pc:spChg chg="mod">
          <ac:chgData name="Alejandra Bravo Garcia" userId="4cf5125d-f567-4a98-9bb5-4ea9ae908f01" providerId="ADAL" clId="{20B9C4F6-F537-4BE7-987D-554A3B4B781E}" dt="2023-09-05T02:05:38.074" v="202" actId="14100"/>
          <ac:spMkLst>
            <pc:docMk/>
            <pc:sldMk cId="3736436638" sldId="2076137707"/>
            <ac:spMk id="2" creationId="{A3C1683D-3F2C-514D-52C2-E5502AEA6BCB}"/>
          </ac:spMkLst>
        </pc:spChg>
      </pc:sldChg>
      <pc:sldChg chg="modSp add mod ord">
        <pc:chgData name="Alejandra Bravo Garcia" userId="4cf5125d-f567-4a98-9bb5-4ea9ae908f01" providerId="ADAL" clId="{20B9C4F6-F537-4BE7-987D-554A3B4B781E}" dt="2023-09-05T02:07:55.535" v="238" actId="20577"/>
        <pc:sldMkLst>
          <pc:docMk/>
          <pc:sldMk cId="829328944" sldId="2076137708"/>
        </pc:sldMkLst>
        <pc:spChg chg="mod">
          <ac:chgData name="Alejandra Bravo Garcia" userId="4cf5125d-f567-4a98-9bb5-4ea9ae908f01" providerId="ADAL" clId="{20B9C4F6-F537-4BE7-987D-554A3B4B781E}" dt="2023-09-05T02:07:55.535" v="238" actId="20577"/>
          <ac:spMkLst>
            <pc:docMk/>
            <pc:sldMk cId="829328944" sldId="2076137708"/>
            <ac:spMk id="2" creationId="{A3C1683D-3F2C-514D-52C2-E5502AEA6BCB}"/>
          </ac:spMkLst>
        </pc:spChg>
      </pc:sldChg>
      <pc:sldChg chg="modSp add mod">
        <pc:chgData name="Alejandra Bravo Garcia" userId="4cf5125d-f567-4a98-9bb5-4ea9ae908f01" providerId="ADAL" clId="{20B9C4F6-F537-4BE7-987D-554A3B4B781E}" dt="2023-09-05T02:08:29.494" v="243" actId="20577"/>
        <pc:sldMkLst>
          <pc:docMk/>
          <pc:sldMk cId="694389719" sldId="2076137709"/>
        </pc:sldMkLst>
        <pc:spChg chg="mod">
          <ac:chgData name="Alejandra Bravo Garcia" userId="4cf5125d-f567-4a98-9bb5-4ea9ae908f01" providerId="ADAL" clId="{20B9C4F6-F537-4BE7-987D-554A3B4B781E}" dt="2023-09-05T02:08:29.494" v="243" actId="20577"/>
          <ac:spMkLst>
            <pc:docMk/>
            <pc:sldMk cId="694389719" sldId="2076137709"/>
            <ac:spMk id="2" creationId="{A3C1683D-3F2C-514D-52C2-E5502AEA6BCB}"/>
          </ac:spMkLst>
        </pc:spChg>
      </pc:sldChg>
      <pc:sldChg chg="modSp add mod">
        <pc:chgData name="Alejandra Bravo Garcia" userId="4cf5125d-f567-4a98-9bb5-4ea9ae908f01" providerId="ADAL" clId="{20B9C4F6-F537-4BE7-987D-554A3B4B781E}" dt="2023-09-05T02:08:53.284" v="250" actId="20577"/>
        <pc:sldMkLst>
          <pc:docMk/>
          <pc:sldMk cId="3734186721" sldId="2076137710"/>
        </pc:sldMkLst>
        <pc:spChg chg="mod">
          <ac:chgData name="Alejandra Bravo Garcia" userId="4cf5125d-f567-4a98-9bb5-4ea9ae908f01" providerId="ADAL" clId="{20B9C4F6-F537-4BE7-987D-554A3B4B781E}" dt="2023-09-05T02:08:53.284" v="250" actId="20577"/>
          <ac:spMkLst>
            <pc:docMk/>
            <pc:sldMk cId="3734186721" sldId="2076137710"/>
            <ac:spMk id="2" creationId="{A3C1683D-3F2C-514D-52C2-E5502AEA6BCB}"/>
          </ac:spMkLst>
        </pc:spChg>
      </pc:sldChg>
      <pc:sldChg chg="modSp add mod">
        <pc:chgData name="Alejandra Bravo Garcia" userId="4cf5125d-f567-4a98-9bb5-4ea9ae908f01" providerId="ADAL" clId="{20B9C4F6-F537-4BE7-987D-554A3B4B781E}" dt="2023-09-05T02:10:39.157" v="303" actId="20577"/>
        <pc:sldMkLst>
          <pc:docMk/>
          <pc:sldMk cId="571905608" sldId="2076137711"/>
        </pc:sldMkLst>
        <pc:spChg chg="mod">
          <ac:chgData name="Alejandra Bravo Garcia" userId="4cf5125d-f567-4a98-9bb5-4ea9ae908f01" providerId="ADAL" clId="{20B9C4F6-F537-4BE7-987D-554A3B4B781E}" dt="2023-09-05T02:10:39.157" v="303" actId="20577"/>
          <ac:spMkLst>
            <pc:docMk/>
            <pc:sldMk cId="571905608" sldId="2076137711"/>
            <ac:spMk id="2" creationId="{A3C1683D-3F2C-514D-52C2-E5502AEA6BCB}"/>
          </ac:spMkLst>
        </pc:spChg>
      </pc:sldChg>
      <pc:sldChg chg="add del">
        <pc:chgData name="Alejandra Bravo Garcia" userId="4cf5125d-f567-4a98-9bb5-4ea9ae908f01" providerId="ADAL" clId="{20B9C4F6-F537-4BE7-987D-554A3B4B781E}" dt="2023-09-05T02:06:17.425" v="211" actId="2696"/>
        <pc:sldMkLst>
          <pc:docMk/>
          <pc:sldMk cId="1618824746" sldId="2076137712"/>
        </pc:sldMkLst>
      </pc:sldChg>
      <pc:sldChg chg="addSp delSp modSp add mod ord">
        <pc:chgData name="Alejandra Bravo Garcia" userId="4cf5125d-f567-4a98-9bb5-4ea9ae908f01" providerId="ADAL" clId="{20B9C4F6-F537-4BE7-987D-554A3B4B781E}" dt="2023-09-05T02:11:25.147" v="305"/>
        <pc:sldMkLst>
          <pc:docMk/>
          <pc:sldMk cId="3631252662" sldId="2076137712"/>
        </pc:sldMkLst>
        <pc:spChg chg="del">
          <ac:chgData name="Alejandra Bravo Garcia" userId="4cf5125d-f567-4a98-9bb5-4ea9ae908f01" providerId="ADAL" clId="{20B9C4F6-F537-4BE7-987D-554A3B4B781E}" dt="2023-09-05T02:07:08.601" v="226" actId="478"/>
          <ac:spMkLst>
            <pc:docMk/>
            <pc:sldMk cId="3631252662" sldId="2076137712"/>
            <ac:spMk id="2" creationId="{65692239-D7A4-8289-9A70-5DE5384D5E01}"/>
          </ac:spMkLst>
        </pc:spChg>
        <pc:spChg chg="del">
          <ac:chgData name="Alejandra Bravo Garcia" userId="4cf5125d-f567-4a98-9bb5-4ea9ae908f01" providerId="ADAL" clId="{20B9C4F6-F537-4BE7-987D-554A3B4B781E}" dt="2023-09-05T02:07:00.520" v="224" actId="478"/>
          <ac:spMkLst>
            <pc:docMk/>
            <pc:sldMk cId="3631252662" sldId="2076137712"/>
            <ac:spMk id="3" creationId="{22ACFD13-C7FA-F4C3-0B07-3BE2A9BDD524}"/>
          </ac:spMkLst>
        </pc:spChg>
        <pc:picChg chg="add mod">
          <ac:chgData name="Alejandra Bravo Garcia" userId="4cf5125d-f567-4a98-9bb5-4ea9ae908f01" providerId="ADAL" clId="{20B9C4F6-F537-4BE7-987D-554A3B4B781E}" dt="2023-09-05T02:07:19.973" v="227" actId="1076"/>
          <ac:picMkLst>
            <pc:docMk/>
            <pc:sldMk cId="3631252662" sldId="2076137712"/>
            <ac:picMk id="1026" creationId="{DC153E5B-DFF3-D2D8-88FC-43C6A850998F}"/>
          </ac:picMkLst>
        </pc:picChg>
      </pc:sldChg>
      <pc:sldChg chg="addSp delSp modSp add mod ord">
        <pc:chgData name="Alejandra Bravo Garcia" userId="4cf5125d-f567-4a98-9bb5-4ea9ae908f01" providerId="ADAL" clId="{20B9C4F6-F537-4BE7-987D-554A3B4B781E}" dt="2023-09-05T02:17:56.182" v="351" actId="1076"/>
        <pc:sldMkLst>
          <pc:docMk/>
          <pc:sldMk cId="536104298" sldId="2076137713"/>
        </pc:sldMkLst>
        <pc:spChg chg="del mod">
          <ac:chgData name="Alejandra Bravo Garcia" userId="4cf5125d-f567-4a98-9bb5-4ea9ae908f01" providerId="ADAL" clId="{20B9C4F6-F537-4BE7-987D-554A3B4B781E}" dt="2023-09-05T02:15:31.170" v="338" actId="478"/>
          <ac:spMkLst>
            <pc:docMk/>
            <pc:sldMk cId="536104298" sldId="2076137713"/>
            <ac:spMk id="2" creationId="{65692239-D7A4-8289-9A70-5DE5384D5E01}"/>
          </ac:spMkLst>
        </pc:spChg>
        <pc:spChg chg="del">
          <ac:chgData name="Alejandra Bravo Garcia" userId="4cf5125d-f567-4a98-9bb5-4ea9ae908f01" providerId="ADAL" clId="{20B9C4F6-F537-4BE7-987D-554A3B4B781E}" dt="2023-09-05T02:15:07.040" v="332" actId="478"/>
          <ac:spMkLst>
            <pc:docMk/>
            <pc:sldMk cId="536104298" sldId="2076137713"/>
            <ac:spMk id="3" creationId="{22ACFD13-C7FA-F4C3-0B07-3BE2A9BDD524}"/>
          </ac:spMkLst>
        </pc:spChg>
        <pc:spChg chg="add mod">
          <ac:chgData name="Alejandra Bravo Garcia" userId="4cf5125d-f567-4a98-9bb5-4ea9ae908f01" providerId="ADAL" clId="{20B9C4F6-F537-4BE7-987D-554A3B4B781E}" dt="2023-09-05T02:16:49.285" v="345" actId="14100"/>
          <ac:spMkLst>
            <pc:docMk/>
            <pc:sldMk cId="536104298" sldId="2076137713"/>
            <ac:spMk id="4" creationId="{50FEBFAF-F16F-D3D3-04EB-C957FF331333}"/>
          </ac:spMkLst>
        </pc:spChg>
        <pc:spChg chg="add mod">
          <ac:chgData name="Alejandra Bravo Garcia" userId="4cf5125d-f567-4a98-9bb5-4ea9ae908f01" providerId="ADAL" clId="{20B9C4F6-F537-4BE7-987D-554A3B4B781E}" dt="2023-09-05T02:17:09.306" v="348" actId="255"/>
          <ac:spMkLst>
            <pc:docMk/>
            <pc:sldMk cId="536104298" sldId="2076137713"/>
            <ac:spMk id="5" creationId="{396D43B6-C001-8635-3ECC-22C243D08BBD}"/>
          </ac:spMkLst>
        </pc:spChg>
        <pc:spChg chg="add mod">
          <ac:chgData name="Alejandra Bravo Garcia" userId="4cf5125d-f567-4a98-9bb5-4ea9ae908f01" providerId="ADAL" clId="{20B9C4F6-F537-4BE7-987D-554A3B4B781E}" dt="2023-09-05T02:17:56.182" v="351" actId="1076"/>
          <ac:spMkLst>
            <pc:docMk/>
            <pc:sldMk cId="536104298" sldId="2076137713"/>
            <ac:spMk id="6" creationId="{C5827CDD-A6E4-25EA-3A20-58D43697366D}"/>
          </ac:spMkLst>
        </pc:spChg>
        <pc:spChg chg="add mod">
          <ac:chgData name="Alejandra Bravo Garcia" userId="4cf5125d-f567-4a98-9bb5-4ea9ae908f01" providerId="ADAL" clId="{20B9C4F6-F537-4BE7-987D-554A3B4B781E}" dt="2023-09-05T02:17:46.310" v="350" actId="20577"/>
          <ac:spMkLst>
            <pc:docMk/>
            <pc:sldMk cId="536104298" sldId="2076137713"/>
            <ac:spMk id="7" creationId="{22E3879B-FFF9-187A-E988-98E80FBEF22E}"/>
          </ac:spMkLst>
        </pc:spChg>
      </pc:sldChg>
      <pc:sldChg chg="addSp delSp modSp add mod ord">
        <pc:chgData name="Alejandra Bravo Garcia" userId="4cf5125d-f567-4a98-9bb5-4ea9ae908f01" providerId="ADAL" clId="{20B9C4F6-F537-4BE7-987D-554A3B4B781E}" dt="2023-09-05T02:20:31.766" v="368" actId="113"/>
        <pc:sldMkLst>
          <pc:docMk/>
          <pc:sldMk cId="4073713596" sldId="2076137714"/>
        </pc:sldMkLst>
        <pc:spChg chg="del">
          <ac:chgData name="Alejandra Bravo Garcia" userId="4cf5125d-f567-4a98-9bb5-4ea9ae908f01" providerId="ADAL" clId="{20B9C4F6-F537-4BE7-987D-554A3B4B781E}" dt="2023-09-05T02:18:28.266" v="352" actId="478"/>
          <ac:spMkLst>
            <pc:docMk/>
            <pc:sldMk cId="4073713596" sldId="2076137714"/>
            <ac:spMk id="2" creationId="{65692239-D7A4-8289-9A70-5DE5384D5E01}"/>
          </ac:spMkLst>
        </pc:spChg>
        <pc:spChg chg="del">
          <ac:chgData name="Alejandra Bravo Garcia" userId="4cf5125d-f567-4a98-9bb5-4ea9ae908f01" providerId="ADAL" clId="{20B9C4F6-F537-4BE7-987D-554A3B4B781E}" dt="2023-09-05T02:18:29.875" v="353" actId="478"/>
          <ac:spMkLst>
            <pc:docMk/>
            <pc:sldMk cId="4073713596" sldId="2076137714"/>
            <ac:spMk id="3" creationId="{22ACFD13-C7FA-F4C3-0B07-3BE2A9BDD524}"/>
          </ac:spMkLst>
        </pc:spChg>
        <pc:spChg chg="add mod">
          <ac:chgData name="Alejandra Bravo Garcia" userId="4cf5125d-f567-4a98-9bb5-4ea9ae908f01" providerId="ADAL" clId="{20B9C4F6-F537-4BE7-987D-554A3B4B781E}" dt="2023-09-05T02:20:15.953" v="363" actId="14100"/>
          <ac:spMkLst>
            <pc:docMk/>
            <pc:sldMk cId="4073713596" sldId="2076137714"/>
            <ac:spMk id="4" creationId="{A4110A9C-3C0C-FFE0-8B27-DD567C75CC9C}"/>
          </ac:spMkLst>
        </pc:spChg>
        <pc:spChg chg="add mod">
          <ac:chgData name="Alejandra Bravo Garcia" userId="4cf5125d-f567-4a98-9bb5-4ea9ae908f01" providerId="ADAL" clId="{20B9C4F6-F537-4BE7-987D-554A3B4B781E}" dt="2023-09-05T02:20:19.067" v="364" actId="14100"/>
          <ac:spMkLst>
            <pc:docMk/>
            <pc:sldMk cId="4073713596" sldId="2076137714"/>
            <ac:spMk id="5" creationId="{D12BFC78-BB1A-5DF7-4A24-B2D125E3F549}"/>
          </ac:spMkLst>
        </pc:spChg>
        <pc:spChg chg="add mod">
          <ac:chgData name="Alejandra Bravo Garcia" userId="4cf5125d-f567-4a98-9bb5-4ea9ae908f01" providerId="ADAL" clId="{20B9C4F6-F537-4BE7-987D-554A3B4B781E}" dt="2023-09-05T02:20:31.766" v="368" actId="113"/>
          <ac:spMkLst>
            <pc:docMk/>
            <pc:sldMk cId="4073713596" sldId="2076137714"/>
            <ac:spMk id="6" creationId="{C5B670E2-61D2-BDE5-CA30-D2856F15D7DD}"/>
          </ac:spMkLst>
        </pc:spChg>
        <pc:picChg chg="add mod">
          <ac:chgData name="Alejandra Bravo Garcia" userId="4cf5125d-f567-4a98-9bb5-4ea9ae908f01" providerId="ADAL" clId="{20B9C4F6-F537-4BE7-987D-554A3B4B781E}" dt="2023-09-05T02:19:48.535" v="361" actId="1440"/>
          <ac:picMkLst>
            <pc:docMk/>
            <pc:sldMk cId="4073713596" sldId="2076137714"/>
            <ac:picMk id="4098" creationId="{341E7F11-1D29-5C4D-77E0-B8E3E6750D91}"/>
          </ac:picMkLst>
        </pc:picChg>
        <pc:picChg chg="add mod">
          <ac:chgData name="Alejandra Bravo Garcia" userId="4cf5125d-f567-4a98-9bb5-4ea9ae908f01" providerId="ADAL" clId="{20B9C4F6-F537-4BE7-987D-554A3B4B781E}" dt="2023-09-05T02:19:50.590" v="362" actId="1440"/>
          <ac:picMkLst>
            <pc:docMk/>
            <pc:sldMk cId="4073713596" sldId="2076137714"/>
            <ac:picMk id="4099" creationId="{DBB5197D-7643-3A44-BB24-E3E9AA538EDC}"/>
          </ac:picMkLst>
        </pc:picChg>
      </pc:sldChg>
      <pc:sldChg chg="addSp delSp modSp add mod ord">
        <pc:chgData name="Alejandra Bravo Garcia" userId="4cf5125d-f567-4a98-9bb5-4ea9ae908f01" providerId="ADAL" clId="{20B9C4F6-F537-4BE7-987D-554A3B4B781E}" dt="2023-09-05T02:22:00.112" v="379" actId="207"/>
        <pc:sldMkLst>
          <pc:docMk/>
          <pc:sldMk cId="3308352145" sldId="2076137715"/>
        </pc:sldMkLst>
        <pc:spChg chg="del">
          <ac:chgData name="Alejandra Bravo Garcia" userId="4cf5125d-f567-4a98-9bb5-4ea9ae908f01" providerId="ADAL" clId="{20B9C4F6-F537-4BE7-987D-554A3B4B781E}" dt="2023-09-05T02:21:04.214" v="370" actId="478"/>
          <ac:spMkLst>
            <pc:docMk/>
            <pc:sldMk cId="3308352145" sldId="2076137715"/>
            <ac:spMk id="2" creationId="{65692239-D7A4-8289-9A70-5DE5384D5E01}"/>
          </ac:spMkLst>
        </pc:spChg>
        <pc:spChg chg="del">
          <ac:chgData name="Alejandra Bravo Garcia" userId="4cf5125d-f567-4a98-9bb5-4ea9ae908f01" providerId="ADAL" clId="{20B9C4F6-F537-4BE7-987D-554A3B4B781E}" dt="2023-09-05T02:21:02.471" v="369" actId="478"/>
          <ac:spMkLst>
            <pc:docMk/>
            <pc:sldMk cId="3308352145" sldId="2076137715"/>
            <ac:spMk id="3" creationId="{22ACFD13-C7FA-F4C3-0B07-3BE2A9BDD524}"/>
          </ac:spMkLst>
        </pc:spChg>
        <pc:spChg chg="add mod">
          <ac:chgData name="Alejandra Bravo Garcia" userId="4cf5125d-f567-4a98-9bb5-4ea9ae908f01" providerId="ADAL" clId="{20B9C4F6-F537-4BE7-987D-554A3B4B781E}" dt="2023-09-05T02:21:52.352" v="378" actId="113"/>
          <ac:spMkLst>
            <pc:docMk/>
            <pc:sldMk cId="3308352145" sldId="2076137715"/>
            <ac:spMk id="4" creationId="{89401DFB-4589-4A40-1CF4-5D132DD2EF72}"/>
          </ac:spMkLst>
        </pc:spChg>
        <pc:spChg chg="add mod">
          <ac:chgData name="Alejandra Bravo Garcia" userId="4cf5125d-f567-4a98-9bb5-4ea9ae908f01" providerId="ADAL" clId="{20B9C4F6-F537-4BE7-987D-554A3B4B781E}" dt="2023-09-05T02:22:00.112" v="379" actId="207"/>
          <ac:spMkLst>
            <pc:docMk/>
            <pc:sldMk cId="3308352145" sldId="2076137715"/>
            <ac:spMk id="5" creationId="{A2D74E4D-CBE6-A3D9-BD83-ED8A812243ED}"/>
          </ac:spMkLst>
        </pc:spChg>
        <pc:spChg chg="add mod">
          <ac:chgData name="Alejandra Bravo Garcia" userId="4cf5125d-f567-4a98-9bb5-4ea9ae908f01" providerId="ADAL" clId="{20B9C4F6-F537-4BE7-987D-554A3B4B781E}" dt="2023-09-05T02:21:32.961" v="374" actId="1076"/>
          <ac:spMkLst>
            <pc:docMk/>
            <pc:sldMk cId="3308352145" sldId="2076137715"/>
            <ac:spMk id="6" creationId="{E7A96764-862C-3475-9311-453A659389A3}"/>
          </ac:spMkLst>
        </pc:spChg>
        <pc:picChg chg="add mod">
          <ac:chgData name="Alejandra Bravo Garcia" userId="4cf5125d-f567-4a98-9bb5-4ea9ae908f01" providerId="ADAL" clId="{20B9C4F6-F537-4BE7-987D-554A3B4B781E}" dt="2023-09-05T02:21:39.376" v="376" actId="1440"/>
          <ac:picMkLst>
            <pc:docMk/>
            <pc:sldMk cId="3308352145" sldId="2076137715"/>
            <ac:picMk id="5122" creationId="{E54C5135-F610-A35E-7081-EC02C10B7FFC}"/>
          </ac:picMkLst>
        </pc:picChg>
      </pc:sldChg>
      <pc:sldChg chg="addSp delSp modSp add mod">
        <pc:chgData name="Alejandra Bravo Garcia" userId="4cf5125d-f567-4a98-9bb5-4ea9ae908f01" providerId="ADAL" clId="{20B9C4F6-F537-4BE7-987D-554A3B4B781E}" dt="2023-09-05T02:14:13.054" v="331" actId="14100"/>
        <pc:sldMkLst>
          <pc:docMk/>
          <pc:sldMk cId="2456185182" sldId="2076137716"/>
        </pc:sldMkLst>
        <pc:spChg chg="mod">
          <ac:chgData name="Alejandra Bravo Garcia" userId="4cf5125d-f567-4a98-9bb5-4ea9ae908f01" providerId="ADAL" clId="{20B9C4F6-F537-4BE7-987D-554A3B4B781E}" dt="2023-09-05T02:13:26.277" v="324" actId="5793"/>
          <ac:spMkLst>
            <pc:docMk/>
            <pc:sldMk cId="2456185182" sldId="2076137716"/>
            <ac:spMk id="2" creationId="{65692239-D7A4-8289-9A70-5DE5384D5E01}"/>
          </ac:spMkLst>
        </pc:spChg>
        <pc:picChg chg="del">
          <ac:chgData name="Alejandra Bravo Garcia" userId="4cf5125d-f567-4a98-9bb5-4ea9ae908f01" providerId="ADAL" clId="{20B9C4F6-F537-4BE7-987D-554A3B4B781E}" dt="2023-09-05T02:12:59.294" v="320" actId="478"/>
          <ac:picMkLst>
            <pc:docMk/>
            <pc:sldMk cId="2456185182" sldId="2076137716"/>
            <ac:picMk id="2050" creationId="{3F21FD4D-CAA2-76D4-8B35-B7D0509C8200}"/>
          </ac:picMkLst>
        </pc:picChg>
        <pc:picChg chg="add mod">
          <ac:chgData name="Alejandra Bravo Garcia" userId="4cf5125d-f567-4a98-9bb5-4ea9ae908f01" providerId="ADAL" clId="{20B9C4F6-F537-4BE7-987D-554A3B4B781E}" dt="2023-09-05T02:14:13.054" v="331" actId="14100"/>
          <ac:picMkLst>
            <pc:docMk/>
            <pc:sldMk cId="2456185182" sldId="2076137716"/>
            <ac:picMk id="3074" creationId="{0E5561CE-0A7C-B717-8D59-304DF82310BC}"/>
          </ac:picMkLst>
        </pc:picChg>
      </pc:sldChg>
      <pc:sldMasterChg chg="delSldLayout">
        <pc:chgData name="Alejandra Bravo Garcia" userId="4cf5125d-f567-4a98-9bb5-4ea9ae908f01" providerId="ADAL" clId="{20B9C4F6-F537-4BE7-987D-554A3B4B781E}" dt="2023-09-05T02:05:50.448" v="206" actId="2696"/>
        <pc:sldMasterMkLst>
          <pc:docMk/>
          <pc:sldMasterMk cId="2491898207" sldId="2147483660"/>
        </pc:sldMasterMkLst>
        <pc:sldLayoutChg chg="del">
          <pc:chgData name="Alejandra Bravo Garcia" userId="4cf5125d-f567-4a98-9bb5-4ea9ae908f01" providerId="ADAL" clId="{20B9C4F6-F537-4BE7-987D-554A3B4B781E}" dt="2023-09-05T02:05:50.448" v="206" actId="2696"/>
          <pc:sldLayoutMkLst>
            <pc:docMk/>
            <pc:sldMasterMk cId="2491898207" sldId="2147483660"/>
            <pc:sldLayoutMk cId="1493273478" sldId="2147483666"/>
          </pc:sldLayoutMkLst>
        </pc:sldLayoutChg>
      </pc:sldMasterChg>
    </pc:docChg>
  </pc:docChgLst>
  <pc:docChgLst>
    <pc:chgData name="Carolina Lastra Avendaño" userId="S::clastra@ciisa.cl::81d2f08a-669f-4504-b713-9505f7f274c4" providerId="AD" clId="Web-{5CA01B3C-B536-6762-EAA4-E33501866A87}"/>
    <pc:docChg chg="addSld delSld modSld modMainMaster">
      <pc:chgData name="Carolina Lastra Avendaño" userId="S::clastra@ciisa.cl::81d2f08a-669f-4504-b713-9505f7f274c4" providerId="AD" clId="Web-{5CA01B3C-B536-6762-EAA4-E33501866A87}" dt="2024-05-22T15:43:42.882" v="61" actId="20577"/>
      <pc:docMkLst>
        <pc:docMk/>
      </pc:docMkLst>
      <pc:sldChg chg="del mod">
        <pc:chgData name="Carolina Lastra Avendaño" userId="S::clastra@ciisa.cl::81d2f08a-669f-4504-b713-9505f7f274c4" providerId="AD" clId="Web-{5CA01B3C-B536-6762-EAA4-E33501866A87}" dt="2024-05-22T15:41:22.611" v="45"/>
        <pc:sldMkLst>
          <pc:docMk/>
          <pc:sldMk cId="242947854" sldId="2076137701"/>
        </pc:sldMkLst>
      </pc:sldChg>
      <pc:sldChg chg="mod">
        <pc:chgData name="Carolina Lastra Avendaño" userId="S::clastra@ciisa.cl::81d2f08a-669f-4504-b713-9505f7f274c4" providerId="AD" clId="Web-{5CA01B3C-B536-6762-EAA4-E33501866A87}" dt="2024-05-22T15:38:24.043" v="1"/>
        <pc:sldMkLst>
          <pc:docMk/>
          <pc:sldMk cId="1136515697" sldId="2076137702"/>
        </pc:sldMkLst>
      </pc:sldChg>
      <pc:sldChg chg="modSp mod setBg modCm">
        <pc:chgData name="Carolina Lastra Avendaño" userId="S::clastra@ciisa.cl::81d2f08a-669f-4504-b713-9505f7f274c4" providerId="AD" clId="Web-{5CA01B3C-B536-6762-EAA4-E33501866A87}" dt="2024-05-22T15:40:20.562" v="31" actId="20577"/>
        <pc:sldMkLst>
          <pc:docMk/>
          <pc:sldMk cId="868812523" sldId="2076137703"/>
        </pc:sldMkLst>
        <pc:spChg chg="mod">
          <ac:chgData name="Carolina Lastra Avendaño" userId="S::clastra@ciisa.cl::81d2f08a-669f-4504-b713-9505f7f274c4" providerId="AD" clId="Web-{5CA01B3C-B536-6762-EAA4-E33501866A87}" dt="2024-05-22T15:40:20.562" v="31" actId="20577"/>
          <ac:spMkLst>
            <pc:docMk/>
            <pc:sldMk cId="868812523" sldId="2076137703"/>
            <ac:spMk id="2" creationId="{A3C1683D-3F2C-514D-52C2-E5502AEA6BCB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Carolina Lastra Avendaño" userId="S::clastra@ciisa.cl::81d2f08a-669f-4504-b713-9505f7f274c4" providerId="AD" clId="Web-{5CA01B3C-B536-6762-EAA4-E33501866A87}" dt="2024-05-22T15:40:20.562" v="31" actId="20577"/>
              <pc2:cmMkLst xmlns:pc2="http://schemas.microsoft.com/office/powerpoint/2019/9/main/command">
                <pc:docMk/>
                <pc:sldMk cId="868812523" sldId="2076137703"/>
                <pc2:cmMk id="{1EA8D883-5044-4AAA-BBAD-F5A58475186B}"/>
              </pc2:cmMkLst>
            </pc226:cmChg>
          </p:ext>
        </pc:extLst>
      </pc:sldChg>
      <pc:sldChg chg="mod">
        <pc:chgData name="Carolina Lastra Avendaño" userId="S::clastra@ciisa.cl::81d2f08a-669f-4504-b713-9505f7f274c4" providerId="AD" clId="Web-{5CA01B3C-B536-6762-EAA4-E33501866A87}" dt="2024-05-22T15:38:24.043" v="1"/>
        <pc:sldMkLst>
          <pc:docMk/>
          <pc:sldMk cId="1943926825" sldId="2076137704"/>
        </pc:sldMkLst>
      </pc:sldChg>
      <pc:sldChg chg="modSp mod setBg modCm">
        <pc:chgData name="Carolina Lastra Avendaño" userId="S::clastra@ciisa.cl::81d2f08a-669f-4504-b713-9505f7f274c4" providerId="AD" clId="Web-{5CA01B3C-B536-6762-EAA4-E33501866A87}" dt="2024-05-22T15:39:11.748" v="25" actId="20577"/>
        <pc:sldMkLst>
          <pc:docMk/>
          <pc:sldMk cId="3167001994" sldId="2076137705"/>
        </pc:sldMkLst>
        <pc:spChg chg="mod">
          <ac:chgData name="Carolina Lastra Avendaño" userId="S::clastra@ciisa.cl::81d2f08a-669f-4504-b713-9505f7f274c4" providerId="AD" clId="Web-{5CA01B3C-B536-6762-EAA4-E33501866A87}" dt="2024-05-22T15:38:58.185" v="12" actId="20577"/>
          <ac:spMkLst>
            <pc:docMk/>
            <pc:sldMk cId="3167001994" sldId="2076137705"/>
            <ac:spMk id="2" creationId="{972BB412-0761-08C0-91B5-7D184FDF0428}"/>
          </ac:spMkLst>
        </pc:spChg>
        <pc:spChg chg="mod">
          <ac:chgData name="Carolina Lastra Avendaño" userId="S::clastra@ciisa.cl::81d2f08a-669f-4504-b713-9505f7f274c4" providerId="AD" clId="Web-{5CA01B3C-B536-6762-EAA4-E33501866A87}" dt="2024-05-22T15:39:11.748" v="25" actId="20577"/>
          <ac:spMkLst>
            <pc:docMk/>
            <pc:sldMk cId="3167001994" sldId="2076137705"/>
            <ac:spMk id="3" creationId="{317770C8-A12B-436B-AB8E-9FC2932E0DB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Carolina Lastra Avendaño" userId="S::clastra@ciisa.cl::81d2f08a-669f-4504-b713-9505f7f274c4" providerId="AD" clId="Web-{5CA01B3C-B536-6762-EAA4-E33501866A87}" dt="2024-05-22T15:39:11.748" v="25" actId="20577"/>
              <pc2:cmMkLst xmlns:pc2="http://schemas.microsoft.com/office/powerpoint/2019/9/main/command">
                <pc:docMk/>
                <pc:sldMk cId="3167001994" sldId="2076137705"/>
                <pc2:cmMk id="{6ACC9BD5-3395-4EED-95E2-0F111C252A4D}"/>
              </pc2:cmMkLst>
            </pc226:cmChg>
          </p:ext>
        </pc:extLst>
      </pc:sldChg>
      <pc:sldChg chg="modSp mod">
        <pc:chgData name="Carolina Lastra Avendaño" userId="S::clastra@ciisa.cl::81d2f08a-669f-4504-b713-9505f7f274c4" providerId="AD" clId="Web-{5CA01B3C-B536-6762-EAA4-E33501866A87}" dt="2024-05-22T15:42:29.379" v="51" actId="1076"/>
        <pc:sldMkLst>
          <pc:docMk/>
          <pc:sldMk cId="2328334949" sldId="2076137706"/>
        </pc:sldMkLst>
        <pc:spChg chg="mod">
          <ac:chgData name="Carolina Lastra Avendaño" userId="S::clastra@ciisa.cl::81d2f08a-669f-4504-b713-9505f7f274c4" providerId="AD" clId="Web-{5CA01B3C-B536-6762-EAA4-E33501866A87}" dt="2024-05-22T15:42:15.316" v="49" actId="1076"/>
          <ac:spMkLst>
            <pc:docMk/>
            <pc:sldMk cId="2328334949" sldId="2076137706"/>
            <ac:spMk id="2" creationId="{B6EFDCBE-E499-3103-92A5-28F5D6427A64}"/>
          </ac:spMkLst>
        </pc:spChg>
        <pc:spChg chg="mod">
          <ac:chgData name="Carolina Lastra Avendaño" userId="S::clastra@ciisa.cl::81d2f08a-669f-4504-b713-9505f7f274c4" providerId="AD" clId="Web-{5CA01B3C-B536-6762-EAA4-E33501866A87}" dt="2024-05-22T15:42:29.379" v="51" actId="1076"/>
          <ac:spMkLst>
            <pc:docMk/>
            <pc:sldMk cId="2328334949" sldId="2076137706"/>
            <ac:spMk id="3" creationId="{E13EDA60-EA13-DE58-247C-0BA1927DF33E}"/>
          </ac:spMkLst>
        </pc:spChg>
      </pc:sldChg>
      <pc:sldChg chg="modSp mod setBg modCm">
        <pc:chgData name="Carolina Lastra Avendaño" userId="S::clastra@ciisa.cl::81d2f08a-669f-4504-b713-9505f7f274c4" providerId="AD" clId="Web-{5CA01B3C-B536-6762-EAA4-E33501866A87}" dt="2024-05-22T15:40:52.173" v="43" actId="20577"/>
        <pc:sldMkLst>
          <pc:docMk/>
          <pc:sldMk cId="3736436638" sldId="2076137707"/>
        </pc:sldMkLst>
        <pc:spChg chg="mod">
          <ac:chgData name="Carolina Lastra Avendaño" userId="S::clastra@ciisa.cl::81d2f08a-669f-4504-b713-9505f7f274c4" providerId="AD" clId="Web-{5CA01B3C-B536-6762-EAA4-E33501866A87}" dt="2024-05-22T15:40:52.173" v="43" actId="20577"/>
          <ac:spMkLst>
            <pc:docMk/>
            <pc:sldMk cId="3736436638" sldId="2076137707"/>
            <ac:spMk id="2" creationId="{A3C1683D-3F2C-514D-52C2-E5502AEA6BCB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Carolina Lastra Avendaño" userId="S::clastra@ciisa.cl::81d2f08a-669f-4504-b713-9505f7f274c4" providerId="AD" clId="Web-{5CA01B3C-B536-6762-EAA4-E33501866A87}" dt="2024-05-22T15:40:52.173" v="43" actId="20577"/>
              <pc2:cmMkLst xmlns:pc2="http://schemas.microsoft.com/office/powerpoint/2019/9/main/command">
                <pc:docMk/>
                <pc:sldMk cId="3736436638" sldId="2076137707"/>
                <pc2:cmMk id="{07EF16F2-FDF7-459F-8065-373D6580A19D}"/>
              </pc2:cmMkLst>
            </pc226:cmChg>
          </p:ext>
        </pc:extLst>
      </pc:sldChg>
      <pc:sldChg chg="mod">
        <pc:chgData name="Carolina Lastra Avendaño" userId="S::clastra@ciisa.cl::81d2f08a-669f-4504-b713-9505f7f274c4" providerId="AD" clId="Web-{5CA01B3C-B536-6762-EAA4-E33501866A87}" dt="2024-05-22T15:38:24.043" v="1"/>
        <pc:sldMkLst>
          <pc:docMk/>
          <pc:sldMk cId="829328944" sldId="2076137708"/>
        </pc:sldMkLst>
      </pc:sldChg>
      <pc:sldChg chg="mod">
        <pc:chgData name="Carolina Lastra Avendaño" userId="S::clastra@ciisa.cl::81d2f08a-669f-4504-b713-9505f7f274c4" providerId="AD" clId="Web-{5CA01B3C-B536-6762-EAA4-E33501866A87}" dt="2024-05-22T15:38:24.043" v="1"/>
        <pc:sldMkLst>
          <pc:docMk/>
          <pc:sldMk cId="694389719" sldId="2076137709"/>
        </pc:sldMkLst>
      </pc:sldChg>
      <pc:sldChg chg="mod">
        <pc:chgData name="Carolina Lastra Avendaño" userId="S::clastra@ciisa.cl::81d2f08a-669f-4504-b713-9505f7f274c4" providerId="AD" clId="Web-{5CA01B3C-B536-6762-EAA4-E33501866A87}" dt="2024-05-22T15:38:24.043" v="1"/>
        <pc:sldMkLst>
          <pc:docMk/>
          <pc:sldMk cId="3734186721" sldId="2076137710"/>
        </pc:sldMkLst>
      </pc:sldChg>
      <pc:sldChg chg="mod">
        <pc:chgData name="Carolina Lastra Avendaño" userId="S::clastra@ciisa.cl::81d2f08a-669f-4504-b713-9505f7f274c4" providerId="AD" clId="Web-{5CA01B3C-B536-6762-EAA4-E33501866A87}" dt="2024-05-22T15:38:24.043" v="1"/>
        <pc:sldMkLst>
          <pc:docMk/>
          <pc:sldMk cId="571905608" sldId="2076137711"/>
        </pc:sldMkLst>
      </pc:sldChg>
      <pc:sldChg chg="del mod">
        <pc:chgData name="Carolina Lastra Avendaño" userId="S::clastra@ciisa.cl::81d2f08a-669f-4504-b713-9505f7f274c4" providerId="AD" clId="Web-{5CA01B3C-B536-6762-EAA4-E33501866A87}" dt="2024-05-22T15:41:06.033" v="44"/>
        <pc:sldMkLst>
          <pc:docMk/>
          <pc:sldMk cId="3631252662" sldId="2076137712"/>
        </pc:sldMkLst>
      </pc:sldChg>
      <pc:sldChg chg="mod">
        <pc:chgData name="Carolina Lastra Avendaño" userId="S::clastra@ciisa.cl::81d2f08a-669f-4504-b713-9505f7f274c4" providerId="AD" clId="Web-{5CA01B3C-B536-6762-EAA4-E33501866A87}" dt="2024-05-22T15:38:24.043" v="1"/>
        <pc:sldMkLst>
          <pc:docMk/>
          <pc:sldMk cId="536104298" sldId="2076137713"/>
        </pc:sldMkLst>
      </pc:sldChg>
      <pc:sldChg chg="mod">
        <pc:chgData name="Carolina Lastra Avendaño" userId="S::clastra@ciisa.cl::81d2f08a-669f-4504-b713-9505f7f274c4" providerId="AD" clId="Web-{5CA01B3C-B536-6762-EAA4-E33501866A87}" dt="2024-05-22T15:38:24.043" v="1"/>
        <pc:sldMkLst>
          <pc:docMk/>
          <pc:sldMk cId="4073713596" sldId="2076137714"/>
        </pc:sldMkLst>
      </pc:sldChg>
      <pc:sldChg chg="mod">
        <pc:chgData name="Carolina Lastra Avendaño" userId="S::clastra@ciisa.cl::81d2f08a-669f-4504-b713-9505f7f274c4" providerId="AD" clId="Web-{5CA01B3C-B536-6762-EAA4-E33501866A87}" dt="2024-05-22T15:38:24.043" v="1"/>
        <pc:sldMkLst>
          <pc:docMk/>
          <pc:sldMk cId="3308352145" sldId="2076137715"/>
        </pc:sldMkLst>
      </pc:sldChg>
      <pc:sldChg chg="mod">
        <pc:chgData name="Carolina Lastra Avendaño" userId="S::clastra@ciisa.cl::81d2f08a-669f-4504-b713-9505f7f274c4" providerId="AD" clId="Web-{5CA01B3C-B536-6762-EAA4-E33501866A87}" dt="2024-05-22T15:38:24.043" v="1"/>
        <pc:sldMkLst>
          <pc:docMk/>
          <pc:sldMk cId="2456185182" sldId="2076137716"/>
        </pc:sldMkLst>
      </pc:sldChg>
      <pc:sldChg chg="modSp mod">
        <pc:chgData name="Carolina Lastra Avendaño" userId="S::clastra@ciisa.cl::81d2f08a-669f-4504-b713-9505f7f274c4" providerId="AD" clId="Web-{5CA01B3C-B536-6762-EAA4-E33501866A87}" dt="2024-05-22T15:43:42.882" v="61" actId="20577"/>
        <pc:sldMkLst>
          <pc:docMk/>
          <pc:sldMk cId="2546042947" sldId="2076137717"/>
        </pc:sldMkLst>
        <pc:spChg chg="mod">
          <ac:chgData name="Carolina Lastra Avendaño" userId="S::clastra@ciisa.cl::81d2f08a-669f-4504-b713-9505f7f274c4" providerId="AD" clId="Web-{5CA01B3C-B536-6762-EAA4-E33501866A87}" dt="2024-05-22T15:43:42.882" v="61" actId="20577"/>
          <ac:spMkLst>
            <pc:docMk/>
            <pc:sldMk cId="2546042947" sldId="2076137717"/>
            <ac:spMk id="3" creationId="{E13EDA60-EA13-DE58-247C-0BA1927DF33E}"/>
          </ac:spMkLst>
        </pc:spChg>
      </pc:sldChg>
      <pc:sldChg chg="mod">
        <pc:chgData name="Carolina Lastra Avendaño" userId="S::clastra@ciisa.cl::81d2f08a-669f-4504-b713-9505f7f274c4" providerId="AD" clId="Web-{5CA01B3C-B536-6762-EAA4-E33501866A87}" dt="2024-05-22T15:38:24.043" v="1"/>
        <pc:sldMkLst>
          <pc:docMk/>
          <pc:sldMk cId="729372892" sldId="2076137718"/>
        </pc:sldMkLst>
      </pc:sldChg>
      <pc:sldChg chg="del mod">
        <pc:chgData name="Carolina Lastra Avendaño" userId="S::clastra@ciisa.cl::81d2f08a-669f-4504-b713-9505f7f274c4" providerId="AD" clId="Web-{5CA01B3C-B536-6762-EAA4-E33501866A87}" dt="2024-05-22T15:41:33.080" v="46"/>
        <pc:sldMkLst>
          <pc:docMk/>
          <pc:sldMk cId="2488761824" sldId="2076137719"/>
        </pc:sldMkLst>
      </pc:sldChg>
      <pc:sldChg chg="new">
        <pc:chgData name="Carolina Lastra Avendaño" userId="S::clastra@ciisa.cl::81d2f08a-669f-4504-b713-9505f7f274c4" providerId="AD" clId="Web-{5CA01B3C-B536-6762-EAA4-E33501866A87}" dt="2024-05-22T15:41:53.050" v="47"/>
        <pc:sldMkLst>
          <pc:docMk/>
          <pc:sldMk cId="3564780999" sldId="2076137719"/>
        </pc:sldMkLst>
      </pc:sldChg>
      <pc:sldMasterChg chg="mod setBg modSldLayout">
        <pc:chgData name="Carolina Lastra Avendaño" userId="S::clastra@ciisa.cl::81d2f08a-669f-4504-b713-9505f7f274c4" providerId="AD" clId="Web-{5CA01B3C-B536-6762-EAA4-E33501866A87}" dt="2024-05-22T15:38:24.043" v="1"/>
        <pc:sldMasterMkLst>
          <pc:docMk/>
          <pc:sldMasterMk cId="2491898207" sldId="2147483660"/>
        </pc:sldMasterMkLst>
        <pc:sldLayoutChg chg="mod">
          <pc:chgData name="Carolina Lastra Avendaño" userId="S::clastra@ciisa.cl::81d2f08a-669f-4504-b713-9505f7f274c4" providerId="AD" clId="Web-{5CA01B3C-B536-6762-EAA4-E33501866A87}" dt="2024-05-22T15:38:24.043" v="1"/>
          <pc:sldLayoutMkLst>
            <pc:docMk/>
            <pc:sldMasterMk cId="2491898207" sldId="2147483660"/>
            <pc:sldLayoutMk cId="193636416" sldId="2147483661"/>
          </pc:sldLayoutMkLst>
        </pc:sldLayoutChg>
        <pc:sldLayoutChg chg="mod">
          <pc:chgData name="Carolina Lastra Avendaño" userId="S::clastra@ciisa.cl::81d2f08a-669f-4504-b713-9505f7f274c4" providerId="AD" clId="Web-{5CA01B3C-B536-6762-EAA4-E33501866A87}" dt="2024-05-22T15:38:24.043" v="1"/>
          <pc:sldLayoutMkLst>
            <pc:docMk/>
            <pc:sldMasterMk cId="2491898207" sldId="2147483660"/>
            <pc:sldLayoutMk cId="639590872" sldId="2147483662"/>
          </pc:sldLayoutMkLst>
        </pc:sldLayoutChg>
        <pc:sldLayoutChg chg="mod">
          <pc:chgData name="Carolina Lastra Avendaño" userId="S::clastra@ciisa.cl::81d2f08a-669f-4504-b713-9505f7f274c4" providerId="AD" clId="Web-{5CA01B3C-B536-6762-EAA4-E33501866A87}" dt="2024-05-22T15:38:24.043" v="1"/>
          <pc:sldLayoutMkLst>
            <pc:docMk/>
            <pc:sldMasterMk cId="2491898207" sldId="2147483660"/>
            <pc:sldLayoutMk cId="3411197885" sldId="2147483663"/>
          </pc:sldLayoutMkLst>
        </pc:sldLayoutChg>
        <pc:sldLayoutChg chg="mod">
          <pc:chgData name="Carolina Lastra Avendaño" userId="S::clastra@ciisa.cl::81d2f08a-669f-4504-b713-9505f7f274c4" providerId="AD" clId="Web-{5CA01B3C-B536-6762-EAA4-E33501866A87}" dt="2024-05-22T15:38:24.043" v="1"/>
          <pc:sldLayoutMkLst>
            <pc:docMk/>
            <pc:sldMasterMk cId="2491898207" sldId="2147483660"/>
            <pc:sldLayoutMk cId="1993959781" sldId="2147483665"/>
          </pc:sldLayoutMkLst>
        </pc:sldLayoutChg>
      </pc:sldMasterChg>
    </pc:docChg>
  </pc:docChgLst>
  <pc:docChgLst>
    <pc:chgData name="Alejandra Bravo Garcia" userId="4cf5125d-f567-4a98-9bb5-4ea9ae908f01" providerId="ADAL" clId="{09F3A077-9801-4BE3-BA8A-39F44FBAEDFA}"/>
    <pc:docChg chg="undo custSel addSld delSld modSld">
      <pc:chgData name="Alejandra Bravo Garcia" userId="4cf5125d-f567-4a98-9bb5-4ea9ae908f01" providerId="ADAL" clId="{09F3A077-9801-4BE3-BA8A-39F44FBAEDFA}" dt="2024-08-14T22:04:24.772" v="323" actId="14100"/>
      <pc:docMkLst>
        <pc:docMk/>
      </pc:docMkLst>
      <pc:sldChg chg="addSp modSp mod">
        <pc:chgData name="Alejandra Bravo Garcia" userId="4cf5125d-f567-4a98-9bb5-4ea9ae908f01" providerId="ADAL" clId="{09F3A077-9801-4BE3-BA8A-39F44FBAEDFA}" dt="2024-08-14T19:10:07.727" v="109" actId="1076"/>
        <pc:sldMkLst>
          <pc:docMk/>
          <pc:sldMk cId="1136515697" sldId="2076137702"/>
        </pc:sldMkLst>
        <pc:spChg chg="mod">
          <ac:chgData name="Alejandra Bravo Garcia" userId="4cf5125d-f567-4a98-9bb5-4ea9ae908f01" providerId="ADAL" clId="{09F3A077-9801-4BE3-BA8A-39F44FBAEDFA}" dt="2024-08-14T19:08:09.034" v="5" actId="1076"/>
          <ac:spMkLst>
            <pc:docMk/>
            <pc:sldMk cId="1136515697" sldId="2076137702"/>
            <ac:spMk id="2" creationId="{0CA3E939-D55A-E52A-0AA1-F3B3B21690AE}"/>
          </ac:spMkLst>
        </pc:spChg>
        <pc:spChg chg="mod ord">
          <ac:chgData name="Alejandra Bravo Garcia" userId="4cf5125d-f567-4a98-9bb5-4ea9ae908f01" providerId="ADAL" clId="{09F3A077-9801-4BE3-BA8A-39F44FBAEDFA}" dt="2024-08-14T19:08:42.290" v="10" actId="14100"/>
          <ac:spMkLst>
            <pc:docMk/>
            <pc:sldMk cId="1136515697" sldId="2076137702"/>
            <ac:spMk id="3" creationId="{2A7BF873-53DC-D508-8E6A-31A26DB43DA6}"/>
          </ac:spMkLst>
        </pc:spChg>
        <pc:spChg chg="add mod">
          <ac:chgData name="Alejandra Bravo Garcia" userId="4cf5125d-f567-4a98-9bb5-4ea9ae908f01" providerId="ADAL" clId="{09F3A077-9801-4BE3-BA8A-39F44FBAEDFA}" dt="2024-08-14T19:08:00.697" v="4" actId="26606"/>
          <ac:spMkLst>
            <pc:docMk/>
            <pc:sldMk cId="1136515697" sldId="2076137702"/>
            <ac:spMk id="6" creationId="{9A1F0789-4168-42AC-8E25-BD35727F5EEC}"/>
          </ac:spMkLst>
        </pc:spChg>
        <pc:picChg chg="add mod">
          <ac:chgData name="Alejandra Bravo Garcia" userId="4cf5125d-f567-4a98-9bb5-4ea9ae908f01" providerId="ADAL" clId="{09F3A077-9801-4BE3-BA8A-39F44FBAEDFA}" dt="2024-08-14T19:10:07.727" v="109" actId="1076"/>
          <ac:picMkLst>
            <pc:docMk/>
            <pc:sldMk cId="1136515697" sldId="2076137702"/>
            <ac:picMk id="5" creationId="{C26AE073-6C6B-DA5B-8164-DF4D1751BC3F}"/>
          </ac:picMkLst>
        </pc:picChg>
      </pc:sldChg>
      <pc:sldChg chg="modSp mod">
        <pc:chgData name="Alejandra Bravo Garcia" userId="4cf5125d-f567-4a98-9bb5-4ea9ae908f01" providerId="ADAL" clId="{09F3A077-9801-4BE3-BA8A-39F44FBAEDFA}" dt="2024-08-14T19:16:47.657" v="111" actId="20577"/>
        <pc:sldMkLst>
          <pc:docMk/>
          <pc:sldMk cId="2546042947" sldId="2076137717"/>
        </pc:sldMkLst>
        <pc:spChg chg="mod">
          <ac:chgData name="Alejandra Bravo Garcia" userId="4cf5125d-f567-4a98-9bb5-4ea9ae908f01" providerId="ADAL" clId="{09F3A077-9801-4BE3-BA8A-39F44FBAEDFA}" dt="2024-08-14T19:16:47.657" v="111" actId="20577"/>
          <ac:spMkLst>
            <pc:docMk/>
            <pc:sldMk cId="2546042947" sldId="2076137717"/>
            <ac:spMk id="3" creationId="{E13EDA60-EA13-DE58-247C-0BA1927DF33E}"/>
          </ac:spMkLst>
        </pc:spChg>
      </pc:sldChg>
      <pc:sldChg chg="addSp modSp mod">
        <pc:chgData name="Alejandra Bravo Garcia" userId="4cf5125d-f567-4a98-9bb5-4ea9ae908f01" providerId="ADAL" clId="{09F3A077-9801-4BE3-BA8A-39F44FBAEDFA}" dt="2024-08-14T21:28:36.621" v="132" actId="113"/>
        <pc:sldMkLst>
          <pc:docMk/>
          <pc:sldMk cId="3073322197" sldId="2076137727"/>
        </pc:sldMkLst>
        <pc:spChg chg="mod">
          <ac:chgData name="Alejandra Bravo Garcia" userId="4cf5125d-f567-4a98-9bb5-4ea9ae908f01" providerId="ADAL" clId="{09F3A077-9801-4BE3-BA8A-39F44FBAEDFA}" dt="2024-08-14T21:28:36.621" v="132" actId="113"/>
          <ac:spMkLst>
            <pc:docMk/>
            <pc:sldMk cId="3073322197" sldId="2076137727"/>
            <ac:spMk id="3" creationId="{2A7BF873-53DC-D508-8E6A-31A26DB43DA6}"/>
          </ac:spMkLst>
        </pc:spChg>
        <pc:picChg chg="add mod">
          <ac:chgData name="Alejandra Bravo Garcia" userId="4cf5125d-f567-4a98-9bb5-4ea9ae908f01" providerId="ADAL" clId="{09F3A077-9801-4BE3-BA8A-39F44FBAEDFA}" dt="2024-08-14T21:27:51.611" v="122" actId="1440"/>
          <ac:picMkLst>
            <pc:docMk/>
            <pc:sldMk cId="3073322197" sldId="2076137727"/>
            <ac:picMk id="1026" creationId="{4DB6E521-F8BF-4870-C5B5-2AE25E01522B}"/>
          </ac:picMkLst>
        </pc:picChg>
      </pc:sldChg>
      <pc:sldChg chg="addSp modSp mod">
        <pc:chgData name="Alejandra Bravo Garcia" userId="4cf5125d-f567-4a98-9bb5-4ea9ae908f01" providerId="ADAL" clId="{09F3A077-9801-4BE3-BA8A-39F44FBAEDFA}" dt="2024-08-14T21:43:26.649" v="217" actId="1076"/>
        <pc:sldMkLst>
          <pc:docMk/>
          <pc:sldMk cId="2958182043" sldId="2076137728"/>
        </pc:sldMkLst>
        <pc:spChg chg="mod">
          <ac:chgData name="Alejandra Bravo Garcia" userId="4cf5125d-f567-4a98-9bb5-4ea9ae908f01" providerId="ADAL" clId="{09F3A077-9801-4BE3-BA8A-39F44FBAEDFA}" dt="2024-08-14T21:42:40.788" v="208" actId="1076"/>
          <ac:spMkLst>
            <pc:docMk/>
            <pc:sldMk cId="2958182043" sldId="2076137728"/>
            <ac:spMk id="3" creationId="{2A7BF873-53DC-D508-8E6A-31A26DB43DA6}"/>
          </ac:spMkLst>
        </pc:spChg>
        <pc:spChg chg="add">
          <ac:chgData name="Alejandra Bravo Garcia" userId="4cf5125d-f567-4a98-9bb5-4ea9ae908f01" providerId="ADAL" clId="{09F3A077-9801-4BE3-BA8A-39F44FBAEDFA}" dt="2024-08-14T21:42:42.575" v="209"/>
          <ac:spMkLst>
            <pc:docMk/>
            <pc:sldMk cId="2958182043" sldId="2076137728"/>
            <ac:spMk id="4" creationId="{A69E5B3A-2A7F-5201-DE9C-2C7F32022DBC}"/>
          </ac:spMkLst>
        </pc:spChg>
        <pc:spChg chg="add mod">
          <ac:chgData name="Alejandra Bravo Garcia" userId="4cf5125d-f567-4a98-9bb5-4ea9ae908f01" providerId="ADAL" clId="{09F3A077-9801-4BE3-BA8A-39F44FBAEDFA}" dt="2024-08-14T21:42:46.946" v="210"/>
          <ac:spMkLst>
            <pc:docMk/>
            <pc:sldMk cId="2958182043" sldId="2076137728"/>
            <ac:spMk id="5" creationId="{AEE583E7-2DD3-20B7-735B-73E6B2B58B87}"/>
          </ac:spMkLst>
        </pc:spChg>
        <pc:picChg chg="add mod">
          <ac:chgData name="Alejandra Bravo Garcia" userId="4cf5125d-f567-4a98-9bb5-4ea9ae908f01" providerId="ADAL" clId="{09F3A077-9801-4BE3-BA8A-39F44FBAEDFA}" dt="2024-08-14T21:43:26.649" v="217" actId="1076"/>
          <ac:picMkLst>
            <pc:docMk/>
            <pc:sldMk cId="2958182043" sldId="2076137728"/>
            <ac:picMk id="2052" creationId="{D5089E9F-B565-435B-A3FA-BABD9A7306B4}"/>
          </ac:picMkLst>
        </pc:picChg>
      </pc:sldChg>
      <pc:sldChg chg="addSp modSp mod">
        <pc:chgData name="Alejandra Bravo Garcia" userId="4cf5125d-f567-4a98-9bb5-4ea9ae908f01" providerId="ADAL" clId="{09F3A077-9801-4BE3-BA8A-39F44FBAEDFA}" dt="2024-08-14T21:48:35.083" v="264" actId="1076"/>
        <pc:sldMkLst>
          <pc:docMk/>
          <pc:sldMk cId="1814370825" sldId="2076137729"/>
        </pc:sldMkLst>
        <pc:spChg chg="mod">
          <ac:chgData name="Alejandra Bravo Garcia" userId="4cf5125d-f567-4a98-9bb5-4ea9ae908f01" providerId="ADAL" clId="{09F3A077-9801-4BE3-BA8A-39F44FBAEDFA}" dt="2024-08-14T21:47:44.563" v="257" actId="1076"/>
          <ac:spMkLst>
            <pc:docMk/>
            <pc:sldMk cId="1814370825" sldId="2076137729"/>
            <ac:spMk id="2" creationId="{0CA3E939-D55A-E52A-0AA1-F3B3B21690AE}"/>
          </ac:spMkLst>
        </pc:spChg>
        <pc:spChg chg="mod">
          <ac:chgData name="Alejandra Bravo Garcia" userId="4cf5125d-f567-4a98-9bb5-4ea9ae908f01" providerId="ADAL" clId="{09F3A077-9801-4BE3-BA8A-39F44FBAEDFA}" dt="2024-08-14T21:48:35.083" v="264" actId="1076"/>
          <ac:spMkLst>
            <pc:docMk/>
            <pc:sldMk cId="1814370825" sldId="2076137729"/>
            <ac:spMk id="3" creationId="{2A7BF873-53DC-D508-8E6A-31A26DB43DA6}"/>
          </ac:spMkLst>
        </pc:spChg>
        <pc:picChg chg="add mod">
          <ac:chgData name="Alejandra Bravo Garcia" userId="4cf5125d-f567-4a98-9bb5-4ea9ae908f01" providerId="ADAL" clId="{09F3A077-9801-4BE3-BA8A-39F44FBAEDFA}" dt="2024-08-14T21:47:26.272" v="256" actId="1076"/>
          <ac:picMkLst>
            <pc:docMk/>
            <pc:sldMk cId="1814370825" sldId="2076137729"/>
            <ac:picMk id="3074" creationId="{2F4D3017-220D-B3A9-BA94-AEB0E9797124}"/>
          </ac:picMkLst>
        </pc:picChg>
      </pc:sldChg>
      <pc:sldChg chg="modSp del mod">
        <pc:chgData name="Alejandra Bravo Garcia" userId="4cf5125d-f567-4a98-9bb5-4ea9ae908f01" providerId="ADAL" clId="{09F3A077-9801-4BE3-BA8A-39F44FBAEDFA}" dt="2024-08-14T21:35:29.624" v="187" actId="2696"/>
        <pc:sldMkLst>
          <pc:docMk/>
          <pc:sldMk cId="2213011252" sldId="2076137730"/>
        </pc:sldMkLst>
        <pc:spChg chg="mod">
          <ac:chgData name="Alejandra Bravo Garcia" userId="4cf5125d-f567-4a98-9bb5-4ea9ae908f01" providerId="ADAL" clId="{09F3A077-9801-4BE3-BA8A-39F44FBAEDFA}" dt="2024-08-14T21:35:10.055" v="186" actId="113"/>
          <ac:spMkLst>
            <pc:docMk/>
            <pc:sldMk cId="2213011252" sldId="2076137730"/>
            <ac:spMk id="3" creationId="{2A7BF873-53DC-D508-8E6A-31A26DB43DA6}"/>
          </ac:spMkLst>
        </pc:spChg>
      </pc:sldChg>
      <pc:sldChg chg="addSp modSp mod">
        <pc:chgData name="Alejandra Bravo Garcia" userId="4cf5125d-f567-4a98-9bb5-4ea9ae908f01" providerId="ADAL" clId="{09F3A077-9801-4BE3-BA8A-39F44FBAEDFA}" dt="2024-08-14T21:56:48.725" v="280" actId="14100"/>
        <pc:sldMkLst>
          <pc:docMk/>
          <pc:sldMk cId="264074407" sldId="2076137731"/>
        </pc:sldMkLst>
        <pc:spChg chg="mod">
          <ac:chgData name="Alejandra Bravo Garcia" userId="4cf5125d-f567-4a98-9bb5-4ea9ae908f01" providerId="ADAL" clId="{09F3A077-9801-4BE3-BA8A-39F44FBAEDFA}" dt="2024-08-14T21:40:07.696" v="191" actId="1076"/>
          <ac:spMkLst>
            <pc:docMk/>
            <pc:sldMk cId="264074407" sldId="2076137731"/>
            <ac:spMk id="2" creationId="{0CA3E939-D55A-E52A-0AA1-F3B3B21690AE}"/>
          </ac:spMkLst>
        </pc:spChg>
        <pc:spChg chg="mod">
          <ac:chgData name="Alejandra Bravo Garcia" userId="4cf5125d-f567-4a98-9bb5-4ea9ae908f01" providerId="ADAL" clId="{09F3A077-9801-4BE3-BA8A-39F44FBAEDFA}" dt="2024-08-14T21:56:48.725" v="280" actId="14100"/>
          <ac:spMkLst>
            <pc:docMk/>
            <pc:sldMk cId="264074407" sldId="2076137731"/>
            <ac:spMk id="3" creationId="{2A7BF873-53DC-D508-8E6A-31A26DB43DA6}"/>
          </ac:spMkLst>
        </pc:spChg>
        <pc:picChg chg="add mod">
          <ac:chgData name="Alejandra Bravo Garcia" userId="4cf5125d-f567-4a98-9bb5-4ea9ae908f01" providerId="ADAL" clId="{09F3A077-9801-4BE3-BA8A-39F44FBAEDFA}" dt="2024-08-14T21:56:45.837" v="279" actId="14100"/>
          <ac:picMkLst>
            <pc:docMk/>
            <pc:sldMk cId="264074407" sldId="2076137731"/>
            <ac:picMk id="4098" creationId="{0562B291-FF92-6322-9910-91E6F50E2B42}"/>
          </ac:picMkLst>
        </pc:picChg>
      </pc:sldChg>
      <pc:sldChg chg="addSp modSp mod">
        <pc:chgData name="Alejandra Bravo Garcia" userId="4cf5125d-f567-4a98-9bb5-4ea9ae908f01" providerId="ADAL" clId="{09F3A077-9801-4BE3-BA8A-39F44FBAEDFA}" dt="2024-08-14T22:01:12.218" v="312" actId="1076"/>
        <pc:sldMkLst>
          <pc:docMk/>
          <pc:sldMk cId="2383250424" sldId="2076137732"/>
        </pc:sldMkLst>
        <pc:spChg chg="mod">
          <ac:chgData name="Alejandra Bravo Garcia" userId="4cf5125d-f567-4a98-9bb5-4ea9ae908f01" providerId="ADAL" clId="{09F3A077-9801-4BE3-BA8A-39F44FBAEDFA}" dt="2024-08-14T22:01:12.218" v="312" actId="1076"/>
          <ac:spMkLst>
            <pc:docMk/>
            <pc:sldMk cId="2383250424" sldId="2076137732"/>
            <ac:spMk id="3" creationId="{2A7BF873-53DC-D508-8E6A-31A26DB43DA6}"/>
          </ac:spMkLst>
        </pc:spChg>
        <pc:picChg chg="add mod">
          <ac:chgData name="Alejandra Bravo Garcia" userId="4cf5125d-f567-4a98-9bb5-4ea9ae908f01" providerId="ADAL" clId="{09F3A077-9801-4BE3-BA8A-39F44FBAEDFA}" dt="2024-08-14T22:01:07.068" v="311" actId="1076"/>
          <ac:picMkLst>
            <pc:docMk/>
            <pc:sldMk cId="2383250424" sldId="2076137732"/>
            <ac:picMk id="5122" creationId="{1B06C7A7-F2D5-331D-4EB1-5BAFA8D099DD}"/>
          </ac:picMkLst>
        </pc:picChg>
      </pc:sldChg>
      <pc:sldChg chg="addSp modSp mod">
        <pc:chgData name="Alejandra Bravo Garcia" userId="4cf5125d-f567-4a98-9bb5-4ea9ae908f01" providerId="ADAL" clId="{09F3A077-9801-4BE3-BA8A-39F44FBAEDFA}" dt="2024-08-14T22:04:24.772" v="323" actId="14100"/>
        <pc:sldMkLst>
          <pc:docMk/>
          <pc:sldMk cId="1900125762" sldId="2076137733"/>
        </pc:sldMkLst>
        <pc:spChg chg="mod">
          <ac:chgData name="Alejandra Bravo Garcia" userId="4cf5125d-f567-4a98-9bb5-4ea9ae908f01" providerId="ADAL" clId="{09F3A077-9801-4BE3-BA8A-39F44FBAEDFA}" dt="2024-08-14T22:02:07.833" v="315" actId="14100"/>
          <ac:spMkLst>
            <pc:docMk/>
            <pc:sldMk cId="1900125762" sldId="2076137733"/>
            <ac:spMk id="3" creationId="{2A7BF873-53DC-D508-8E6A-31A26DB43DA6}"/>
          </ac:spMkLst>
        </pc:spChg>
        <pc:picChg chg="add mod">
          <ac:chgData name="Alejandra Bravo Garcia" userId="4cf5125d-f567-4a98-9bb5-4ea9ae908f01" providerId="ADAL" clId="{09F3A077-9801-4BE3-BA8A-39F44FBAEDFA}" dt="2024-08-14T22:04:24.772" v="323" actId="14100"/>
          <ac:picMkLst>
            <pc:docMk/>
            <pc:sldMk cId="1900125762" sldId="2076137733"/>
            <ac:picMk id="4" creationId="{667783C4-5DAE-81A5-3C76-6ED2B92B9C68}"/>
          </ac:picMkLst>
        </pc:picChg>
      </pc:sldChg>
      <pc:sldChg chg="modSp mod">
        <pc:chgData name="Alejandra Bravo Garcia" userId="4cf5125d-f567-4a98-9bb5-4ea9ae908f01" providerId="ADAL" clId="{09F3A077-9801-4BE3-BA8A-39F44FBAEDFA}" dt="2024-08-14T22:02:03.833" v="314" actId="14100"/>
        <pc:sldMkLst>
          <pc:docMk/>
          <pc:sldMk cId="2934770407" sldId="2076137734"/>
        </pc:sldMkLst>
        <pc:spChg chg="mod">
          <ac:chgData name="Alejandra Bravo Garcia" userId="4cf5125d-f567-4a98-9bb5-4ea9ae908f01" providerId="ADAL" clId="{09F3A077-9801-4BE3-BA8A-39F44FBAEDFA}" dt="2024-08-14T21:46:22.191" v="248" actId="1076"/>
          <ac:spMkLst>
            <pc:docMk/>
            <pc:sldMk cId="2934770407" sldId="2076137734"/>
            <ac:spMk id="2" creationId="{0CA3E939-D55A-E52A-0AA1-F3B3B21690AE}"/>
          </ac:spMkLst>
        </pc:spChg>
        <pc:spChg chg="mod">
          <ac:chgData name="Alejandra Bravo Garcia" userId="4cf5125d-f567-4a98-9bb5-4ea9ae908f01" providerId="ADAL" clId="{09F3A077-9801-4BE3-BA8A-39F44FBAEDFA}" dt="2024-08-14T22:02:03.833" v="314" actId="14100"/>
          <ac:spMkLst>
            <pc:docMk/>
            <pc:sldMk cId="2934770407" sldId="2076137734"/>
            <ac:spMk id="3" creationId="{2A7BF873-53DC-D508-8E6A-31A26DB43DA6}"/>
          </ac:spMkLst>
        </pc:spChg>
      </pc:sldChg>
      <pc:sldChg chg="addSp modSp mod">
        <pc:chgData name="Alejandra Bravo Garcia" userId="4cf5125d-f567-4a98-9bb5-4ea9ae908f01" providerId="ADAL" clId="{09F3A077-9801-4BE3-BA8A-39F44FBAEDFA}" dt="2024-08-14T21:59:51.322" v="302" actId="1076"/>
        <pc:sldMkLst>
          <pc:docMk/>
          <pc:sldMk cId="1472550360" sldId="2076137735"/>
        </pc:sldMkLst>
        <pc:spChg chg="mod">
          <ac:chgData name="Alejandra Bravo Garcia" userId="4cf5125d-f567-4a98-9bb5-4ea9ae908f01" providerId="ADAL" clId="{09F3A077-9801-4BE3-BA8A-39F44FBAEDFA}" dt="2024-08-14T21:59:04.003" v="298" actId="113"/>
          <ac:spMkLst>
            <pc:docMk/>
            <pc:sldMk cId="1472550360" sldId="2076137735"/>
            <ac:spMk id="3" creationId="{2A7BF873-53DC-D508-8E6A-31A26DB43DA6}"/>
          </ac:spMkLst>
        </pc:spChg>
        <pc:spChg chg="add mod">
          <ac:chgData name="Alejandra Bravo Garcia" userId="4cf5125d-f567-4a98-9bb5-4ea9ae908f01" providerId="ADAL" clId="{09F3A077-9801-4BE3-BA8A-39F44FBAEDFA}" dt="2024-08-14T21:59:51.322" v="302" actId="1076"/>
          <ac:spMkLst>
            <pc:docMk/>
            <pc:sldMk cId="1472550360" sldId="2076137735"/>
            <ac:spMk id="4" creationId="{04B31803-D6CB-44D1-D220-09286B93918D}"/>
          </ac:spMkLst>
        </pc:spChg>
      </pc:sldChg>
      <pc:sldChg chg="modSp add mod">
        <pc:chgData name="Alejandra Bravo Garcia" userId="4cf5125d-f567-4a98-9bb5-4ea9ae908f01" providerId="ADAL" clId="{09F3A077-9801-4BE3-BA8A-39F44FBAEDFA}" dt="2024-08-14T21:28:44.763" v="134" actId="113"/>
        <pc:sldMkLst>
          <pc:docMk/>
          <pc:sldMk cId="825795602" sldId="2076137736"/>
        </pc:sldMkLst>
        <pc:spChg chg="mod">
          <ac:chgData name="Alejandra Bravo Garcia" userId="4cf5125d-f567-4a98-9bb5-4ea9ae908f01" providerId="ADAL" clId="{09F3A077-9801-4BE3-BA8A-39F44FBAEDFA}" dt="2024-08-14T21:28:44.763" v="134" actId="113"/>
          <ac:spMkLst>
            <pc:docMk/>
            <pc:sldMk cId="825795602" sldId="2076137736"/>
            <ac:spMk id="3" creationId="{2A7BF873-53DC-D508-8E6A-31A26DB43DA6}"/>
          </ac:spMkLst>
        </pc:spChg>
      </pc:sldChg>
      <pc:sldChg chg="addSp modSp add mod">
        <pc:chgData name="Alejandra Bravo Garcia" userId="4cf5125d-f567-4a98-9bb5-4ea9ae908f01" providerId="ADAL" clId="{09F3A077-9801-4BE3-BA8A-39F44FBAEDFA}" dt="2024-08-14T21:57:05.017" v="284" actId="14100"/>
        <pc:sldMkLst>
          <pc:docMk/>
          <pc:sldMk cId="4026442806" sldId="2076137737"/>
        </pc:sldMkLst>
        <pc:spChg chg="mod">
          <ac:chgData name="Alejandra Bravo Garcia" userId="4cf5125d-f567-4a98-9bb5-4ea9ae908f01" providerId="ADAL" clId="{09F3A077-9801-4BE3-BA8A-39F44FBAEDFA}" dt="2024-08-14T21:57:05.017" v="284" actId="14100"/>
          <ac:spMkLst>
            <pc:docMk/>
            <pc:sldMk cId="4026442806" sldId="2076137737"/>
            <ac:spMk id="3" creationId="{2A7BF873-53DC-D508-8E6A-31A26DB43DA6}"/>
          </ac:spMkLst>
        </pc:spChg>
        <pc:picChg chg="add mod">
          <ac:chgData name="Alejandra Bravo Garcia" userId="4cf5125d-f567-4a98-9bb5-4ea9ae908f01" providerId="ADAL" clId="{09F3A077-9801-4BE3-BA8A-39F44FBAEDFA}" dt="2024-08-14T21:56:58.019" v="282" actId="1076"/>
          <ac:picMkLst>
            <pc:docMk/>
            <pc:sldMk cId="4026442806" sldId="2076137737"/>
            <ac:picMk id="4" creationId="{53D402F8-FD61-3A85-C4F5-24353799D6B0}"/>
          </ac:picMkLst>
        </pc:picChg>
      </pc:sldChg>
    </pc:docChg>
  </pc:docChgLst>
  <pc:docChgLst>
    <pc:chgData name="Jorge Alejandro Bravo Pizarro" userId="866f4d59-4e3d-4420-8a8b-3d6ddbb5c639" providerId="ADAL" clId="{EBAC06C9-1E32-DE47-B1AE-9171D527DA47}"/>
    <pc:docChg chg="undo custSel addSld delSld modSld sldOrd">
      <pc:chgData name="Jorge Alejandro Bravo Pizarro" userId="866f4d59-4e3d-4420-8a8b-3d6ddbb5c639" providerId="ADAL" clId="{EBAC06C9-1E32-DE47-B1AE-9171D527DA47}" dt="2024-06-12T15:29:17.486" v="338" actId="20577"/>
      <pc:docMkLst>
        <pc:docMk/>
      </pc:docMkLst>
      <pc:sldChg chg="modSp mod">
        <pc:chgData name="Jorge Alejandro Bravo Pizarro" userId="866f4d59-4e3d-4420-8a8b-3d6ddbb5c639" providerId="ADAL" clId="{EBAC06C9-1E32-DE47-B1AE-9171D527DA47}" dt="2024-06-12T15:13:58.470" v="162" actId="2710"/>
        <pc:sldMkLst>
          <pc:docMk/>
          <pc:sldMk cId="1136515697" sldId="2076137702"/>
        </pc:sldMkLst>
        <pc:spChg chg="mod">
          <ac:chgData name="Jorge Alejandro Bravo Pizarro" userId="866f4d59-4e3d-4420-8a8b-3d6ddbb5c639" providerId="ADAL" clId="{EBAC06C9-1E32-DE47-B1AE-9171D527DA47}" dt="2024-06-12T15:13:58.470" v="162" actId="2710"/>
          <ac:spMkLst>
            <pc:docMk/>
            <pc:sldMk cId="1136515697" sldId="2076137702"/>
            <ac:spMk id="3" creationId="{2A7BF873-53DC-D508-8E6A-31A26DB43DA6}"/>
          </ac:spMkLst>
        </pc:spChg>
      </pc:sldChg>
      <pc:sldChg chg="addSp delSp modSp mod">
        <pc:chgData name="Jorge Alejandro Bravo Pizarro" userId="866f4d59-4e3d-4420-8a8b-3d6ddbb5c639" providerId="ADAL" clId="{EBAC06C9-1E32-DE47-B1AE-9171D527DA47}" dt="2024-06-12T15:16:15.399" v="215"/>
        <pc:sldMkLst>
          <pc:docMk/>
          <pc:sldMk cId="868812523" sldId="2076137703"/>
        </pc:sldMkLst>
        <pc:spChg chg="mod">
          <ac:chgData name="Jorge Alejandro Bravo Pizarro" userId="866f4d59-4e3d-4420-8a8b-3d6ddbb5c639" providerId="ADAL" clId="{EBAC06C9-1E32-DE47-B1AE-9171D527DA47}" dt="2024-06-12T15:13:36.733" v="157" actId="20577"/>
          <ac:spMkLst>
            <pc:docMk/>
            <pc:sldMk cId="868812523" sldId="2076137703"/>
            <ac:spMk id="2" creationId="{A3C1683D-3F2C-514D-52C2-E5502AEA6BCB}"/>
          </ac:spMkLst>
        </pc:spChg>
        <pc:spChg chg="add del mod">
          <ac:chgData name="Jorge Alejandro Bravo Pizarro" userId="866f4d59-4e3d-4420-8a8b-3d6ddbb5c639" providerId="ADAL" clId="{EBAC06C9-1E32-DE47-B1AE-9171D527DA47}" dt="2024-06-12T15:16:15.399" v="215"/>
          <ac:spMkLst>
            <pc:docMk/>
            <pc:sldMk cId="868812523" sldId="2076137703"/>
            <ac:spMk id="3" creationId="{A8ECCCDD-4435-51DF-1008-416267A22F97}"/>
          </ac:spMkLst>
        </pc:spChg>
      </pc:sldChg>
      <pc:sldChg chg="del">
        <pc:chgData name="Jorge Alejandro Bravo Pizarro" userId="866f4d59-4e3d-4420-8a8b-3d6ddbb5c639" providerId="ADAL" clId="{EBAC06C9-1E32-DE47-B1AE-9171D527DA47}" dt="2024-06-12T15:15:00.365" v="183" actId="2696"/>
        <pc:sldMkLst>
          <pc:docMk/>
          <pc:sldMk cId="1943926825" sldId="2076137704"/>
        </pc:sldMkLst>
      </pc:sldChg>
      <pc:sldChg chg="modSp mod modCm">
        <pc:chgData name="Jorge Alejandro Bravo Pizarro" userId="866f4d59-4e3d-4420-8a8b-3d6ddbb5c639" providerId="ADAL" clId="{EBAC06C9-1E32-DE47-B1AE-9171D527DA47}" dt="2024-06-12T15:11:15.266" v="28" actId="20577"/>
        <pc:sldMkLst>
          <pc:docMk/>
          <pc:sldMk cId="3167001994" sldId="2076137705"/>
        </pc:sldMkLst>
        <pc:spChg chg="mod">
          <ac:chgData name="Jorge Alejandro Bravo Pizarro" userId="866f4d59-4e3d-4420-8a8b-3d6ddbb5c639" providerId="ADAL" clId="{EBAC06C9-1E32-DE47-B1AE-9171D527DA47}" dt="2024-06-12T15:11:08.917" v="1" actId="20577"/>
          <ac:spMkLst>
            <pc:docMk/>
            <pc:sldMk cId="3167001994" sldId="2076137705"/>
            <ac:spMk id="2" creationId="{972BB412-0761-08C0-91B5-7D184FDF0428}"/>
          </ac:spMkLst>
        </pc:spChg>
        <pc:spChg chg="mod">
          <ac:chgData name="Jorge Alejandro Bravo Pizarro" userId="866f4d59-4e3d-4420-8a8b-3d6ddbb5c639" providerId="ADAL" clId="{EBAC06C9-1E32-DE47-B1AE-9171D527DA47}" dt="2024-06-12T15:11:15.266" v="28" actId="20577"/>
          <ac:spMkLst>
            <pc:docMk/>
            <pc:sldMk cId="3167001994" sldId="2076137705"/>
            <ac:spMk id="3" creationId="{317770C8-A12B-436B-AB8E-9FC2932E0DB7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Jorge Alejandro Bravo Pizarro" userId="866f4d59-4e3d-4420-8a8b-3d6ddbb5c639" providerId="ADAL" clId="{EBAC06C9-1E32-DE47-B1AE-9171D527DA47}" dt="2024-06-12T15:11:15.266" v="28" actId="20577"/>
              <pc2:cmMkLst xmlns:pc2="http://schemas.microsoft.com/office/powerpoint/2019/9/main/command">
                <pc:docMk/>
                <pc:sldMk cId="3167001994" sldId="2076137705"/>
                <pc2:cmMk id="{6ACC9BD5-3395-4EED-95E2-0F111C252A4D}"/>
              </pc2:cmMkLst>
            </pc226:cmChg>
          </p:ext>
        </pc:extLst>
      </pc:sldChg>
      <pc:sldChg chg="modSp mod">
        <pc:chgData name="Jorge Alejandro Bravo Pizarro" userId="866f4d59-4e3d-4420-8a8b-3d6ddbb5c639" providerId="ADAL" clId="{EBAC06C9-1E32-DE47-B1AE-9171D527DA47}" dt="2024-06-12T15:12:10.759" v="143" actId="20577"/>
        <pc:sldMkLst>
          <pc:docMk/>
          <pc:sldMk cId="2328334949" sldId="2076137706"/>
        </pc:sldMkLst>
        <pc:spChg chg="mod">
          <ac:chgData name="Jorge Alejandro Bravo Pizarro" userId="866f4d59-4e3d-4420-8a8b-3d6ddbb5c639" providerId="ADAL" clId="{EBAC06C9-1E32-DE47-B1AE-9171D527DA47}" dt="2024-06-12T15:12:10.759" v="143" actId="20577"/>
          <ac:spMkLst>
            <pc:docMk/>
            <pc:sldMk cId="2328334949" sldId="2076137706"/>
            <ac:spMk id="3" creationId="{E13EDA60-EA13-DE58-247C-0BA1927DF33E}"/>
          </ac:spMkLst>
        </pc:spChg>
      </pc:sldChg>
      <pc:sldChg chg="modSp mod">
        <pc:chgData name="Jorge Alejandro Bravo Pizarro" userId="866f4d59-4e3d-4420-8a8b-3d6ddbb5c639" providerId="ADAL" clId="{EBAC06C9-1E32-DE47-B1AE-9171D527DA47}" dt="2024-06-12T15:14:10.613" v="175" actId="20577"/>
        <pc:sldMkLst>
          <pc:docMk/>
          <pc:sldMk cId="3736436638" sldId="2076137707"/>
        </pc:sldMkLst>
        <pc:spChg chg="mod">
          <ac:chgData name="Jorge Alejandro Bravo Pizarro" userId="866f4d59-4e3d-4420-8a8b-3d6ddbb5c639" providerId="ADAL" clId="{EBAC06C9-1E32-DE47-B1AE-9171D527DA47}" dt="2024-06-12T15:14:10.613" v="175" actId="20577"/>
          <ac:spMkLst>
            <pc:docMk/>
            <pc:sldMk cId="3736436638" sldId="2076137707"/>
            <ac:spMk id="2" creationId="{A3C1683D-3F2C-514D-52C2-E5502AEA6BCB}"/>
          </ac:spMkLst>
        </pc:spChg>
      </pc:sldChg>
      <pc:sldChg chg="modSp mod">
        <pc:chgData name="Jorge Alejandro Bravo Pizarro" userId="866f4d59-4e3d-4420-8a8b-3d6ddbb5c639" providerId="ADAL" clId="{EBAC06C9-1E32-DE47-B1AE-9171D527DA47}" dt="2024-06-12T15:14:40.127" v="182" actId="1076"/>
        <pc:sldMkLst>
          <pc:docMk/>
          <pc:sldMk cId="829328944" sldId="2076137708"/>
        </pc:sldMkLst>
        <pc:spChg chg="mod">
          <ac:chgData name="Jorge Alejandro Bravo Pizarro" userId="866f4d59-4e3d-4420-8a8b-3d6ddbb5c639" providerId="ADAL" clId="{EBAC06C9-1E32-DE47-B1AE-9171D527DA47}" dt="2024-06-12T15:14:40.127" v="182" actId="1076"/>
          <ac:spMkLst>
            <pc:docMk/>
            <pc:sldMk cId="829328944" sldId="2076137708"/>
            <ac:spMk id="3" creationId="{41EA7C5A-B8A2-74CE-3F3C-D46254F8EDEF}"/>
          </ac:spMkLst>
        </pc:spChg>
      </pc:sldChg>
      <pc:sldChg chg="del">
        <pc:chgData name="Jorge Alejandro Bravo Pizarro" userId="866f4d59-4e3d-4420-8a8b-3d6ddbb5c639" providerId="ADAL" clId="{EBAC06C9-1E32-DE47-B1AE-9171D527DA47}" dt="2024-06-12T15:15:00.365" v="183" actId="2696"/>
        <pc:sldMkLst>
          <pc:docMk/>
          <pc:sldMk cId="694389719" sldId="2076137709"/>
        </pc:sldMkLst>
      </pc:sldChg>
      <pc:sldChg chg="del">
        <pc:chgData name="Jorge Alejandro Bravo Pizarro" userId="866f4d59-4e3d-4420-8a8b-3d6ddbb5c639" providerId="ADAL" clId="{EBAC06C9-1E32-DE47-B1AE-9171D527DA47}" dt="2024-06-12T15:15:00.365" v="183" actId="2696"/>
        <pc:sldMkLst>
          <pc:docMk/>
          <pc:sldMk cId="3734186721" sldId="2076137710"/>
        </pc:sldMkLst>
      </pc:sldChg>
      <pc:sldChg chg="del">
        <pc:chgData name="Jorge Alejandro Bravo Pizarro" userId="866f4d59-4e3d-4420-8a8b-3d6ddbb5c639" providerId="ADAL" clId="{EBAC06C9-1E32-DE47-B1AE-9171D527DA47}" dt="2024-06-12T15:15:00.365" v="183" actId="2696"/>
        <pc:sldMkLst>
          <pc:docMk/>
          <pc:sldMk cId="571905608" sldId="2076137711"/>
        </pc:sldMkLst>
      </pc:sldChg>
      <pc:sldChg chg="del">
        <pc:chgData name="Jorge Alejandro Bravo Pizarro" userId="866f4d59-4e3d-4420-8a8b-3d6ddbb5c639" providerId="ADAL" clId="{EBAC06C9-1E32-DE47-B1AE-9171D527DA47}" dt="2024-06-12T15:15:00.365" v="183" actId="2696"/>
        <pc:sldMkLst>
          <pc:docMk/>
          <pc:sldMk cId="536104298" sldId="2076137713"/>
        </pc:sldMkLst>
      </pc:sldChg>
      <pc:sldChg chg="del">
        <pc:chgData name="Jorge Alejandro Bravo Pizarro" userId="866f4d59-4e3d-4420-8a8b-3d6ddbb5c639" providerId="ADAL" clId="{EBAC06C9-1E32-DE47-B1AE-9171D527DA47}" dt="2024-06-12T15:15:00.365" v="183" actId="2696"/>
        <pc:sldMkLst>
          <pc:docMk/>
          <pc:sldMk cId="2456185182" sldId="2076137716"/>
        </pc:sldMkLst>
      </pc:sldChg>
      <pc:sldChg chg="modSp mod">
        <pc:chgData name="Jorge Alejandro Bravo Pizarro" userId="866f4d59-4e3d-4420-8a8b-3d6ddbb5c639" providerId="ADAL" clId="{EBAC06C9-1E32-DE47-B1AE-9171D527DA47}" dt="2024-06-12T15:12:55.666" v="151" actId="1076"/>
        <pc:sldMkLst>
          <pc:docMk/>
          <pc:sldMk cId="2546042947" sldId="2076137717"/>
        </pc:sldMkLst>
        <pc:spChg chg="mod">
          <ac:chgData name="Jorge Alejandro Bravo Pizarro" userId="866f4d59-4e3d-4420-8a8b-3d6ddbb5c639" providerId="ADAL" clId="{EBAC06C9-1E32-DE47-B1AE-9171D527DA47}" dt="2024-06-12T15:12:55.666" v="151" actId="1076"/>
          <ac:spMkLst>
            <pc:docMk/>
            <pc:sldMk cId="2546042947" sldId="2076137717"/>
            <ac:spMk id="3" creationId="{E13EDA60-EA13-DE58-247C-0BA1927DF33E}"/>
          </ac:spMkLst>
        </pc:spChg>
      </pc:sldChg>
      <pc:sldChg chg="add del setBg">
        <pc:chgData name="Jorge Alejandro Bravo Pizarro" userId="866f4d59-4e3d-4420-8a8b-3d6ddbb5c639" providerId="ADAL" clId="{EBAC06C9-1E32-DE47-B1AE-9171D527DA47}" dt="2024-06-12T15:15:12.202" v="185" actId="2696"/>
        <pc:sldMkLst>
          <pc:docMk/>
          <pc:sldMk cId="4010410260" sldId="2076137718"/>
        </pc:sldMkLst>
      </pc:sldChg>
      <pc:sldChg chg="modSp add mod ord">
        <pc:chgData name="Jorge Alejandro Bravo Pizarro" userId="866f4d59-4e3d-4420-8a8b-3d6ddbb5c639" providerId="ADAL" clId="{EBAC06C9-1E32-DE47-B1AE-9171D527DA47}" dt="2024-06-12T15:17:16.602" v="217" actId="20578"/>
        <pc:sldMkLst>
          <pc:docMk/>
          <pc:sldMk cId="1703602062" sldId="2076137719"/>
        </pc:sldMkLst>
        <pc:spChg chg="mod">
          <ac:chgData name="Jorge Alejandro Bravo Pizarro" userId="866f4d59-4e3d-4420-8a8b-3d6ddbb5c639" providerId="ADAL" clId="{EBAC06C9-1E32-DE47-B1AE-9171D527DA47}" dt="2024-06-12T15:15:36.481" v="197" actId="2710"/>
          <ac:spMkLst>
            <pc:docMk/>
            <pc:sldMk cId="1703602062" sldId="2076137719"/>
            <ac:spMk id="3" creationId="{41EA7C5A-B8A2-74CE-3F3C-D46254F8EDEF}"/>
          </ac:spMkLst>
        </pc:spChg>
      </pc:sldChg>
      <pc:sldChg chg="del">
        <pc:chgData name="Jorge Alejandro Bravo Pizarro" userId="866f4d59-4e3d-4420-8a8b-3d6ddbb5c639" providerId="ADAL" clId="{EBAC06C9-1E32-DE47-B1AE-9171D527DA47}" dt="2024-06-12T15:15:00.365" v="183" actId="2696"/>
        <pc:sldMkLst>
          <pc:docMk/>
          <pc:sldMk cId="3564780999" sldId="2076137719"/>
        </pc:sldMkLst>
      </pc:sldChg>
      <pc:sldChg chg="del">
        <pc:chgData name="Jorge Alejandro Bravo Pizarro" userId="866f4d59-4e3d-4420-8a8b-3d6ddbb5c639" providerId="ADAL" clId="{EBAC06C9-1E32-DE47-B1AE-9171D527DA47}" dt="2024-06-12T15:15:00.365" v="183" actId="2696"/>
        <pc:sldMkLst>
          <pc:docMk/>
          <pc:sldMk cId="907486124" sldId="2076137720"/>
        </pc:sldMkLst>
      </pc:sldChg>
      <pc:sldChg chg="modSp add mod ord">
        <pc:chgData name="Jorge Alejandro Bravo Pizarro" userId="866f4d59-4e3d-4420-8a8b-3d6ddbb5c639" providerId="ADAL" clId="{EBAC06C9-1E32-DE47-B1AE-9171D527DA47}" dt="2024-06-12T15:15:19.802" v="194" actId="20577"/>
        <pc:sldMkLst>
          <pc:docMk/>
          <pc:sldMk cId="3851637963" sldId="2076137720"/>
        </pc:sldMkLst>
        <pc:spChg chg="mod">
          <ac:chgData name="Jorge Alejandro Bravo Pizarro" userId="866f4d59-4e3d-4420-8a8b-3d6ddbb5c639" providerId="ADAL" clId="{EBAC06C9-1E32-DE47-B1AE-9171D527DA47}" dt="2024-06-12T15:15:19.802" v="194" actId="20577"/>
          <ac:spMkLst>
            <pc:docMk/>
            <pc:sldMk cId="3851637963" sldId="2076137720"/>
            <ac:spMk id="2" creationId="{A3C1683D-3F2C-514D-52C2-E5502AEA6BCB}"/>
          </ac:spMkLst>
        </pc:spChg>
      </pc:sldChg>
      <pc:sldChg chg="del">
        <pc:chgData name="Jorge Alejandro Bravo Pizarro" userId="866f4d59-4e3d-4420-8a8b-3d6ddbb5c639" providerId="ADAL" clId="{EBAC06C9-1E32-DE47-B1AE-9171D527DA47}" dt="2024-06-12T15:15:00.365" v="183" actId="2696"/>
        <pc:sldMkLst>
          <pc:docMk/>
          <pc:sldMk cId="624138457" sldId="2076137721"/>
        </pc:sldMkLst>
      </pc:sldChg>
      <pc:sldChg chg="add del setBg">
        <pc:chgData name="Jorge Alejandro Bravo Pizarro" userId="866f4d59-4e3d-4420-8a8b-3d6ddbb5c639" providerId="ADAL" clId="{EBAC06C9-1E32-DE47-B1AE-9171D527DA47}" dt="2024-06-12T15:15:54.450" v="201" actId="2696"/>
        <pc:sldMkLst>
          <pc:docMk/>
          <pc:sldMk cId="1475130722" sldId="2076137721"/>
        </pc:sldMkLst>
      </pc:sldChg>
      <pc:sldChg chg="add del setBg">
        <pc:chgData name="Jorge Alejandro Bravo Pizarro" userId="866f4d59-4e3d-4420-8a8b-3d6ddbb5c639" providerId="ADAL" clId="{EBAC06C9-1E32-DE47-B1AE-9171D527DA47}" dt="2024-06-12T15:16:07.344" v="212"/>
        <pc:sldMkLst>
          <pc:docMk/>
          <pc:sldMk cId="1564572615" sldId="2076137721"/>
        </pc:sldMkLst>
      </pc:sldChg>
      <pc:sldChg chg="add del setBg">
        <pc:chgData name="Jorge Alejandro Bravo Pizarro" userId="866f4d59-4e3d-4420-8a8b-3d6ddbb5c639" providerId="ADAL" clId="{EBAC06C9-1E32-DE47-B1AE-9171D527DA47}" dt="2024-06-12T15:15:50.566" v="199" actId="2696"/>
        <pc:sldMkLst>
          <pc:docMk/>
          <pc:sldMk cId="2760746053" sldId="2076137721"/>
        </pc:sldMkLst>
      </pc:sldChg>
      <pc:sldChg chg="modSp add del mod setBg">
        <pc:chgData name="Jorge Alejandro Bravo Pizarro" userId="866f4d59-4e3d-4420-8a8b-3d6ddbb5c639" providerId="ADAL" clId="{EBAC06C9-1E32-DE47-B1AE-9171D527DA47}" dt="2024-06-12T15:16:01.027" v="210"/>
        <pc:sldMkLst>
          <pc:docMk/>
          <pc:sldMk cId="3682980438" sldId="2076137721"/>
        </pc:sldMkLst>
        <pc:spChg chg="mod">
          <ac:chgData name="Jorge Alejandro Bravo Pizarro" userId="866f4d59-4e3d-4420-8a8b-3d6ddbb5c639" providerId="ADAL" clId="{EBAC06C9-1E32-DE47-B1AE-9171D527DA47}" dt="2024-06-12T15:16:00.785" v="209" actId="20577"/>
          <ac:spMkLst>
            <pc:docMk/>
            <pc:sldMk cId="3682980438" sldId="2076137721"/>
            <ac:spMk id="2" creationId="{A3C1683D-3F2C-514D-52C2-E5502AEA6BCB}"/>
          </ac:spMkLst>
        </pc:spChg>
      </pc:sldChg>
      <pc:sldChg chg="addSp delSp modSp add mod ord">
        <pc:chgData name="Jorge Alejandro Bravo Pizarro" userId="866f4d59-4e3d-4420-8a8b-3d6ddbb5c639" providerId="ADAL" clId="{EBAC06C9-1E32-DE47-B1AE-9171D527DA47}" dt="2024-06-12T15:28:44.931" v="297"/>
        <pc:sldMkLst>
          <pc:docMk/>
          <pc:sldMk cId="4204117215" sldId="2076137721"/>
        </pc:sldMkLst>
        <pc:spChg chg="del mod">
          <ac:chgData name="Jorge Alejandro Bravo Pizarro" userId="866f4d59-4e3d-4420-8a8b-3d6ddbb5c639" providerId="ADAL" clId="{EBAC06C9-1E32-DE47-B1AE-9171D527DA47}" dt="2024-06-12T15:27:56.067" v="267" actId="478"/>
          <ac:spMkLst>
            <pc:docMk/>
            <pc:sldMk cId="4204117215" sldId="2076137721"/>
            <ac:spMk id="2" creationId="{A3C1683D-3F2C-514D-52C2-E5502AEA6BCB}"/>
          </ac:spMkLst>
        </pc:spChg>
        <pc:spChg chg="add del mod">
          <ac:chgData name="Jorge Alejandro Bravo Pizarro" userId="866f4d59-4e3d-4420-8a8b-3d6ddbb5c639" providerId="ADAL" clId="{EBAC06C9-1E32-DE47-B1AE-9171D527DA47}" dt="2024-06-12T15:19:36.077" v="261"/>
          <ac:spMkLst>
            <pc:docMk/>
            <pc:sldMk cId="4204117215" sldId="2076137721"/>
            <ac:spMk id="3" creationId="{C51583D5-FEF6-A6C8-68C5-62902A08148A}"/>
          </ac:spMkLst>
        </pc:spChg>
        <pc:spChg chg="add del mod">
          <ac:chgData name="Jorge Alejandro Bravo Pizarro" userId="866f4d59-4e3d-4420-8a8b-3d6ddbb5c639" providerId="ADAL" clId="{EBAC06C9-1E32-DE47-B1AE-9171D527DA47}" dt="2024-06-12T15:28:07.529" v="270" actId="478"/>
          <ac:spMkLst>
            <pc:docMk/>
            <pc:sldMk cId="4204117215" sldId="2076137721"/>
            <ac:spMk id="4" creationId="{897D29D1-5944-7654-B9D5-75F6842E7C05}"/>
          </ac:spMkLst>
        </pc:spChg>
        <pc:spChg chg="add del mod">
          <ac:chgData name="Jorge Alejandro Bravo Pizarro" userId="866f4d59-4e3d-4420-8a8b-3d6ddbb5c639" providerId="ADAL" clId="{EBAC06C9-1E32-DE47-B1AE-9171D527DA47}" dt="2024-06-12T15:28:35.017" v="278"/>
          <ac:spMkLst>
            <pc:docMk/>
            <pc:sldMk cId="4204117215" sldId="2076137721"/>
            <ac:spMk id="5" creationId="{6B1A3CA8-8A8A-657D-D971-03AF8D5F566C}"/>
          </ac:spMkLst>
        </pc:spChg>
        <pc:spChg chg="add del mod">
          <ac:chgData name="Jorge Alejandro Bravo Pizarro" userId="866f4d59-4e3d-4420-8a8b-3d6ddbb5c639" providerId="ADAL" clId="{EBAC06C9-1E32-DE47-B1AE-9171D527DA47}" dt="2024-06-12T15:28:44.931" v="297"/>
          <ac:spMkLst>
            <pc:docMk/>
            <pc:sldMk cId="4204117215" sldId="2076137721"/>
            <ac:spMk id="6" creationId="{3C74BBE4-AB93-A191-9B46-3F71F02E74CE}"/>
          </ac:spMkLst>
        </pc:spChg>
        <pc:spChg chg="add mod">
          <ac:chgData name="Jorge Alejandro Bravo Pizarro" userId="866f4d59-4e3d-4420-8a8b-3d6ddbb5c639" providerId="ADAL" clId="{EBAC06C9-1E32-DE47-B1AE-9171D527DA47}" dt="2024-06-12T15:28:42.641" v="295" actId="20577"/>
          <ac:spMkLst>
            <pc:docMk/>
            <pc:sldMk cId="4204117215" sldId="2076137721"/>
            <ac:spMk id="7" creationId="{40DB7E16-4789-C68C-2B9D-614255F2D3A0}"/>
          </ac:spMkLst>
        </pc:spChg>
      </pc:sldChg>
      <pc:sldChg chg="modSp add mod">
        <pc:chgData name="Jorge Alejandro Bravo Pizarro" userId="866f4d59-4e3d-4420-8a8b-3d6ddbb5c639" providerId="ADAL" clId="{EBAC06C9-1E32-DE47-B1AE-9171D527DA47}" dt="2024-06-12T15:17:49.699" v="237" actId="6549"/>
        <pc:sldMkLst>
          <pc:docMk/>
          <pc:sldMk cId="2936205408" sldId="2076137722"/>
        </pc:sldMkLst>
        <pc:spChg chg="mod">
          <ac:chgData name="Jorge Alejandro Bravo Pizarro" userId="866f4d59-4e3d-4420-8a8b-3d6ddbb5c639" providerId="ADAL" clId="{EBAC06C9-1E32-DE47-B1AE-9171D527DA47}" dt="2024-06-12T15:17:49.699" v="237" actId="6549"/>
          <ac:spMkLst>
            <pc:docMk/>
            <pc:sldMk cId="2936205408" sldId="2076137722"/>
            <ac:spMk id="3" creationId="{41EA7C5A-B8A2-74CE-3F3C-D46254F8EDEF}"/>
          </ac:spMkLst>
        </pc:spChg>
      </pc:sldChg>
      <pc:sldChg chg="addSp modSp add del setBg">
        <pc:chgData name="Jorge Alejandro Bravo Pizarro" userId="866f4d59-4e3d-4420-8a8b-3d6ddbb5c639" providerId="ADAL" clId="{EBAC06C9-1E32-DE47-B1AE-9171D527DA47}" dt="2024-06-12T15:18:35.813" v="240" actId="2696"/>
        <pc:sldMkLst>
          <pc:docMk/>
          <pc:sldMk cId="768521762" sldId="2076137723"/>
        </pc:sldMkLst>
        <pc:spChg chg="add mod">
          <ac:chgData name="Jorge Alejandro Bravo Pizarro" userId="866f4d59-4e3d-4420-8a8b-3d6ddbb5c639" providerId="ADAL" clId="{EBAC06C9-1E32-DE47-B1AE-9171D527DA47}" dt="2024-06-12T15:18:25.292" v="239" actId="767"/>
          <ac:spMkLst>
            <pc:docMk/>
            <pc:sldMk cId="768521762" sldId="2076137723"/>
            <ac:spMk id="3" creationId="{4A0E9561-FE14-E037-E4D4-0346F3D37024}"/>
          </ac:spMkLst>
        </pc:spChg>
      </pc:sldChg>
      <pc:sldChg chg="add del setBg">
        <pc:chgData name="Jorge Alejandro Bravo Pizarro" userId="866f4d59-4e3d-4420-8a8b-3d6ddbb5c639" providerId="ADAL" clId="{EBAC06C9-1E32-DE47-B1AE-9171D527DA47}" dt="2024-06-12T15:19:04.483" v="252" actId="2696"/>
        <pc:sldMkLst>
          <pc:docMk/>
          <pc:sldMk cId="2666474010" sldId="2076137723"/>
        </pc:sldMkLst>
      </pc:sldChg>
      <pc:sldChg chg="modSp add mod">
        <pc:chgData name="Jorge Alejandro Bravo Pizarro" userId="866f4d59-4e3d-4420-8a8b-3d6ddbb5c639" providerId="ADAL" clId="{EBAC06C9-1E32-DE47-B1AE-9171D527DA47}" dt="2024-06-12T15:18:59.588" v="251" actId="2710"/>
        <pc:sldMkLst>
          <pc:docMk/>
          <pc:sldMk cId="3037844740" sldId="2076137724"/>
        </pc:sldMkLst>
        <pc:spChg chg="mod">
          <ac:chgData name="Jorge Alejandro Bravo Pizarro" userId="866f4d59-4e3d-4420-8a8b-3d6ddbb5c639" providerId="ADAL" clId="{EBAC06C9-1E32-DE47-B1AE-9171D527DA47}" dt="2024-06-12T15:18:59.588" v="251" actId="2710"/>
          <ac:spMkLst>
            <pc:docMk/>
            <pc:sldMk cId="3037844740" sldId="2076137724"/>
            <ac:spMk id="3" creationId="{41EA7C5A-B8A2-74CE-3F3C-D46254F8EDEF}"/>
          </ac:spMkLst>
        </pc:spChg>
      </pc:sldChg>
      <pc:sldChg chg="modSp add mod">
        <pc:chgData name="Jorge Alejandro Bravo Pizarro" userId="866f4d59-4e3d-4420-8a8b-3d6ddbb5c639" providerId="ADAL" clId="{EBAC06C9-1E32-DE47-B1AE-9171D527DA47}" dt="2024-06-12T15:19:17.976" v="256" actId="2710"/>
        <pc:sldMkLst>
          <pc:docMk/>
          <pc:sldMk cId="3592030113" sldId="2076137725"/>
        </pc:sldMkLst>
        <pc:spChg chg="mod">
          <ac:chgData name="Jorge Alejandro Bravo Pizarro" userId="866f4d59-4e3d-4420-8a8b-3d6ddbb5c639" providerId="ADAL" clId="{EBAC06C9-1E32-DE47-B1AE-9171D527DA47}" dt="2024-06-12T15:19:17.976" v="256" actId="2710"/>
          <ac:spMkLst>
            <pc:docMk/>
            <pc:sldMk cId="3592030113" sldId="2076137725"/>
            <ac:spMk id="3" creationId="{41EA7C5A-B8A2-74CE-3F3C-D46254F8EDEF}"/>
          </ac:spMkLst>
        </pc:spChg>
      </pc:sldChg>
      <pc:sldChg chg="add del setBg">
        <pc:chgData name="Jorge Alejandro Bravo Pizarro" userId="866f4d59-4e3d-4420-8a8b-3d6ddbb5c639" providerId="ADAL" clId="{EBAC06C9-1E32-DE47-B1AE-9171D527DA47}" dt="2024-06-12T15:19:23.972" v="258" actId="2696"/>
        <pc:sldMkLst>
          <pc:docMk/>
          <pc:sldMk cId="156019133" sldId="2076137726"/>
        </pc:sldMkLst>
      </pc:sldChg>
      <pc:sldChg chg="addSp modSp add del mod setBg">
        <pc:chgData name="Jorge Alejandro Bravo Pizarro" userId="866f4d59-4e3d-4420-8a8b-3d6ddbb5c639" providerId="ADAL" clId="{EBAC06C9-1E32-DE47-B1AE-9171D527DA47}" dt="2024-06-12T15:20:21.462" v="265" actId="2696"/>
        <pc:sldMkLst>
          <pc:docMk/>
          <pc:sldMk cId="1191855739" sldId="2076137726"/>
        </pc:sldMkLst>
        <pc:spChg chg="mod">
          <ac:chgData name="Jorge Alejandro Bravo Pizarro" userId="866f4d59-4e3d-4420-8a8b-3d6ddbb5c639" providerId="ADAL" clId="{EBAC06C9-1E32-DE47-B1AE-9171D527DA47}" dt="2024-06-12T15:20:17.500" v="264" actId="1076"/>
          <ac:spMkLst>
            <pc:docMk/>
            <pc:sldMk cId="1191855739" sldId="2076137726"/>
            <ac:spMk id="2" creationId="{A3C1683D-3F2C-514D-52C2-E5502AEA6BCB}"/>
          </ac:spMkLst>
        </pc:spChg>
        <pc:spChg chg="add mod">
          <ac:chgData name="Jorge Alejandro Bravo Pizarro" userId="866f4d59-4e3d-4420-8a8b-3d6ddbb5c639" providerId="ADAL" clId="{EBAC06C9-1E32-DE47-B1AE-9171D527DA47}" dt="2024-06-12T15:20:13.227" v="263" actId="767"/>
          <ac:spMkLst>
            <pc:docMk/>
            <pc:sldMk cId="1191855739" sldId="2076137726"/>
            <ac:spMk id="3" creationId="{0858CB68-41BD-102B-A3B8-1B05992E6969}"/>
          </ac:spMkLst>
        </pc:spChg>
      </pc:sldChg>
      <pc:sldChg chg="addSp modSp add mod ord setBg">
        <pc:chgData name="Jorge Alejandro Bravo Pizarro" userId="866f4d59-4e3d-4420-8a8b-3d6ddbb5c639" providerId="ADAL" clId="{EBAC06C9-1E32-DE47-B1AE-9171D527DA47}" dt="2024-06-12T15:29:17.486" v="338" actId="20577"/>
        <pc:sldMkLst>
          <pc:docMk/>
          <pc:sldMk cId="2405631946" sldId="2076137726"/>
        </pc:sldMkLst>
        <pc:spChg chg="add mod">
          <ac:chgData name="Jorge Alejandro Bravo Pizarro" userId="866f4d59-4e3d-4420-8a8b-3d6ddbb5c639" providerId="ADAL" clId="{EBAC06C9-1E32-DE47-B1AE-9171D527DA47}" dt="2024-06-12T15:29:17.486" v="338" actId="20577"/>
          <ac:spMkLst>
            <pc:docMk/>
            <pc:sldMk cId="2405631946" sldId="2076137726"/>
            <ac:spMk id="4" creationId="{A55F774B-483D-1F2A-1944-D0CD12A50B9D}"/>
          </ac:spMkLst>
        </pc:spChg>
        <pc:picChg chg="add mod">
          <ac:chgData name="Jorge Alejandro Bravo Pizarro" userId="866f4d59-4e3d-4420-8a8b-3d6ddbb5c639" providerId="ADAL" clId="{EBAC06C9-1E32-DE47-B1AE-9171D527DA47}" dt="2024-06-12T15:28:29.668" v="274" actId="14100"/>
          <ac:picMkLst>
            <pc:docMk/>
            <pc:sldMk cId="2405631946" sldId="2076137726"/>
            <ac:picMk id="3" creationId="{63F5412D-07B8-F523-E7DB-C4F748060BB2}"/>
          </ac:picMkLst>
        </pc:picChg>
      </pc:sldChg>
      <pc:sldChg chg="modSp add mod ord">
        <pc:chgData name="Jorge Alejandro Bravo Pizarro" userId="866f4d59-4e3d-4420-8a8b-3d6ddbb5c639" providerId="ADAL" clId="{EBAC06C9-1E32-DE47-B1AE-9171D527DA47}" dt="2024-06-12T15:29:10.688" v="313" actId="20577"/>
        <pc:sldMkLst>
          <pc:docMk/>
          <pc:sldMk cId="1116748516" sldId="2076137727"/>
        </pc:sldMkLst>
        <pc:spChg chg="mod">
          <ac:chgData name="Jorge Alejandro Bravo Pizarro" userId="866f4d59-4e3d-4420-8a8b-3d6ddbb5c639" providerId="ADAL" clId="{EBAC06C9-1E32-DE47-B1AE-9171D527DA47}" dt="2024-06-12T15:29:10.688" v="313" actId="20577"/>
          <ac:spMkLst>
            <pc:docMk/>
            <pc:sldMk cId="1116748516" sldId="2076137727"/>
            <ac:spMk id="4" creationId="{A55F774B-483D-1F2A-1944-D0CD12A50B9D}"/>
          </ac:spMkLst>
        </pc:spChg>
      </pc:sldChg>
    </pc:docChg>
  </pc:docChgLst>
  <pc:docChgLst>
    <pc:chgData name="Alejandra Bravo Garcia" userId="S::alejandra.bravo@ipss.cl::4cf5125d-f567-4a98-9bb5-4ea9ae908f01" providerId="AD" clId="Web-{8EC769CE-2982-3804-F669-653B7304A529}"/>
    <pc:docChg chg="modSld">
      <pc:chgData name="Alejandra Bravo Garcia" userId="S::alejandra.bravo@ipss.cl::4cf5125d-f567-4a98-9bb5-4ea9ae908f01" providerId="AD" clId="Web-{8EC769CE-2982-3804-F669-653B7304A529}" dt="2024-08-14T17:31:19.013" v="33" actId="1076"/>
      <pc:docMkLst>
        <pc:docMk/>
      </pc:docMkLst>
      <pc:sldChg chg="modSp">
        <pc:chgData name="Alejandra Bravo Garcia" userId="S::alejandra.bravo@ipss.cl::4cf5125d-f567-4a98-9bb5-4ea9ae908f01" providerId="AD" clId="Web-{8EC769CE-2982-3804-F669-653B7304A529}" dt="2024-08-14T17:31:19.013" v="33" actId="1076"/>
        <pc:sldMkLst>
          <pc:docMk/>
          <pc:sldMk cId="3167001994" sldId="2076137705"/>
        </pc:sldMkLst>
        <pc:spChg chg="mod">
          <ac:chgData name="Alejandra Bravo Garcia" userId="S::alejandra.bravo@ipss.cl::4cf5125d-f567-4a98-9bb5-4ea9ae908f01" providerId="AD" clId="Web-{8EC769CE-2982-3804-F669-653B7304A529}" dt="2024-08-14T17:31:19.013" v="33" actId="1076"/>
          <ac:spMkLst>
            <pc:docMk/>
            <pc:sldMk cId="3167001994" sldId="2076137705"/>
            <ac:spMk id="3" creationId="{317770C8-A12B-436B-AB8E-9FC2932E0DB7}"/>
          </ac:spMkLst>
        </pc:spChg>
      </pc:sldChg>
      <pc:sldChg chg="modSp">
        <pc:chgData name="Alejandra Bravo Garcia" userId="S::alejandra.bravo@ipss.cl::4cf5125d-f567-4a98-9bb5-4ea9ae908f01" providerId="AD" clId="Web-{8EC769CE-2982-3804-F669-653B7304A529}" dt="2024-08-14T17:31:08.669" v="32" actId="1076"/>
        <pc:sldMkLst>
          <pc:docMk/>
          <pc:sldMk cId="2405631946" sldId="2076137726"/>
        </pc:sldMkLst>
        <pc:spChg chg="mod">
          <ac:chgData name="Alejandra Bravo Garcia" userId="S::alejandra.bravo@ipss.cl::4cf5125d-f567-4a98-9bb5-4ea9ae908f01" providerId="AD" clId="Web-{8EC769CE-2982-3804-F669-653B7304A529}" dt="2024-08-14T17:31:03.638" v="30" actId="20577"/>
          <ac:spMkLst>
            <pc:docMk/>
            <pc:sldMk cId="2405631946" sldId="2076137726"/>
            <ac:spMk id="4" creationId="{A55F774B-483D-1F2A-1944-D0CD12A50B9D}"/>
          </ac:spMkLst>
        </pc:spChg>
        <pc:picChg chg="mod">
          <ac:chgData name="Alejandra Bravo Garcia" userId="S::alejandra.bravo@ipss.cl::4cf5125d-f567-4a98-9bb5-4ea9ae908f01" providerId="AD" clId="Web-{8EC769CE-2982-3804-F669-653B7304A529}" dt="2024-08-14T17:31:08.669" v="32" actId="1076"/>
          <ac:picMkLst>
            <pc:docMk/>
            <pc:sldMk cId="2405631946" sldId="2076137726"/>
            <ac:picMk id="3" creationId="{63F5412D-07B8-F523-E7DB-C4F748060BB2}"/>
          </ac:picMkLst>
        </pc:picChg>
      </pc:sldChg>
    </pc:docChg>
  </pc:docChgLst>
  <pc:docChgLst>
    <pc:chgData name="César Díaz" userId="ed34fad7-0c20-4e51-b35e-19bd778b9593" providerId="ADAL" clId="{51ACDB2D-09DD-490E-A1C2-29B24CBAEA85}"/>
    <pc:docChg chg="custSel modSld modMainMaster">
      <pc:chgData name="César Díaz" userId="ed34fad7-0c20-4e51-b35e-19bd778b9593" providerId="ADAL" clId="{51ACDB2D-09DD-490E-A1C2-29B24CBAEA85}" dt="2023-08-08T17:01:27.407" v="8" actId="14100"/>
      <pc:docMkLst>
        <pc:docMk/>
      </pc:docMkLst>
      <pc:sldChg chg="addSp delSp modSp mod">
        <pc:chgData name="César Díaz" userId="ed34fad7-0c20-4e51-b35e-19bd778b9593" providerId="ADAL" clId="{51ACDB2D-09DD-490E-A1C2-29B24CBAEA85}" dt="2023-08-08T16:51:13.533" v="3" actId="21"/>
        <pc:sldMkLst>
          <pc:docMk/>
          <pc:sldMk cId="3167001994" sldId="2076137705"/>
        </pc:sldMkLst>
        <pc:picChg chg="add del mod">
          <ac:chgData name="César Díaz" userId="ed34fad7-0c20-4e51-b35e-19bd778b9593" providerId="ADAL" clId="{51ACDB2D-09DD-490E-A1C2-29B24CBAEA85}" dt="2023-08-08T16:51:13.533" v="3" actId="21"/>
          <ac:picMkLst>
            <pc:docMk/>
            <pc:sldMk cId="3167001994" sldId="2076137705"/>
            <ac:picMk id="5" creationId="{7D7459A5-8102-94A7-EEE8-64E872E249FD}"/>
          </ac:picMkLst>
        </pc:picChg>
      </pc:sldChg>
      <pc:sldMasterChg chg="modSldLayout">
        <pc:chgData name="César Díaz" userId="ed34fad7-0c20-4e51-b35e-19bd778b9593" providerId="ADAL" clId="{51ACDB2D-09DD-490E-A1C2-29B24CBAEA85}" dt="2023-08-08T17:01:27.407" v="8" actId="14100"/>
        <pc:sldMasterMkLst>
          <pc:docMk/>
          <pc:sldMasterMk cId="2491898207" sldId="2147483660"/>
        </pc:sldMasterMkLst>
        <pc:sldLayoutChg chg="addSp delSp modSp mod">
          <pc:chgData name="César Díaz" userId="ed34fad7-0c20-4e51-b35e-19bd778b9593" providerId="ADAL" clId="{51ACDB2D-09DD-490E-A1C2-29B24CBAEA85}" dt="2023-08-08T17:01:27.407" v="8" actId="14100"/>
          <pc:sldLayoutMkLst>
            <pc:docMk/>
            <pc:sldMasterMk cId="2491898207" sldId="2147483660"/>
            <pc:sldLayoutMk cId="639590872" sldId="2147483662"/>
          </pc:sldLayoutMkLst>
          <pc:picChg chg="add mod">
            <ac:chgData name="César Díaz" userId="ed34fad7-0c20-4e51-b35e-19bd778b9593" providerId="ADAL" clId="{51ACDB2D-09DD-490E-A1C2-29B24CBAEA85}" dt="2023-08-08T17:01:27.407" v="8" actId="14100"/>
            <ac:picMkLst>
              <pc:docMk/>
              <pc:sldMasterMk cId="2491898207" sldId="2147483660"/>
              <pc:sldLayoutMk cId="639590872" sldId="2147483662"/>
              <ac:picMk id="2" creationId="{56246E2A-FF94-6B4F-980C-12E7E5DF0CB8}"/>
            </ac:picMkLst>
          </pc:picChg>
          <pc:picChg chg="del">
            <ac:chgData name="César Díaz" userId="ed34fad7-0c20-4e51-b35e-19bd778b9593" providerId="ADAL" clId="{51ACDB2D-09DD-490E-A1C2-29B24CBAEA85}" dt="2023-08-08T16:51:33.751" v="6" actId="478"/>
            <ac:picMkLst>
              <pc:docMk/>
              <pc:sldMasterMk cId="2491898207" sldId="2147483660"/>
              <pc:sldLayoutMk cId="639590872" sldId="2147483662"/>
              <ac:picMk id="3" creationId="{826DD118-0008-9744-EE2F-668939AD7CF2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C2656-D0C9-4458-96E2-63B8D593F054}" type="datetimeFigureOut">
              <a:rPr lang="es-CL" smtClean="0"/>
              <a:t>14-08-2024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38C6D-1E16-459A-B4A2-B354227B25C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27482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F38C6D-1E16-459A-B4A2-B354227B25CE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90885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39BCFA7-EFF0-AE3A-4D5A-F54C59C5A6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2790" y="3107113"/>
            <a:ext cx="5113194" cy="643773"/>
          </a:xfrm>
        </p:spPr>
        <p:txBody>
          <a:bodyPr anchor="ctr">
            <a:normAutofit/>
          </a:bodyPr>
          <a:lstStyle/>
          <a:p>
            <a:pPr algn="l"/>
            <a:r>
              <a:rPr lang="es-CL" sz="3600" b="1" err="1">
                <a:solidFill>
                  <a:schemeClr val="bg1"/>
                </a:solidFill>
                <a:latin typeface="Gotham" panose="02000603040000020004" pitchFamily="50" charset="0"/>
              </a:rPr>
              <a:t>Lorem</a:t>
            </a:r>
            <a:r>
              <a:rPr lang="es-CL" sz="3600" b="1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3600" b="1" err="1">
                <a:solidFill>
                  <a:schemeClr val="bg1"/>
                </a:solidFill>
                <a:latin typeface="Gotham" panose="02000603040000020004" pitchFamily="50" charset="0"/>
              </a:rPr>
              <a:t>ipsum</a:t>
            </a:r>
            <a:endParaRPr lang="es-CL" sz="3600" b="1">
              <a:solidFill>
                <a:schemeClr val="bg1"/>
              </a:solidFill>
              <a:latin typeface="Gotham" panose="02000603040000020004" pitchFamily="50" charset="0"/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4329DCCD-8CF6-9BA5-1F82-4885C19BA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2790" y="3839546"/>
            <a:ext cx="5113194" cy="635654"/>
          </a:xfrm>
        </p:spPr>
        <p:txBody>
          <a:bodyPr>
            <a:noAutofit/>
          </a:bodyPr>
          <a:lstStyle/>
          <a:p>
            <a:pPr algn="l"/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Lorem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ipsum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 dolor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sit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amet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,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consectetuer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adipiscing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elit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, sed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diam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.</a:t>
            </a:r>
          </a:p>
        </p:txBody>
      </p:sp>
      <p:pic>
        <p:nvPicPr>
          <p:cNvPr id="2" name="Imagen 1" descr="Imagen que contiene botella, texto, periódico, firmar&#10;&#10;Descripción generada automáticamente">
            <a:extLst>
              <a:ext uri="{FF2B5EF4-FFF2-40B4-BE49-F238E27FC236}">
                <a16:creationId xmlns:a16="http://schemas.microsoft.com/office/drawing/2014/main" id="{56246E2A-FF94-6B4F-980C-12E7E5DF0C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4506" y="5579974"/>
            <a:ext cx="2199042" cy="76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59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1042219" y="1275824"/>
            <a:ext cx="10113461" cy="602137"/>
          </a:xfrm>
        </p:spPr>
        <p:txBody>
          <a:bodyPr anchor="ctr"/>
          <a:lstStyle>
            <a:lvl1pPr marL="0" algn="ctr">
              <a:defRPr>
                <a:solidFill>
                  <a:srgbClr val="102B42"/>
                </a:solidFill>
                <a:latin typeface="Gotham" panose="02000603040000020004" pitchFamily="50" charset="0"/>
              </a:defRPr>
            </a:lvl1pPr>
          </a:lstStyle>
          <a:p>
            <a:r>
              <a:rPr lang="es-ES" b="1">
                <a:solidFill>
                  <a:srgbClr val="102B42"/>
                </a:solidFill>
                <a:latin typeface="Gotham" panose="02000603040000020004" pitchFamily="2" charset="0"/>
              </a:rPr>
              <a:t>AGENDA</a:t>
            </a:r>
            <a:endParaRPr lang="en-US"/>
          </a:p>
        </p:txBody>
      </p:sp>
      <p:sp>
        <p:nvSpPr>
          <p:cNvPr id="45" name="Rectángulo: esquinas superiores redondeadas 44">
            <a:extLst>
              <a:ext uri="{FF2B5EF4-FFF2-40B4-BE49-F238E27FC236}">
                <a16:creationId xmlns:a16="http://schemas.microsoft.com/office/drawing/2014/main" id="{A669CD1B-0E03-ABA9-763C-5D948F0B8EB8}"/>
              </a:ext>
            </a:extLst>
          </p:cNvPr>
          <p:cNvSpPr/>
          <p:nvPr userDrawn="1"/>
        </p:nvSpPr>
        <p:spPr>
          <a:xfrm rot="16200000">
            <a:off x="-14135" y="3062436"/>
            <a:ext cx="4305299" cy="2180925"/>
          </a:xfrm>
          <a:prstGeom prst="round2SameRect">
            <a:avLst/>
          </a:prstGeom>
          <a:solidFill>
            <a:srgbClr val="304B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7" name="Subtitle 2">
            <a:extLst>
              <a:ext uri="{FF2B5EF4-FFF2-40B4-BE49-F238E27FC236}">
                <a16:creationId xmlns:a16="http://schemas.microsoft.com/office/drawing/2014/main" id="{024370F0-34C6-0E0F-CB33-03242E12CDC9}"/>
              </a:ext>
            </a:extLst>
          </p:cNvPr>
          <p:cNvSpPr txBox="1">
            <a:spLocks/>
          </p:cNvSpPr>
          <p:nvPr userDrawn="1"/>
        </p:nvSpPr>
        <p:spPr>
          <a:xfrm>
            <a:off x="3933825" y="1877961"/>
            <a:ext cx="7221854" cy="444429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b="1">
                <a:solidFill>
                  <a:srgbClr val="102B42"/>
                </a:solidFill>
                <a:latin typeface="Gotham" panose="02000603040000020004" pitchFamily="50" charset="0"/>
                <a:ea typeface="League Spartan" charset="0"/>
                <a:cs typeface="Poppins SemiBold" pitchFamily="2" charset="77"/>
              </a:rPr>
              <a:t>Tema 01</a:t>
            </a:r>
          </a:p>
          <a:p>
            <a:pPr algn="l">
              <a:lnSpc>
                <a:spcPct val="100000"/>
              </a:lnSpc>
            </a:pPr>
            <a:r>
              <a:rPr lang="es-ES" sz="1400">
                <a:solidFill>
                  <a:srgbClr val="3C3C3B"/>
                </a:solidFill>
                <a:latin typeface="Gotham" panose="02000603040000020004" pitchFamily="50" charset="0"/>
                <a:ea typeface="Open Sans Light" panose="020B0306030504020204" pitchFamily="34" charset="0"/>
                <a:cs typeface="Open Sans Light" panose="020B0306030504020204" pitchFamily="34" charset="0"/>
              </a:rPr>
              <a:t>Puede personalizar cualquier cosa que vea en este cuadro de texto, solo escriba su información.</a:t>
            </a:r>
          </a:p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b="1">
                <a:solidFill>
                  <a:srgbClr val="102B42"/>
                </a:solidFill>
                <a:latin typeface="Gotham" panose="02000603040000020004" pitchFamily="50" charset="0"/>
                <a:ea typeface="League Spartan" charset="0"/>
                <a:cs typeface="Poppins SemiBold" pitchFamily="2" charset="77"/>
              </a:rPr>
              <a:t>Tema 02</a:t>
            </a:r>
          </a:p>
          <a:p>
            <a:pPr algn="l">
              <a:lnSpc>
                <a:spcPct val="100000"/>
              </a:lnSpc>
            </a:pPr>
            <a:r>
              <a:rPr lang="es-ES" sz="1400">
                <a:solidFill>
                  <a:srgbClr val="3C3C3B"/>
                </a:solidFill>
                <a:latin typeface="Gotham" panose="02000603040000020004" pitchFamily="50" charset="0"/>
                <a:ea typeface="Open Sans Light" panose="020B0306030504020204" pitchFamily="34" charset="0"/>
                <a:cs typeface="Open Sans Light" panose="020B0306030504020204" pitchFamily="34" charset="0"/>
              </a:rPr>
              <a:t>Puede personalizar cualquier cosa que vea en este cuadro de texto, solo escriba su información.</a:t>
            </a:r>
            <a:endParaRPr lang="en-US" sz="1400">
              <a:solidFill>
                <a:srgbClr val="3C3C3B"/>
              </a:solidFill>
              <a:latin typeface="Gotham" panose="02000603040000020004" pitchFamily="50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b="1">
                <a:solidFill>
                  <a:srgbClr val="102B42"/>
                </a:solidFill>
                <a:latin typeface="Gotham" panose="02000603040000020004" pitchFamily="50" charset="0"/>
                <a:ea typeface="League Spartan" charset="0"/>
                <a:cs typeface="Poppins SemiBold" pitchFamily="2" charset="77"/>
              </a:rPr>
              <a:t>Tema 03</a:t>
            </a:r>
          </a:p>
          <a:p>
            <a:pPr algn="l">
              <a:lnSpc>
                <a:spcPct val="100000"/>
              </a:lnSpc>
            </a:pPr>
            <a:r>
              <a:rPr lang="es-ES" sz="1400">
                <a:solidFill>
                  <a:srgbClr val="3C3C3B"/>
                </a:solidFill>
                <a:latin typeface="Gotham" panose="02000603040000020004" pitchFamily="50" charset="0"/>
                <a:ea typeface="Open Sans Light" panose="020B0306030504020204" pitchFamily="34" charset="0"/>
                <a:cs typeface="Open Sans Light" panose="020B0306030504020204" pitchFamily="34" charset="0"/>
              </a:rPr>
              <a:t>Puede personalizar cualquier cosa que vea en este cuadro de texto, solo escriba su información.</a:t>
            </a:r>
            <a:endParaRPr lang="en-US" sz="1400">
              <a:solidFill>
                <a:srgbClr val="3C3C3B"/>
              </a:solidFill>
              <a:latin typeface="Gotham" panose="02000603040000020004" pitchFamily="50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b="1">
                <a:solidFill>
                  <a:srgbClr val="102B42"/>
                </a:solidFill>
                <a:latin typeface="Gotham" panose="02000603040000020004" pitchFamily="50" charset="0"/>
                <a:ea typeface="League Spartan" charset="0"/>
                <a:cs typeface="Poppins SemiBold" pitchFamily="2" charset="77"/>
              </a:rPr>
              <a:t>Tema 04</a:t>
            </a:r>
          </a:p>
          <a:p>
            <a:pPr algn="l">
              <a:lnSpc>
                <a:spcPct val="100000"/>
              </a:lnSpc>
            </a:pPr>
            <a:r>
              <a:rPr lang="es-ES" sz="1400">
                <a:solidFill>
                  <a:srgbClr val="3C3C3B"/>
                </a:solidFill>
                <a:latin typeface="Gotham" panose="02000603040000020004" pitchFamily="50" charset="0"/>
                <a:ea typeface="Open Sans Light" panose="020B0306030504020204" pitchFamily="34" charset="0"/>
                <a:cs typeface="Open Sans Light" panose="020B0306030504020204" pitchFamily="34" charset="0"/>
              </a:rPr>
              <a:t>Puede personalizar cualquier cosa que vea en este cuadro de texto, solo escriba su información.</a:t>
            </a:r>
            <a:endParaRPr lang="en-US" sz="1400">
              <a:solidFill>
                <a:srgbClr val="3C3C3B"/>
              </a:solidFill>
              <a:latin typeface="Gotham" panose="02000603040000020004" pitchFamily="50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b="1">
                <a:solidFill>
                  <a:srgbClr val="102B42"/>
                </a:solidFill>
                <a:latin typeface="Gotham" panose="02000603040000020004" pitchFamily="50" charset="0"/>
                <a:ea typeface="League Spartan" charset="0"/>
                <a:cs typeface="Poppins SemiBold" pitchFamily="2" charset="77"/>
              </a:rPr>
              <a:t>Tema 05</a:t>
            </a:r>
          </a:p>
          <a:p>
            <a:pPr algn="l">
              <a:lnSpc>
                <a:spcPct val="100000"/>
              </a:lnSpc>
            </a:pPr>
            <a:r>
              <a:rPr lang="es-ES" sz="1400">
                <a:solidFill>
                  <a:srgbClr val="3C3C3B"/>
                </a:solidFill>
                <a:latin typeface="Gotham" panose="02000603040000020004" pitchFamily="50" charset="0"/>
                <a:ea typeface="Open Sans Light" panose="020B0306030504020204" pitchFamily="34" charset="0"/>
                <a:cs typeface="Open Sans Light" panose="020B0306030504020204" pitchFamily="34" charset="0"/>
              </a:rPr>
              <a:t>Puede personalizar cualquier cosa que vea en este cuadro de texto, solo escriba su información.</a:t>
            </a:r>
            <a:endParaRPr lang="en-US" sz="1400">
              <a:solidFill>
                <a:srgbClr val="3C3C3B"/>
              </a:solidFill>
              <a:latin typeface="Gotham" panose="02000603040000020004" pitchFamily="50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b="1">
                <a:solidFill>
                  <a:srgbClr val="102B42"/>
                </a:solidFill>
                <a:latin typeface="Gotham" panose="02000603040000020004" pitchFamily="50" charset="0"/>
                <a:ea typeface="League Spartan" charset="0"/>
                <a:cs typeface="Poppins SemiBold" pitchFamily="2" charset="77"/>
              </a:rPr>
              <a:t>Tema 06</a:t>
            </a:r>
          </a:p>
          <a:p>
            <a:pPr algn="l">
              <a:lnSpc>
                <a:spcPct val="100000"/>
              </a:lnSpc>
            </a:pPr>
            <a:r>
              <a:rPr lang="es-ES" sz="1400">
                <a:solidFill>
                  <a:srgbClr val="3C3C3B"/>
                </a:solidFill>
                <a:latin typeface="Gotham" panose="02000603040000020004" pitchFamily="50" charset="0"/>
                <a:ea typeface="Open Sans Light" panose="020B0306030504020204" pitchFamily="34" charset="0"/>
                <a:cs typeface="Open Sans Light" panose="020B0306030504020204" pitchFamily="34" charset="0"/>
              </a:rPr>
              <a:t>Puede personalizar cualquier cosa que vea en este cuadro de texto, solo escriba su información.</a:t>
            </a:r>
            <a:endParaRPr lang="en-US" sz="1400">
              <a:solidFill>
                <a:srgbClr val="3C3C3B"/>
              </a:solidFill>
              <a:latin typeface="Gotham" panose="02000603040000020004" pitchFamily="50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4" name="Imagen 3" descr="Texto, Icono&#10;&#10;Descripción generada automáticamente">
            <a:extLst>
              <a:ext uri="{FF2B5EF4-FFF2-40B4-BE49-F238E27FC236}">
                <a16:creationId xmlns:a16="http://schemas.microsoft.com/office/drawing/2014/main" id="{EC37FD03-A8F4-6CC0-494F-F7761EB371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277" y="3038639"/>
            <a:ext cx="2125701" cy="212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959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1042219" y="1275824"/>
            <a:ext cx="10113461" cy="602137"/>
          </a:xfrm>
        </p:spPr>
        <p:txBody>
          <a:bodyPr anchor="ctr"/>
          <a:lstStyle>
            <a:lvl1pPr marL="0" algn="ctr">
              <a:defRPr>
                <a:solidFill>
                  <a:srgbClr val="102B42"/>
                </a:solidFill>
                <a:latin typeface="Gotham" panose="02000603040000020004" pitchFamily="50" charset="0"/>
              </a:defRPr>
            </a:lvl1pPr>
          </a:lstStyle>
          <a:p>
            <a:r>
              <a:rPr lang="es-ES" b="1" err="1">
                <a:solidFill>
                  <a:srgbClr val="102B42"/>
                </a:solidFill>
                <a:latin typeface="Gotham" panose="02000603040000020004" pitchFamily="2" charset="0"/>
              </a:rPr>
              <a:t>Lorem</a:t>
            </a:r>
            <a:r>
              <a:rPr lang="es-ES" b="1">
                <a:solidFill>
                  <a:srgbClr val="102B42"/>
                </a:solidFill>
                <a:latin typeface="Gotham" panose="02000603040000020004" pitchFamily="2" charset="0"/>
              </a:rPr>
              <a:t> </a:t>
            </a:r>
            <a:r>
              <a:rPr lang="es-ES" b="1" err="1">
                <a:solidFill>
                  <a:srgbClr val="102B42"/>
                </a:solidFill>
                <a:latin typeface="Gotham" panose="02000603040000020004" pitchFamily="2" charset="0"/>
              </a:rPr>
              <a:t>Ipsum</a:t>
            </a:r>
            <a:endParaRPr lang="en-US"/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25AF31D7-DDAD-AE10-0239-B0B639942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587" y="1966452"/>
            <a:ext cx="11137692" cy="4359396"/>
          </a:xfrm>
        </p:spPr>
        <p:txBody>
          <a:bodyPr/>
          <a:lstStyle>
            <a:lvl1pPr>
              <a:defRPr>
                <a:solidFill>
                  <a:srgbClr val="3C3C3B"/>
                </a:solidFill>
              </a:defRPr>
            </a:lvl1pPr>
            <a:lvl2pPr>
              <a:defRPr>
                <a:solidFill>
                  <a:srgbClr val="3C3C3B"/>
                </a:solidFill>
              </a:defRPr>
            </a:lvl2pPr>
            <a:lvl3pPr>
              <a:defRPr>
                <a:solidFill>
                  <a:srgbClr val="3C3C3B"/>
                </a:solidFill>
              </a:defRPr>
            </a:lvl3pPr>
            <a:lvl4pPr>
              <a:defRPr>
                <a:solidFill>
                  <a:srgbClr val="3C3C3B"/>
                </a:solidFill>
              </a:defRPr>
            </a:lvl4pPr>
            <a:lvl5pPr>
              <a:defRPr>
                <a:solidFill>
                  <a:srgbClr val="3C3C3B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36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Cambio T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BA8F40-9B3F-63B9-DD8C-BB01669C23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721" y="2553043"/>
            <a:ext cx="7286438" cy="1744716"/>
          </a:xfrm>
        </p:spPr>
        <p:txBody>
          <a:bodyPr anchor="ctr"/>
          <a:lstStyle/>
          <a:p>
            <a:r>
              <a:rPr lang="es-CL" sz="4400" b="1" err="1">
                <a:solidFill>
                  <a:schemeClr val="bg1"/>
                </a:solidFill>
                <a:latin typeface="Gotham" panose="02000603040000020004" pitchFamily="50" charset="0"/>
              </a:rPr>
              <a:t>Lorem</a:t>
            </a:r>
            <a:r>
              <a:rPr lang="es-CL" sz="4400" b="1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4400" b="1" err="1">
                <a:solidFill>
                  <a:schemeClr val="bg1"/>
                </a:solidFill>
                <a:latin typeface="Gotham" panose="02000603040000020004" pitchFamily="50" charset="0"/>
              </a:rPr>
              <a:t>ipsum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11197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29866" y="2203068"/>
            <a:ext cx="4925814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29866" y="3653824"/>
            <a:ext cx="4925814" cy="117300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898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5" r:id="rId2"/>
    <p:sldLayoutId id="2147483661" r:id="rId3"/>
    <p:sldLayoutId id="2147483663" r:id="rId4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 spc="-50" baseline="0">
          <a:solidFill>
            <a:schemeClr val="bg1"/>
          </a:solidFill>
          <a:latin typeface="Gotham" panose="02000603040000020004" pitchFamily="50" charset="0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bg1"/>
          </a:solidFill>
          <a:latin typeface="Gotham" panose="02000603040000020004" pitchFamily="50" charset="0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bg1"/>
          </a:solidFill>
          <a:latin typeface="Gotham" panose="02000603040000020004" pitchFamily="50" charset="0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bg1"/>
          </a:solidFill>
          <a:latin typeface="Gotham" panose="02000603040000020004" pitchFamily="50" charset="0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bg1"/>
          </a:solidFill>
          <a:latin typeface="Gotham" panose="02000603040000020004" pitchFamily="50" charset="0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bg1"/>
          </a:solidFill>
          <a:latin typeface="Gotham" panose="02000603040000020004" pitchFamily="50" charset="0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undoerp.com/blog/la-automatizacion-de-los-procesos-del-erp-al-workflow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creativecommons.org/licenses/by-sa/3.0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2BB412-0761-08C0-91B5-7D184FDF0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6152" y="3714504"/>
            <a:ext cx="5292436" cy="643773"/>
          </a:xfrm>
        </p:spPr>
        <p:txBody>
          <a:bodyPr>
            <a:normAutofit fontScale="90000"/>
          </a:bodyPr>
          <a:lstStyle/>
          <a:p>
            <a:r>
              <a:rPr lang="es-MX" dirty="0">
                <a:latin typeface="Gotham"/>
              </a:rPr>
              <a:t>Unidad 3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7770C8-A12B-436B-AB8E-9FC2932E0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6334" y="5651676"/>
            <a:ext cx="5113194" cy="635654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es-ES" dirty="0">
                <a:latin typeface="Gotham"/>
              </a:rPr>
              <a:t>Automatización</a:t>
            </a:r>
          </a:p>
          <a:p>
            <a:pPr marL="0" indent="0">
              <a:buNone/>
            </a:pPr>
            <a:r>
              <a:rPr lang="es-MX" dirty="0">
                <a:latin typeface="Gotham"/>
              </a:rPr>
              <a:t>Testing Aplicado al Desarrollo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67001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EFDCBE-E499-3103-92A5-28F5D6427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741" y="1121215"/>
            <a:ext cx="10113461" cy="602137"/>
          </a:xfrm>
        </p:spPr>
        <p:txBody>
          <a:bodyPr/>
          <a:lstStyle/>
          <a:p>
            <a:r>
              <a:rPr lang="es-ES" dirty="0">
                <a:latin typeface="Gotham"/>
              </a:rPr>
              <a:t>ÍNDICE</a:t>
            </a:r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13EDA60-EA13-DE58-247C-0BA1927DF33E}"/>
              </a:ext>
            </a:extLst>
          </p:cNvPr>
          <p:cNvSpPr txBox="1"/>
          <p:nvPr/>
        </p:nvSpPr>
        <p:spPr>
          <a:xfrm>
            <a:off x="3633283" y="1888842"/>
            <a:ext cx="7499927" cy="4524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102B42"/>
                </a:solidFill>
              </a:rPr>
              <a:t>Introducción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102B42"/>
                </a:solidFill>
              </a:rPr>
              <a:t>Beneficios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102B42"/>
                </a:solidFill>
              </a:rPr>
              <a:t>Herramientas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102B42"/>
                </a:solidFill>
              </a:rPr>
              <a:t>Funciones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102B42"/>
                </a:solidFill>
              </a:rPr>
              <a:t>Implementación y Gestión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102B42"/>
                </a:solidFill>
              </a:rPr>
              <a:t>Planificación y Mantenimiento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102B42"/>
                </a:solidFill>
              </a:rPr>
              <a:t>Seleccipon de Herramientas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102B42"/>
                </a:solidFill>
              </a:rPr>
              <a:t>Estrategia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>
                <a:solidFill>
                  <a:srgbClr val="102B42"/>
                </a:solidFill>
              </a:rPr>
              <a:t>Identificación y Documentación</a:t>
            </a: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28334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EFDCBE-E499-3103-92A5-28F5D6427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Gotham"/>
              </a:rPr>
              <a:t>Introducción </a:t>
            </a:r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13EDA60-EA13-DE58-247C-0BA1927DF33E}"/>
              </a:ext>
            </a:extLst>
          </p:cNvPr>
          <p:cNvSpPr txBox="1"/>
          <p:nvPr/>
        </p:nvSpPr>
        <p:spPr>
          <a:xfrm>
            <a:off x="3777250" y="1900996"/>
            <a:ext cx="7499927" cy="4401205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CL" sz="2800" dirty="0">
                <a:solidFill>
                  <a:srgbClr val="0E0E0E"/>
                </a:solidFill>
                <a:latin typeface=".SF NS"/>
              </a:rPr>
              <a:t>La automatización de pruebas emerge como una herramienta revolucionaria, transformando el panorama de la evaluación de software. Al delegar tareas repetitivas a scripts y herramientas automatizadas, los desarrolladores y testers pueden enfocarse en aspectos más estratégicos y creativos, optimizando así el tiempo y los recursos disponibles.</a:t>
            </a:r>
          </a:p>
          <a:p>
            <a:pPr algn="just"/>
            <a:endParaRPr lang="es-CL" sz="2800" dirty="0">
              <a:solidFill>
                <a:srgbClr val="0E0E0E"/>
              </a:solidFill>
              <a:latin typeface=".SF NS"/>
            </a:endParaRPr>
          </a:p>
          <a:p>
            <a:pPr algn="just"/>
            <a:endParaRPr lang="es-CL" sz="2800" dirty="0">
              <a:solidFill>
                <a:srgbClr val="0E0E0E"/>
              </a:solidFill>
              <a:latin typeface=".SF NS"/>
            </a:endParaRPr>
          </a:p>
        </p:txBody>
      </p:sp>
    </p:spTree>
    <p:extLst>
      <p:ext uri="{BB962C8B-B14F-4D97-AF65-F5344CB8AC3E}">
        <p14:creationId xmlns:p14="http://schemas.microsoft.com/office/powerpoint/2010/main" val="2546042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A3E939-D55A-E52A-0AA1-F3B3B2169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269" y="231083"/>
            <a:ext cx="10113461" cy="602137"/>
          </a:xfrm>
        </p:spPr>
        <p:txBody>
          <a:bodyPr anchor="ctr">
            <a:normAutofit/>
          </a:bodyPr>
          <a:lstStyle/>
          <a:p>
            <a:r>
              <a:rPr lang="es-ES" sz="3700" dirty="0"/>
              <a:t>Definición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A7BF873-53DC-D508-8E6A-31A26DB43DA6}"/>
              </a:ext>
            </a:extLst>
          </p:cNvPr>
          <p:cNvSpPr txBox="1"/>
          <p:nvPr/>
        </p:nvSpPr>
        <p:spPr>
          <a:xfrm>
            <a:off x="424721" y="1490202"/>
            <a:ext cx="5033104" cy="435939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marL="91440" indent="-91440" algn="just" defTabSz="914400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US" sz="2400" kern="1200" dirty="0">
                <a:solidFill>
                  <a:srgbClr val="3C3C3B"/>
                </a:solidFill>
                <a:effectLst/>
              </a:rPr>
              <a:t>La </a:t>
            </a:r>
            <a:r>
              <a:rPr lang="en-US" sz="2400" kern="1200" dirty="0" err="1">
                <a:solidFill>
                  <a:srgbClr val="3C3C3B"/>
                </a:solidFill>
                <a:effectLst/>
              </a:rPr>
              <a:t>automatización</a:t>
            </a:r>
            <a:r>
              <a:rPr lang="en-US" sz="2400" kern="1200" dirty="0">
                <a:solidFill>
                  <a:srgbClr val="3C3C3B"/>
                </a:solidFill>
                <a:effectLst/>
              </a:rPr>
              <a:t> de </a:t>
            </a:r>
            <a:r>
              <a:rPr lang="en-US" sz="2400" kern="1200" dirty="0" err="1">
                <a:solidFill>
                  <a:srgbClr val="3C3C3B"/>
                </a:solidFill>
                <a:effectLst/>
              </a:rPr>
              <a:t>pruebas</a:t>
            </a:r>
            <a:r>
              <a:rPr lang="en-US" sz="2400" kern="1200" dirty="0">
                <a:solidFill>
                  <a:srgbClr val="3C3C3B"/>
                </a:solidFill>
                <a:effectLst/>
              </a:rPr>
              <a:t> es el proceso de </a:t>
            </a:r>
            <a:r>
              <a:rPr lang="en-US" sz="2400" kern="1200" dirty="0" err="1">
                <a:solidFill>
                  <a:srgbClr val="3C3C3B"/>
                </a:solidFill>
                <a:effectLst/>
              </a:rPr>
              <a:t>ejecutar</a:t>
            </a:r>
            <a:r>
              <a:rPr lang="en-US" sz="2400" kern="1200" dirty="0">
                <a:solidFill>
                  <a:srgbClr val="3C3C3B"/>
                </a:solidFill>
                <a:effectLst/>
              </a:rPr>
              <a:t> </a:t>
            </a:r>
            <a:r>
              <a:rPr lang="en-US" sz="2400" kern="1200" dirty="0" err="1">
                <a:solidFill>
                  <a:srgbClr val="3C3C3B"/>
                </a:solidFill>
                <a:effectLst/>
              </a:rPr>
              <a:t>pruebas</a:t>
            </a:r>
            <a:r>
              <a:rPr lang="en-US" sz="2400" kern="1200" dirty="0">
                <a:solidFill>
                  <a:srgbClr val="3C3C3B"/>
                </a:solidFill>
                <a:effectLst/>
              </a:rPr>
              <a:t> de software </a:t>
            </a:r>
            <a:r>
              <a:rPr lang="en-US" sz="2400" kern="1200" dirty="0" err="1">
                <a:solidFill>
                  <a:srgbClr val="3C3C3B"/>
                </a:solidFill>
                <a:effectLst/>
              </a:rPr>
              <a:t>automáticamente</a:t>
            </a:r>
            <a:r>
              <a:rPr lang="en-US" sz="2400" kern="1200" dirty="0">
                <a:solidFill>
                  <a:srgbClr val="3C3C3B"/>
                </a:solidFill>
                <a:effectLst/>
              </a:rPr>
              <a:t> </a:t>
            </a:r>
            <a:r>
              <a:rPr lang="en-US" sz="2400" kern="1200" dirty="0" err="1">
                <a:solidFill>
                  <a:srgbClr val="3C3C3B"/>
                </a:solidFill>
                <a:effectLst/>
              </a:rPr>
              <a:t>utilizando</a:t>
            </a:r>
            <a:r>
              <a:rPr lang="en-US" sz="2400" kern="1200" dirty="0">
                <a:solidFill>
                  <a:srgbClr val="3C3C3B"/>
                </a:solidFill>
                <a:effectLst/>
              </a:rPr>
              <a:t> </a:t>
            </a:r>
            <a:r>
              <a:rPr lang="en-US" sz="2400" kern="1200" dirty="0" err="1">
                <a:solidFill>
                  <a:srgbClr val="3C3C3B"/>
                </a:solidFill>
                <a:effectLst/>
              </a:rPr>
              <a:t>herramientas</a:t>
            </a:r>
            <a:r>
              <a:rPr lang="en-US" sz="2400" kern="1200" dirty="0">
                <a:solidFill>
                  <a:srgbClr val="3C3C3B"/>
                </a:solidFill>
                <a:effectLst/>
              </a:rPr>
              <a:t> y scripts </a:t>
            </a:r>
            <a:r>
              <a:rPr lang="en-US" sz="2400" kern="1200" dirty="0" err="1">
                <a:solidFill>
                  <a:srgbClr val="3C3C3B"/>
                </a:solidFill>
                <a:effectLst/>
              </a:rPr>
              <a:t>predefinidos</a:t>
            </a:r>
            <a:r>
              <a:rPr lang="en-US" sz="2400" kern="1200" dirty="0">
                <a:solidFill>
                  <a:srgbClr val="3C3C3B"/>
                </a:solidFill>
                <a:effectLst/>
              </a:rPr>
              <a:t>, </a:t>
            </a:r>
            <a:r>
              <a:rPr lang="en-US" sz="2400" kern="1200" dirty="0" err="1">
                <a:solidFill>
                  <a:srgbClr val="3C3C3B"/>
                </a:solidFill>
                <a:effectLst/>
              </a:rPr>
              <a:t>simulando</a:t>
            </a:r>
            <a:r>
              <a:rPr lang="en-US" sz="2400" kern="1200" dirty="0">
                <a:solidFill>
                  <a:srgbClr val="3C3C3B"/>
                </a:solidFill>
                <a:effectLst/>
              </a:rPr>
              <a:t> la </a:t>
            </a:r>
            <a:r>
              <a:rPr lang="en-US" sz="2400" kern="1200" dirty="0" err="1">
                <a:solidFill>
                  <a:srgbClr val="3C3C3B"/>
                </a:solidFill>
                <a:effectLst/>
              </a:rPr>
              <a:t>interacción</a:t>
            </a:r>
            <a:r>
              <a:rPr lang="en-US" sz="2400" kern="1200" dirty="0">
                <a:solidFill>
                  <a:srgbClr val="3C3C3B"/>
                </a:solidFill>
                <a:effectLst/>
              </a:rPr>
              <a:t> </a:t>
            </a:r>
            <a:r>
              <a:rPr lang="en-US" sz="2400" kern="1200" dirty="0" err="1">
                <a:solidFill>
                  <a:srgbClr val="3C3C3B"/>
                </a:solidFill>
                <a:effectLst/>
              </a:rPr>
              <a:t>humana</a:t>
            </a:r>
            <a:r>
              <a:rPr lang="en-US" sz="2400" kern="1200" dirty="0">
                <a:solidFill>
                  <a:srgbClr val="3C3C3B"/>
                </a:solidFill>
                <a:effectLst/>
              </a:rPr>
              <a:t> con el software.</a:t>
            </a:r>
          </a:p>
        </p:txBody>
      </p:sp>
      <p:pic>
        <p:nvPicPr>
          <p:cNvPr id="5" name="Imagen 4" descr="Un dibujo de un perro">
            <a:extLst>
              <a:ext uri="{FF2B5EF4-FFF2-40B4-BE49-F238E27FC236}">
                <a16:creationId xmlns:a16="http://schemas.microsoft.com/office/drawing/2014/main" id="{C26AE073-6C6B-DA5B-8164-DF4D1751BC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8135" r="10964" b="4"/>
          <a:stretch/>
        </p:blipFill>
        <p:spPr>
          <a:xfrm>
            <a:off x="6095999" y="1299808"/>
            <a:ext cx="5473596" cy="4359396"/>
          </a:xfrm>
          <a:prstGeom prst="rect">
            <a:avLst/>
          </a:prstGeom>
          <a:noFill/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A1F0789-4168-42AC-8E25-BD35727F5EEC}"/>
              </a:ext>
            </a:extLst>
          </p:cNvPr>
          <p:cNvSpPr txBox="1"/>
          <p:nvPr/>
        </p:nvSpPr>
        <p:spPr>
          <a:xfrm>
            <a:off x="9432987" y="6125793"/>
            <a:ext cx="233429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s-CL" sz="700" dirty="0">
                <a:solidFill>
                  <a:srgbClr val="FFFFFF"/>
                </a:solidFill>
                <a:hlinkClick r:id="rId3" tooltip="https://www.mundoerp.com/blog/la-automatizacion-de-los-procesos-del-erp-al-workflow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Esta foto</a:t>
            </a:r>
            <a:r>
              <a:rPr lang="es-CL" sz="700" dirty="0">
                <a:solidFill>
                  <a:srgbClr val="FFFFFF"/>
                </a:solidFill>
              </a:rPr>
              <a:t> de Autor desconocido está bajo licencia </a:t>
            </a:r>
            <a:r>
              <a:rPr lang="es-CL" sz="700" dirty="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s-CL" sz="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515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A7BF873-53DC-D508-8E6A-31A26DB43DA6}"/>
              </a:ext>
            </a:extLst>
          </p:cNvPr>
          <p:cNvSpPr txBox="1"/>
          <p:nvPr/>
        </p:nvSpPr>
        <p:spPr>
          <a:xfrm>
            <a:off x="5953123" y="1074509"/>
            <a:ext cx="609600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sz="2000" b="1" dirty="0">
                <a:solidFill>
                  <a:srgbClr val="0E0E0E"/>
                </a:solidFill>
                <a:effectLst/>
                <a:latin typeface=".SF NS"/>
              </a:rPr>
              <a:t>Eficiencia:</a:t>
            </a:r>
          </a:p>
          <a:p>
            <a:pPr algn="just"/>
            <a:r>
              <a:rPr lang="es-CL" sz="2000" dirty="0">
                <a:solidFill>
                  <a:srgbClr val="0E0E0E"/>
                </a:solidFill>
                <a:effectLst/>
                <a:latin typeface=".SF NS"/>
              </a:rPr>
              <a:t>	Permite ejecutar pruebas de forma más rápida y repetitiva, liberando tiempo para que los testers se enfoquen en pruebas más complejas y exploratorias.</a:t>
            </a:r>
          </a:p>
          <a:p>
            <a:pPr algn="just"/>
            <a:endParaRPr lang="es-CL" sz="2000" dirty="0">
              <a:solidFill>
                <a:srgbClr val="0E0E0E"/>
              </a:solidFill>
              <a:effectLst/>
              <a:latin typeface=".SF NS"/>
            </a:endParaRPr>
          </a:p>
          <a:p>
            <a:pPr algn="just"/>
            <a:r>
              <a:rPr lang="es-CL" sz="2000" b="1" dirty="0">
                <a:solidFill>
                  <a:srgbClr val="0E0E0E"/>
                </a:solidFill>
                <a:effectLst/>
                <a:latin typeface=".SF NS"/>
              </a:rPr>
              <a:t>Reducción de Costos:</a:t>
            </a:r>
          </a:p>
          <a:p>
            <a:pPr algn="just"/>
            <a:r>
              <a:rPr lang="es-CL" sz="2000" dirty="0">
                <a:solidFill>
                  <a:srgbClr val="0E0E0E"/>
                </a:solidFill>
                <a:effectLst/>
                <a:latin typeface=".SF NS"/>
              </a:rPr>
              <a:t>	Disminuye los costos asociados con la ejecución manual de pruebas, liberando recursos humanos para tareas de mayor valor.</a:t>
            </a:r>
          </a:p>
          <a:p>
            <a:pPr algn="just"/>
            <a:endParaRPr lang="es-CL" sz="2000" b="1" dirty="0">
              <a:solidFill>
                <a:srgbClr val="0E0E0E"/>
              </a:solidFill>
              <a:effectLst/>
              <a:latin typeface=".SF NS"/>
            </a:endParaRPr>
          </a:p>
          <a:p>
            <a:pPr algn="just"/>
            <a:r>
              <a:rPr lang="es-CL" sz="2000" b="1" dirty="0">
                <a:solidFill>
                  <a:srgbClr val="0E0E0E"/>
                </a:solidFill>
                <a:effectLst/>
                <a:latin typeface=".SF NS"/>
              </a:rPr>
              <a:t>Mejora en la Cobertura de Pruebas:</a:t>
            </a:r>
          </a:p>
          <a:p>
            <a:pPr algn="just"/>
            <a:r>
              <a:rPr lang="es-CL" sz="2000" dirty="0">
                <a:solidFill>
                  <a:srgbClr val="0E0E0E"/>
                </a:solidFill>
                <a:effectLst/>
                <a:latin typeface=".SF NS"/>
              </a:rPr>
              <a:t>	Permite realizar pruebas más exhaustivas y frecuentes, aumentando la probabilidad de detectar errores tempranamente.</a:t>
            </a:r>
          </a:p>
          <a:p>
            <a:pPr algn="just"/>
            <a:endParaRPr lang="es-CL" sz="2000" dirty="0">
              <a:solidFill>
                <a:srgbClr val="0E0E0E"/>
              </a:solidFill>
              <a:effectLst/>
              <a:latin typeface=".SF N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A3E939-D55A-E52A-0AA1-F3B3B2169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269" y="264442"/>
            <a:ext cx="10113461" cy="602137"/>
          </a:xfrm>
        </p:spPr>
        <p:txBody>
          <a:bodyPr/>
          <a:lstStyle/>
          <a:p>
            <a:r>
              <a:rPr lang="es-ES" b="0" dirty="0">
                <a:latin typeface="Gotham"/>
              </a:rPr>
              <a:t>Beneficios</a:t>
            </a:r>
            <a:endParaRPr lang="es-ES" b="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DB6E521-F8BF-4870-C5B5-2AE25E015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221" y="1028700"/>
            <a:ext cx="5347766" cy="534776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3322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A7BF873-53DC-D508-8E6A-31A26DB43DA6}"/>
              </a:ext>
            </a:extLst>
          </p:cNvPr>
          <p:cNvSpPr txBox="1"/>
          <p:nvPr/>
        </p:nvSpPr>
        <p:spPr>
          <a:xfrm>
            <a:off x="5938836" y="1344157"/>
            <a:ext cx="609600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s-CL" sz="2000" dirty="0">
              <a:solidFill>
                <a:srgbClr val="0E0E0E"/>
              </a:solidFill>
              <a:effectLst/>
              <a:latin typeface=".SF NS"/>
            </a:endParaRPr>
          </a:p>
          <a:p>
            <a:pPr algn="just"/>
            <a:endParaRPr lang="es-CL" sz="2000" dirty="0">
              <a:solidFill>
                <a:srgbClr val="0E0E0E"/>
              </a:solidFill>
              <a:effectLst/>
              <a:latin typeface=".SF NS"/>
            </a:endParaRPr>
          </a:p>
          <a:p>
            <a:pPr algn="just"/>
            <a:r>
              <a:rPr lang="es-CL" sz="2000" b="1" dirty="0">
                <a:solidFill>
                  <a:srgbClr val="0E0E0E"/>
                </a:solidFill>
                <a:effectLst/>
                <a:latin typeface=".SF NS"/>
              </a:rPr>
              <a:t>Mejora en la Calidad del Software:</a:t>
            </a:r>
          </a:p>
          <a:p>
            <a:pPr algn="just"/>
            <a:r>
              <a:rPr lang="es-CL" sz="2000" dirty="0">
                <a:solidFill>
                  <a:srgbClr val="0E0E0E"/>
                </a:solidFill>
                <a:effectLst/>
                <a:latin typeface=".SF NS"/>
              </a:rPr>
              <a:t>	Contribuye a la entrega de un software de mayor calidad, con menos errores y mayor confiabilidad.</a:t>
            </a:r>
          </a:p>
          <a:p>
            <a:pPr algn="just"/>
            <a:endParaRPr lang="es-CL" sz="2000" dirty="0">
              <a:solidFill>
                <a:srgbClr val="0E0E0E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es-CL" sz="2000" b="1" dirty="0">
                <a:solidFill>
                  <a:srgbClr val="0E0E0E"/>
                </a:solidFill>
                <a:effectLst/>
                <a:latin typeface=".SF NS"/>
              </a:rPr>
              <a:t>Integración Continua:</a:t>
            </a:r>
          </a:p>
          <a:p>
            <a:pPr algn="just"/>
            <a:r>
              <a:rPr lang="es-CL" sz="2000" dirty="0">
                <a:solidFill>
                  <a:srgbClr val="0E0E0E"/>
                </a:solidFill>
                <a:effectLst/>
                <a:latin typeface=".SF NS"/>
              </a:rPr>
              <a:t>	Facilita la integración de las pruebas en el proceso de desarrollo, permitiendo la detección temprana de errores y una entrega más rápida de software.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A3E939-D55A-E52A-0AA1-F3B3B2169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269" y="264442"/>
            <a:ext cx="10113461" cy="602137"/>
          </a:xfrm>
        </p:spPr>
        <p:txBody>
          <a:bodyPr/>
          <a:lstStyle/>
          <a:p>
            <a:r>
              <a:rPr lang="es-ES" b="0" dirty="0">
                <a:latin typeface="Gotham"/>
              </a:rPr>
              <a:t>Beneficios</a:t>
            </a:r>
            <a:endParaRPr lang="es-ES" b="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DB6E521-F8BF-4870-C5B5-2AE25E015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221" y="1028700"/>
            <a:ext cx="5347766" cy="534776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25795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A7BF873-53DC-D508-8E6A-31A26DB43DA6}"/>
              </a:ext>
            </a:extLst>
          </p:cNvPr>
          <p:cNvSpPr txBox="1"/>
          <p:nvPr/>
        </p:nvSpPr>
        <p:spPr>
          <a:xfrm>
            <a:off x="357187" y="961247"/>
            <a:ext cx="602932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sz="2000" b="1" dirty="0" err="1">
                <a:solidFill>
                  <a:srgbClr val="0E0E0E"/>
                </a:solidFill>
                <a:effectLst/>
                <a:latin typeface=".SF NS"/>
              </a:rPr>
              <a:t>Selenium</a:t>
            </a:r>
            <a:r>
              <a:rPr lang="es-CL" sz="2000" b="1" dirty="0">
                <a:solidFill>
                  <a:srgbClr val="0E0E0E"/>
                </a:solidFill>
                <a:effectLst/>
                <a:latin typeface=".SF NS"/>
              </a:rPr>
              <a:t>:</a:t>
            </a:r>
          </a:p>
          <a:p>
            <a:pPr algn="just"/>
            <a:r>
              <a:rPr lang="es-CL" sz="2000" dirty="0">
                <a:solidFill>
                  <a:srgbClr val="0E0E0E"/>
                </a:solidFill>
                <a:effectLst/>
                <a:latin typeface=".SF NS"/>
              </a:rPr>
              <a:t>	Framework de código abierto para pruebas web, compatible con varios lenguajes de programación (Python, Java, C#).</a:t>
            </a:r>
          </a:p>
          <a:p>
            <a:pPr algn="just"/>
            <a:endParaRPr lang="es-CL" sz="2000" dirty="0">
              <a:solidFill>
                <a:srgbClr val="0E0E0E"/>
              </a:solidFill>
              <a:effectLst/>
              <a:latin typeface=".SF NS"/>
            </a:endParaRPr>
          </a:p>
          <a:p>
            <a:pPr algn="just"/>
            <a:r>
              <a:rPr lang="es-CL" sz="2000" b="1" dirty="0" err="1">
                <a:solidFill>
                  <a:srgbClr val="0E0E0E"/>
                </a:solidFill>
                <a:effectLst/>
                <a:latin typeface=".SF NS"/>
              </a:rPr>
              <a:t>Appium</a:t>
            </a:r>
            <a:r>
              <a:rPr lang="es-CL" sz="2000" b="1" dirty="0">
                <a:solidFill>
                  <a:srgbClr val="0E0E0E"/>
                </a:solidFill>
                <a:effectLst/>
                <a:latin typeface=".SF NS"/>
              </a:rPr>
              <a:t>:</a:t>
            </a:r>
          </a:p>
          <a:p>
            <a:pPr algn="just"/>
            <a:r>
              <a:rPr lang="es-CL" sz="2000" dirty="0">
                <a:solidFill>
                  <a:srgbClr val="0E0E0E"/>
                </a:solidFill>
                <a:effectLst/>
                <a:latin typeface=".SF NS"/>
              </a:rPr>
              <a:t>	Herramienta para pruebas móviles multiplataforma, basada en </a:t>
            </a:r>
            <a:r>
              <a:rPr lang="es-CL" sz="2000" dirty="0" err="1">
                <a:solidFill>
                  <a:srgbClr val="0E0E0E"/>
                </a:solidFill>
                <a:effectLst/>
                <a:latin typeface=".SF NS"/>
              </a:rPr>
              <a:t>Selenium</a:t>
            </a:r>
            <a:r>
              <a:rPr lang="es-CL" sz="2000" dirty="0">
                <a:solidFill>
                  <a:srgbClr val="0E0E0E"/>
                </a:solidFill>
                <a:effectLst/>
                <a:latin typeface=".SF NS"/>
              </a:rPr>
              <a:t>, compatible con iOS y Android.</a:t>
            </a:r>
          </a:p>
          <a:p>
            <a:pPr algn="just"/>
            <a:endParaRPr lang="es-CL" sz="2000" dirty="0">
              <a:solidFill>
                <a:srgbClr val="0E0E0E"/>
              </a:solidFill>
              <a:effectLst/>
              <a:latin typeface=".SF NS"/>
            </a:endParaRPr>
          </a:p>
          <a:p>
            <a:pPr algn="just"/>
            <a:r>
              <a:rPr lang="es-CL" sz="2000" b="1" dirty="0" err="1">
                <a:solidFill>
                  <a:srgbClr val="0E0E0E"/>
                </a:solidFill>
                <a:effectLst/>
                <a:latin typeface=".SF NS"/>
              </a:rPr>
              <a:t>Cucumber</a:t>
            </a:r>
            <a:r>
              <a:rPr lang="es-CL" sz="2000" b="1" dirty="0">
                <a:solidFill>
                  <a:srgbClr val="0E0E0E"/>
                </a:solidFill>
                <a:effectLst/>
                <a:latin typeface=".SF NS"/>
              </a:rPr>
              <a:t>:</a:t>
            </a:r>
          </a:p>
          <a:p>
            <a:pPr algn="just"/>
            <a:r>
              <a:rPr lang="es-CL" sz="2000" dirty="0">
                <a:solidFill>
                  <a:srgbClr val="0E0E0E"/>
                </a:solidFill>
                <a:effectLst/>
                <a:latin typeface=".SF NS"/>
              </a:rPr>
              <a:t>	Framework para pruebas de aceptación basado en </a:t>
            </a:r>
            <a:r>
              <a:rPr lang="es-CL" sz="2000" dirty="0" err="1">
                <a:solidFill>
                  <a:srgbClr val="0E0E0E"/>
                </a:solidFill>
                <a:effectLst/>
                <a:latin typeface=".SF NS"/>
              </a:rPr>
              <a:t>Gherkin</a:t>
            </a:r>
            <a:r>
              <a:rPr lang="es-CL" sz="2000" dirty="0">
                <a:solidFill>
                  <a:srgbClr val="0E0E0E"/>
                </a:solidFill>
                <a:effectLst/>
                <a:latin typeface=".SF NS"/>
              </a:rPr>
              <a:t>, facilita la creación de escenarios entendibles por personas no técnicas.</a:t>
            </a:r>
          </a:p>
          <a:p>
            <a:pPr algn="just"/>
            <a:endParaRPr lang="es-CL" sz="2000" dirty="0">
              <a:solidFill>
                <a:srgbClr val="0E0E0E"/>
              </a:solidFill>
              <a:effectLst/>
              <a:latin typeface=".SF NS"/>
            </a:endParaRPr>
          </a:p>
          <a:p>
            <a:pPr algn="just"/>
            <a:r>
              <a:rPr lang="es-CL" sz="2000" b="1" dirty="0">
                <a:solidFill>
                  <a:srgbClr val="0E0E0E"/>
                </a:solidFill>
                <a:effectLst/>
                <a:latin typeface=".SF NS"/>
              </a:rPr>
              <a:t>Robot Framework:</a:t>
            </a:r>
          </a:p>
          <a:p>
            <a:pPr algn="just"/>
            <a:r>
              <a:rPr lang="es-CL" sz="2000" dirty="0">
                <a:solidFill>
                  <a:srgbClr val="0E0E0E"/>
                </a:solidFill>
                <a:effectLst/>
                <a:latin typeface=".SF NS"/>
              </a:rPr>
              <a:t>	Framework de pruebas genérico basado en Python, permite automatizar pruebas en aplicaciones web, móviles, de escritorio y API.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A3E939-D55A-E52A-0AA1-F3B3B2169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269" y="264442"/>
            <a:ext cx="10113461" cy="602137"/>
          </a:xfrm>
        </p:spPr>
        <p:txBody>
          <a:bodyPr/>
          <a:lstStyle/>
          <a:p>
            <a:r>
              <a:rPr lang="es-ES" b="0" dirty="0">
                <a:latin typeface="Gotham"/>
              </a:rPr>
              <a:t>Herramientas</a:t>
            </a:r>
            <a:endParaRPr lang="es-ES" b="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9E5B3A-2A7F-5201-DE9C-2C7F32022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L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EE583E7-2DD3-20B7-735B-73E6B2B58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CL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D5089E9F-B565-435B-A3FA-BABD9A730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7987" y="1322334"/>
            <a:ext cx="4910136" cy="4910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8182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A7BF873-53DC-D508-8E6A-31A26DB43DA6}"/>
              </a:ext>
            </a:extLst>
          </p:cNvPr>
          <p:cNvSpPr txBox="1"/>
          <p:nvPr/>
        </p:nvSpPr>
        <p:spPr>
          <a:xfrm>
            <a:off x="4790922" y="715519"/>
            <a:ext cx="7167716" cy="579389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es-CL" sz="1950" b="1" dirty="0">
                <a:solidFill>
                  <a:srgbClr val="0E0E0E"/>
                </a:solidFill>
                <a:effectLst/>
                <a:latin typeface=".SF NS"/>
              </a:rPr>
              <a:t>Creación y Gestión de Casos de Prueba:</a:t>
            </a:r>
          </a:p>
          <a:p>
            <a:pPr algn="just"/>
            <a:r>
              <a:rPr lang="es-CL" sz="1950" dirty="0">
                <a:solidFill>
                  <a:srgbClr val="0E0E0E"/>
                </a:solidFill>
                <a:effectLst/>
                <a:latin typeface=".SF NS"/>
              </a:rPr>
              <a:t>	Permiten crear, editar y organizar casos de prueba de manera eficiente.</a:t>
            </a:r>
          </a:p>
          <a:p>
            <a:pPr algn="just"/>
            <a:endParaRPr lang="es-CL" sz="1950" dirty="0">
              <a:solidFill>
                <a:srgbClr val="0E0E0E"/>
              </a:solidFill>
              <a:effectLst/>
              <a:latin typeface=".SF NS"/>
            </a:endParaRPr>
          </a:p>
          <a:p>
            <a:pPr algn="just"/>
            <a:r>
              <a:rPr lang="es-CL" sz="1950" b="1" dirty="0">
                <a:solidFill>
                  <a:srgbClr val="0E0E0E"/>
                </a:solidFill>
                <a:effectLst/>
                <a:latin typeface=".SF NS"/>
              </a:rPr>
              <a:t>Ejecución de Casos de Prueba:</a:t>
            </a:r>
          </a:p>
          <a:p>
            <a:pPr algn="just"/>
            <a:r>
              <a:rPr lang="es-CL" sz="1950" dirty="0">
                <a:solidFill>
                  <a:srgbClr val="0E0E0E"/>
                </a:solidFill>
                <a:effectLst/>
                <a:latin typeface=".SF NS"/>
              </a:rPr>
              <a:t>	Automatizan la ejecución de casos de prueba en diferentes entornos y navegadores.</a:t>
            </a:r>
          </a:p>
          <a:p>
            <a:pPr algn="just"/>
            <a:endParaRPr lang="es-CL" sz="1950" dirty="0">
              <a:solidFill>
                <a:srgbClr val="0E0E0E"/>
              </a:solidFill>
              <a:effectLst/>
              <a:latin typeface=".SF NS"/>
            </a:endParaRPr>
          </a:p>
          <a:p>
            <a:pPr algn="just"/>
            <a:r>
              <a:rPr lang="es-CL" sz="1950" b="1" dirty="0">
                <a:solidFill>
                  <a:srgbClr val="0E0E0E"/>
                </a:solidFill>
                <a:effectLst/>
                <a:latin typeface=".SF NS"/>
              </a:rPr>
              <a:t>Registro y Análisis de Resultados:</a:t>
            </a:r>
          </a:p>
          <a:p>
            <a:pPr algn="just"/>
            <a:r>
              <a:rPr lang="es-CL" sz="1950" dirty="0">
                <a:solidFill>
                  <a:srgbClr val="0E0E0E"/>
                </a:solidFill>
                <a:effectLst/>
                <a:latin typeface=".SF NS"/>
              </a:rPr>
              <a:t>	Registran resultados de pruebas y proporcionan herramientas para su análisis e interpretación.</a:t>
            </a:r>
          </a:p>
          <a:p>
            <a:pPr algn="just"/>
            <a:endParaRPr lang="es-CL" sz="1950" dirty="0">
              <a:solidFill>
                <a:srgbClr val="0E0E0E"/>
              </a:solidFill>
              <a:effectLst/>
              <a:latin typeface=".SF NS"/>
            </a:endParaRPr>
          </a:p>
          <a:p>
            <a:pPr algn="just"/>
            <a:r>
              <a:rPr lang="es-CL" sz="1950" b="1" dirty="0">
                <a:solidFill>
                  <a:srgbClr val="0E0E0E"/>
                </a:solidFill>
                <a:effectLst/>
                <a:latin typeface=".SF NS"/>
              </a:rPr>
              <a:t>Generación de Informes:</a:t>
            </a:r>
          </a:p>
          <a:p>
            <a:pPr algn="just"/>
            <a:r>
              <a:rPr lang="es-CL" sz="1950" dirty="0">
                <a:solidFill>
                  <a:srgbClr val="0E0E0E"/>
                </a:solidFill>
                <a:effectLst/>
                <a:latin typeface=".SF NS"/>
              </a:rPr>
              <a:t>	Generan informes detallados sobre resultados de pruebas, incluyendo métricas de cobertura y errores encontrados.</a:t>
            </a:r>
          </a:p>
          <a:p>
            <a:pPr algn="just"/>
            <a:endParaRPr lang="es-CL" sz="1950" dirty="0">
              <a:solidFill>
                <a:srgbClr val="0E0E0E"/>
              </a:solidFill>
              <a:effectLst/>
              <a:latin typeface=".SF NS"/>
            </a:endParaRPr>
          </a:p>
          <a:p>
            <a:pPr algn="just"/>
            <a:r>
              <a:rPr lang="es-CL" sz="1950" b="1" dirty="0">
                <a:solidFill>
                  <a:srgbClr val="0E0E0E"/>
                </a:solidFill>
                <a:effectLst/>
                <a:latin typeface=".SF NS"/>
              </a:rPr>
              <a:t>Integración con Herramientas de Desarrollo Continuo:</a:t>
            </a:r>
          </a:p>
          <a:p>
            <a:pPr algn="just"/>
            <a:r>
              <a:rPr lang="es-CL" sz="1950" dirty="0">
                <a:solidFill>
                  <a:srgbClr val="0E0E0E"/>
                </a:solidFill>
                <a:effectLst/>
                <a:latin typeface=".SF NS"/>
              </a:rPr>
              <a:t>	Se integran con herramientas de CI/CD para permitir la ejecución automatizada de pruebas durante el proceso de desarrollo.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A3E939-D55A-E52A-0AA1-F3B3B2169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269" y="146455"/>
            <a:ext cx="10113461" cy="602137"/>
          </a:xfrm>
        </p:spPr>
        <p:txBody>
          <a:bodyPr/>
          <a:lstStyle/>
          <a:p>
            <a:r>
              <a:rPr lang="es-ES" b="0" dirty="0">
                <a:latin typeface="Gotham"/>
              </a:rPr>
              <a:t>Funciones</a:t>
            </a:r>
            <a:endParaRPr lang="es-ES" b="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F4D3017-220D-B3A9-BA94-AEB0E9797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2" y="1061884"/>
            <a:ext cx="4324853" cy="4324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4370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A7BF873-53DC-D508-8E6A-31A26DB43DA6}"/>
              </a:ext>
            </a:extLst>
          </p:cNvPr>
          <p:cNvSpPr txBox="1"/>
          <p:nvPr/>
        </p:nvSpPr>
        <p:spPr>
          <a:xfrm>
            <a:off x="378351" y="1188278"/>
            <a:ext cx="533664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sz="2000" b="1" dirty="0">
                <a:solidFill>
                  <a:srgbClr val="0E0E0E"/>
                </a:solidFill>
                <a:effectLst/>
                <a:latin typeface=".SF NS"/>
              </a:rPr>
              <a:t>Selección de Herramienta Adecuada:</a:t>
            </a:r>
            <a:endParaRPr lang="es-CL" sz="2000" dirty="0">
              <a:solidFill>
                <a:srgbClr val="0E0E0E"/>
              </a:solidFill>
              <a:effectLst/>
              <a:latin typeface=".SF NS"/>
            </a:endParaRPr>
          </a:p>
          <a:p>
            <a:pPr algn="just"/>
            <a:r>
              <a:rPr lang="es-CL" sz="2000" dirty="0">
                <a:solidFill>
                  <a:srgbClr val="0E0E0E"/>
                </a:solidFill>
                <a:effectLst/>
                <a:latin typeface=".SF NS"/>
              </a:rPr>
              <a:t>	Elegir la herramienta según necesidades específicas del proyecto, lenguaje preferido y presupuesto disponible.</a:t>
            </a:r>
          </a:p>
          <a:p>
            <a:pPr algn="just"/>
            <a:endParaRPr lang="es-CL" sz="2000" dirty="0">
              <a:solidFill>
                <a:srgbClr val="0E0E0E"/>
              </a:solidFill>
              <a:effectLst/>
              <a:latin typeface=".SF NS"/>
            </a:endParaRPr>
          </a:p>
          <a:p>
            <a:pPr algn="just"/>
            <a:r>
              <a:rPr lang="es-CL" sz="2000" b="1" dirty="0">
                <a:solidFill>
                  <a:srgbClr val="0E0E0E"/>
                </a:solidFill>
                <a:effectLst/>
                <a:latin typeface=".SF NS"/>
              </a:rPr>
              <a:t>Definición del Alcance de las Pruebas:</a:t>
            </a:r>
            <a:endParaRPr lang="es-CL" sz="2000" dirty="0">
              <a:solidFill>
                <a:srgbClr val="0E0E0E"/>
              </a:solidFill>
              <a:effectLst/>
              <a:latin typeface=".SF NS"/>
            </a:endParaRPr>
          </a:p>
          <a:p>
            <a:pPr algn="just"/>
            <a:r>
              <a:rPr lang="es-CL" sz="2000" dirty="0">
                <a:solidFill>
                  <a:srgbClr val="0E0E0E"/>
                </a:solidFill>
                <a:effectLst/>
                <a:latin typeface=".SF NS"/>
              </a:rPr>
              <a:t>	Determinar qué pruebas se automatizarán y cuáles se ejecutarán manualmente.</a:t>
            </a:r>
          </a:p>
          <a:p>
            <a:pPr algn="just"/>
            <a:endParaRPr lang="es-CL" sz="2000" dirty="0">
              <a:solidFill>
                <a:srgbClr val="0E0E0E"/>
              </a:solidFill>
              <a:effectLst/>
              <a:latin typeface=".SF NS"/>
            </a:endParaRPr>
          </a:p>
          <a:p>
            <a:pPr algn="just"/>
            <a:r>
              <a:rPr lang="es-CL" sz="2000" b="1" dirty="0">
                <a:solidFill>
                  <a:srgbClr val="0E0E0E"/>
                </a:solidFill>
                <a:effectLst/>
                <a:latin typeface=".SF NS"/>
              </a:rPr>
              <a:t>Desarrollo de Scripts de Prueba:</a:t>
            </a:r>
            <a:endParaRPr lang="es-CL" sz="2000" dirty="0">
              <a:solidFill>
                <a:srgbClr val="0E0E0E"/>
              </a:solidFill>
              <a:effectLst/>
              <a:latin typeface=".SF NS"/>
            </a:endParaRPr>
          </a:p>
          <a:p>
            <a:pPr algn="just"/>
            <a:r>
              <a:rPr lang="es-CL" sz="2000" dirty="0">
                <a:solidFill>
                  <a:srgbClr val="0E0E0E"/>
                </a:solidFill>
                <a:effectLst/>
                <a:latin typeface=".SF NS"/>
              </a:rPr>
              <a:t>	Crear scripts utilizando la herramienta elegida y siguiendo mejores prácticas de desarrollo de software.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A3E939-D55A-E52A-0AA1-F3B3B2169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8539" y="127658"/>
            <a:ext cx="10113461" cy="602137"/>
          </a:xfrm>
        </p:spPr>
        <p:txBody>
          <a:bodyPr/>
          <a:lstStyle/>
          <a:p>
            <a:r>
              <a:rPr lang="es-ES" b="0" dirty="0">
                <a:latin typeface="Gotham"/>
              </a:rPr>
              <a:t>Implementación y Gestión</a:t>
            </a:r>
            <a:endParaRPr lang="es-ES" b="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562B291-FF92-6322-9910-91E6F50E2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8338" y="885826"/>
            <a:ext cx="5515312" cy="5515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074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A7BF873-53DC-D508-8E6A-31A26DB43DA6}"/>
              </a:ext>
            </a:extLst>
          </p:cNvPr>
          <p:cNvSpPr txBox="1"/>
          <p:nvPr/>
        </p:nvSpPr>
        <p:spPr>
          <a:xfrm>
            <a:off x="335487" y="1101270"/>
            <a:ext cx="4965176" cy="3737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CL" sz="2000" b="1" dirty="0">
                <a:solidFill>
                  <a:srgbClr val="0E0E0E"/>
                </a:solidFill>
                <a:latin typeface="Times New Roman" panose="02020603050405020304" pitchFamily="18" charset="0"/>
              </a:rPr>
              <a:t>I</a:t>
            </a:r>
            <a:r>
              <a:rPr lang="es-CL" sz="2000" b="1" dirty="0">
                <a:solidFill>
                  <a:srgbClr val="0E0E0E"/>
                </a:solidFill>
                <a:effectLst/>
                <a:latin typeface=".SF NS"/>
              </a:rPr>
              <a:t>ntegración con el Entorno de Desarrollo:</a:t>
            </a:r>
            <a:endParaRPr lang="es-CL" sz="2000" b="1" dirty="0">
              <a:solidFill>
                <a:srgbClr val="0E0E0E"/>
              </a:solidFill>
              <a:latin typeface=".SF NS"/>
            </a:endParaRPr>
          </a:p>
          <a:p>
            <a:pPr algn="just">
              <a:lnSpc>
                <a:spcPct val="150000"/>
              </a:lnSpc>
            </a:pPr>
            <a:r>
              <a:rPr lang="es-CL" sz="2000" b="1" dirty="0">
                <a:solidFill>
                  <a:srgbClr val="0E0E0E"/>
                </a:solidFill>
                <a:effectLst/>
                <a:latin typeface=".SF NS"/>
              </a:rPr>
              <a:t>	</a:t>
            </a:r>
            <a:r>
              <a:rPr lang="es-CL" sz="2000" dirty="0">
                <a:solidFill>
                  <a:srgbClr val="0E0E0E"/>
                </a:solidFill>
                <a:effectLst/>
                <a:latin typeface=".SF NS"/>
              </a:rPr>
              <a:t>Integrar las pruebas automatizadas en el entorno de desarrollo para permitir su ejecución continua.</a:t>
            </a:r>
          </a:p>
          <a:p>
            <a:pPr algn="just">
              <a:lnSpc>
                <a:spcPct val="150000"/>
              </a:lnSpc>
            </a:pPr>
            <a:endParaRPr lang="es-CL" sz="2000" dirty="0">
              <a:solidFill>
                <a:srgbClr val="0E0E0E"/>
              </a:solidFill>
              <a:effectLst/>
              <a:latin typeface=".SF NS"/>
            </a:endParaRPr>
          </a:p>
          <a:p>
            <a:pPr algn="just">
              <a:lnSpc>
                <a:spcPct val="150000"/>
              </a:lnSpc>
            </a:pPr>
            <a:r>
              <a:rPr lang="es-CL" sz="2000" b="1" dirty="0">
                <a:solidFill>
                  <a:srgbClr val="0E0E0E"/>
                </a:solidFill>
                <a:effectLst/>
                <a:latin typeface=".SF NS"/>
              </a:rPr>
              <a:t>Mantenimiento de Scripts de Prueba:</a:t>
            </a:r>
            <a:endParaRPr lang="es-CL" sz="2000" dirty="0">
              <a:solidFill>
                <a:srgbClr val="0E0E0E"/>
              </a:solidFill>
              <a:effectLst/>
              <a:latin typeface=".SF NS"/>
            </a:endParaRPr>
          </a:p>
          <a:p>
            <a:pPr algn="just">
              <a:lnSpc>
                <a:spcPct val="150000"/>
              </a:lnSpc>
            </a:pPr>
            <a:r>
              <a:rPr lang="es-CL" sz="2000" dirty="0">
                <a:solidFill>
                  <a:srgbClr val="0E0E0E"/>
                </a:solidFill>
                <a:effectLst/>
                <a:latin typeface=".SF NS"/>
              </a:rPr>
              <a:t>	Mantener scripts actualizados a medida que el software evoluciona.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A3E939-D55A-E52A-0AA1-F3B3B2169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8539" y="127658"/>
            <a:ext cx="10113461" cy="602137"/>
          </a:xfrm>
        </p:spPr>
        <p:txBody>
          <a:bodyPr/>
          <a:lstStyle/>
          <a:p>
            <a:r>
              <a:rPr lang="es-ES" b="0" dirty="0">
                <a:latin typeface="Gotham"/>
              </a:rPr>
              <a:t>Implementación y Gestión</a:t>
            </a:r>
            <a:endParaRPr lang="es-ES" b="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3D402F8-FD61-3A85-C4F5-24353799D6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8325" y="842963"/>
            <a:ext cx="5515312" cy="5515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6442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A7BF873-53DC-D508-8E6A-31A26DB43DA6}"/>
              </a:ext>
            </a:extLst>
          </p:cNvPr>
          <p:cNvSpPr txBox="1"/>
          <p:nvPr/>
        </p:nvSpPr>
        <p:spPr>
          <a:xfrm>
            <a:off x="6096000" y="1162948"/>
            <a:ext cx="520126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sz="2000" b="1" dirty="0">
                <a:solidFill>
                  <a:srgbClr val="0E0E0E"/>
                </a:solidFill>
                <a:effectLst/>
                <a:latin typeface=".SF NS"/>
              </a:rPr>
              <a:t>Creación de un Plan de Pruebas:</a:t>
            </a:r>
          </a:p>
          <a:p>
            <a:pPr algn="just"/>
            <a:r>
              <a:rPr lang="es-CL" sz="2000" dirty="0">
                <a:solidFill>
                  <a:srgbClr val="0E0E0E"/>
                </a:solidFill>
                <a:effectLst/>
                <a:latin typeface=".SF NS"/>
              </a:rPr>
              <a:t>	Definir frecuencia de ejecución, criterios de aceptación y responsables de la ejecución.</a:t>
            </a:r>
          </a:p>
          <a:p>
            <a:pPr algn="just"/>
            <a:endParaRPr lang="es-CL" sz="2000" b="1" dirty="0">
              <a:solidFill>
                <a:srgbClr val="0E0E0E"/>
              </a:solidFill>
              <a:effectLst/>
              <a:latin typeface=".SF NS"/>
            </a:endParaRPr>
          </a:p>
          <a:p>
            <a:pPr algn="just"/>
            <a:r>
              <a:rPr lang="es-CL" sz="2000" b="1" dirty="0">
                <a:solidFill>
                  <a:srgbClr val="0E0E0E"/>
                </a:solidFill>
                <a:effectLst/>
                <a:latin typeface=".SF NS"/>
              </a:rPr>
              <a:t>Monitoreo de Resultados:</a:t>
            </a:r>
          </a:p>
          <a:p>
            <a:pPr algn="just"/>
            <a:r>
              <a:rPr lang="es-CL" sz="2000" dirty="0">
                <a:solidFill>
                  <a:srgbClr val="0E0E0E"/>
                </a:solidFill>
                <a:effectLst/>
                <a:latin typeface=".SF NS"/>
              </a:rPr>
              <a:t>	Monitorear resultados regularmente para identificar tendencias y posibles problemas.</a:t>
            </a:r>
          </a:p>
          <a:p>
            <a:pPr algn="just"/>
            <a:endParaRPr lang="es-CL" sz="2000" dirty="0">
              <a:solidFill>
                <a:srgbClr val="0E0E0E"/>
              </a:solidFill>
              <a:effectLst/>
              <a:latin typeface=".SF NS"/>
            </a:endParaRPr>
          </a:p>
          <a:p>
            <a:pPr algn="just"/>
            <a:r>
              <a:rPr lang="es-CL" sz="2000" b="1" dirty="0">
                <a:solidFill>
                  <a:srgbClr val="0E0E0E"/>
                </a:solidFill>
                <a:effectLst/>
                <a:latin typeface=".SF NS"/>
              </a:rPr>
              <a:t>Mantenimiento de Scripts de Prueba:</a:t>
            </a:r>
          </a:p>
          <a:p>
            <a:pPr algn="just"/>
            <a:r>
              <a:rPr lang="es-CL" sz="2000" dirty="0">
                <a:solidFill>
                  <a:srgbClr val="0E0E0E"/>
                </a:solidFill>
                <a:effectLst/>
                <a:latin typeface=".SF NS"/>
              </a:rPr>
              <a:t>	Mantener scripts actualizados para asegurar su precisión y efectividad.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A3E939-D55A-E52A-0AA1-F3B3B2169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4263" y="310089"/>
            <a:ext cx="10113461" cy="602137"/>
          </a:xfrm>
        </p:spPr>
        <p:txBody>
          <a:bodyPr/>
          <a:lstStyle/>
          <a:p>
            <a:r>
              <a:rPr lang="es-ES" b="0" dirty="0">
                <a:latin typeface="Gotham"/>
              </a:rPr>
              <a:t>Planificación y Mantenimiento</a:t>
            </a:r>
            <a:endParaRPr lang="es-ES" b="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B06C7A7-F2D5-331D-4EB1-5BAFA8D09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338" y="1162948"/>
            <a:ext cx="4987129" cy="4987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3250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A7BF873-53DC-D508-8E6A-31A26DB43DA6}"/>
              </a:ext>
            </a:extLst>
          </p:cNvPr>
          <p:cNvSpPr txBox="1"/>
          <p:nvPr/>
        </p:nvSpPr>
        <p:spPr>
          <a:xfrm>
            <a:off x="326270" y="1700724"/>
            <a:ext cx="490940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sz="2000" b="1" dirty="0">
                <a:solidFill>
                  <a:srgbClr val="0E0E0E"/>
                </a:solidFill>
                <a:effectLst/>
                <a:latin typeface=".SF NS"/>
              </a:rPr>
              <a:t>Evaluar Necesidades del Proyecto:</a:t>
            </a:r>
          </a:p>
          <a:p>
            <a:pPr algn="just"/>
            <a:r>
              <a:rPr lang="es-CL" sz="2000" dirty="0">
                <a:solidFill>
                  <a:srgbClr val="0E0E0E"/>
                </a:solidFill>
                <a:effectLst/>
                <a:latin typeface=".SF NS"/>
              </a:rPr>
              <a:t>	Considerar características requeridas, presupuesto, experiencia del equipo y compatibilidad con el entorno de desarrollo.</a:t>
            </a:r>
          </a:p>
          <a:p>
            <a:pPr algn="just"/>
            <a:endParaRPr lang="es-CL" sz="2000" dirty="0">
              <a:solidFill>
                <a:srgbClr val="0E0E0E"/>
              </a:solidFill>
              <a:effectLst/>
              <a:latin typeface=".SF NS"/>
            </a:endParaRPr>
          </a:p>
          <a:p>
            <a:pPr algn="just"/>
            <a:r>
              <a:rPr lang="es-CL" sz="2000" b="1" dirty="0">
                <a:solidFill>
                  <a:srgbClr val="0E0E0E"/>
                </a:solidFill>
                <a:effectLst/>
                <a:latin typeface=".SF NS"/>
              </a:rPr>
              <a:t>Probar Diferentes Herramientas:</a:t>
            </a:r>
          </a:p>
          <a:p>
            <a:pPr algn="just"/>
            <a:r>
              <a:rPr lang="es-CL" sz="2000" dirty="0">
                <a:solidFill>
                  <a:srgbClr val="0E0E0E"/>
                </a:solidFill>
                <a:effectLst/>
                <a:latin typeface=".SF NS"/>
              </a:rPr>
              <a:t>	Evaluar herramientas mediante pruebas piloto para determinar la más adecuada.</a:t>
            </a:r>
          </a:p>
          <a:p>
            <a:pPr algn="just"/>
            <a:endParaRPr lang="es-CL" sz="2000" dirty="0">
              <a:solidFill>
                <a:srgbClr val="0E0E0E"/>
              </a:solidFill>
              <a:effectLst/>
              <a:latin typeface=".SF NS"/>
            </a:endParaRPr>
          </a:p>
          <a:p>
            <a:pPr algn="just"/>
            <a:r>
              <a:rPr lang="es-CL" sz="2000" b="1" dirty="0">
                <a:solidFill>
                  <a:srgbClr val="0E0E0E"/>
                </a:solidFill>
                <a:effectLst/>
                <a:latin typeface=".SF NS"/>
              </a:rPr>
              <a:t>Considerar la Escalabilidad:</a:t>
            </a:r>
          </a:p>
          <a:p>
            <a:pPr algn="just"/>
            <a:r>
              <a:rPr lang="es-CL" sz="2000" dirty="0">
                <a:solidFill>
                  <a:srgbClr val="0E0E0E"/>
                </a:solidFill>
                <a:effectLst/>
                <a:latin typeface=".SF NS"/>
              </a:rPr>
              <a:t>	Elegir una herramienta que pueda escalar para satisfacer necesidades futuras.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A3E939-D55A-E52A-0AA1-F3B3B2169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4263" y="310089"/>
            <a:ext cx="10113461" cy="602137"/>
          </a:xfrm>
        </p:spPr>
        <p:txBody>
          <a:bodyPr/>
          <a:lstStyle/>
          <a:p>
            <a:r>
              <a:rPr lang="es-ES" b="0" dirty="0">
                <a:latin typeface="Gotham"/>
              </a:rPr>
              <a:t>Selección de herramientas</a:t>
            </a:r>
            <a:endParaRPr lang="es-ES" b="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67783C4-5DAE-81A5-3C76-6ED2B92B9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297" y="1106412"/>
            <a:ext cx="5265174" cy="526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125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A7BF873-53DC-D508-8E6A-31A26DB43DA6}"/>
              </a:ext>
            </a:extLst>
          </p:cNvPr>
          <p:cNvSpPr txBox="1"/>
          <p:nvPr/>
        </p:nvSpPr>
        <p:spPr>
          <a:xfrm>
            <a:off x="6343650" y="1503163"/>
            <a:ext cx="546980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sz="2000" b="1" dirty="0">
                <a:solidFill>
                  <a:srgbClr val="0E0E0E"/>
                </a:solidFill>
                <a:effectLst/>
                <a:latin typeface=".SF NS"/>
              </a:rPr>
              <a:t>Definir Objetivos Claros:</a:t>
            </a:r>
          </a:p>
          <a:p>
            <a:pPr algn="just"/>
            <a:r>
              <a:rPr lang="es-CL" sz="2000" dirty="0">
                <a:solidFill>
                  <a:srgbClr val="0E0E0E"/>
                </a:solidFill>
                <a:effectLst/>
                <a:latin typeface=".SF NS"/>
              </a:rPr>
              <a:t>	Establecer objetivos para la automatización, como reducir el tiempo de ejecución y mejorar la cobertura de pruebas.</a:t>
            </a:r>
          </a:p>
          <a:p>
            <a:pPr algn="just"/>
            <a:endParaRPr lang="es-CL" sz="2000" dirty="0">
              <a:solidFill>
                <a:srgbClr val="0E0E0E"/>
              </a:solidFill>
              <a:effectLst/>
              <a:latin typeface=".SF NS"/>
            </a:endParaRPr>
          </a:p>
          <a:p>
            <a:pPr algn="just"/>
            <a:r>
              <a:rPr lang="es-CL" sz="2000" b="1" dirty="0">
                <a:solidFill>
                  <a:srgbClr val="0E0E0E"/>
                </a:solidFill>
                <a:effectLst/>
                <a:latin typeface=".SF NS"/>
              </a:rPr>
              <a:t>Priorizar Casos de Prueba:</a:t>
            </a:r>
          </a:p>
          <a:p>
            <a:pPr algn="just"/>
            <a:r>
              <a:rPr lang="es-CL" sz="2000" dirty="0">
                <a:solidFill>
                  <a:srgbClr val="0E0E0E"/>
                </a:solidFill>
                <a:effectLst/>
                <a:latin typeface=".SF NS"/>
              </a:rPr>
              <a:t>	Priorizar casos de prueba según importancia, riesgo y valor comercial.</a:t>
            </a:r>
          </a:p>
          <a:p>
            <a:pPr algn="just"/>
            <a:endParaRPr lang="es-CL" sz="2000" dirty="0">
              <a:solidFill>
                <a:srgbClr val="0E0E0E"/>
              </a:solidFill>
              <a:effectLst/>
              <a:latin typeface=".SF NS"/>
            </a:endParaRPr>
          </a:p>
          <a:p>
            <a:pPr algn="just"/>
            <a:r>
              <a:rPr lang="es-CL" sz="2000" b="1" dirty="0">
                <a:solidFill>
                  <a:srgbClr val="0E0E0E"/>
                </a:solidFill>
                <a:effectLst/>
                <a:latin typeface=".SF NS"/>
              </a:rPr>
              <a:t>Monitorear y Evaluar el Progreso:</a:t>
            </a:r>
          </a:p>
          <a:p>
            <a:pPr algn="just"/>
            <a:r>
              <a:rPr lang="es-CL" sz="2000" dirty="0">
                <a:solidFill>
                  <a:srgbClr val="0E0E0E"/>
                </a:solidFill>
                <a:effectLst/>
                <a:latin typeface=".SF NS"/>
              </a:rPr>
              <a:t>	Supervisar el progreso de la automatización y evaluar su eficacia en función de los objetivos establecidos.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A3E939-D55A-E52A-0AA1-F3B3B2169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8539" y="177353"/>
            <a:ext cx="10113461" cy="602137"/>
          </a:xfrm>
        </p:spPr>
        <p:txBody>
          <a:bodyPr/>
          <a:lstStyle/>
          <a:p>
            <a:r>
              <a:rPr lang="es-ES" b="0" dirty="0">
                <a:latin typeface="Gotham"/>
              </a:rPr>
              <a:t>Estrategia</a:t>
            </a:r>
            <a:endParaRPr lang="es-ES" b="0" dirty="0"/>
          </a:p>
        </p:txBody>
      </p:sp>
    </p:spTree>
    <p:extLst>
      <p:ext uri="{BB962C8B-B14F-4D97-AF65-F5344CB8AC3E}">
        <p14:creationId xmlns:p14="http://schemas.microsoft.com/office/powerpoint/2010/main" val="2934770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A7BF873-53DC-D508-8E6A-31A26DB43DA6}"/>
              </a:ext>
            </a:extLst>
          </p:cNvPr>
          <p:cNvSpPr txBox="1"/>
          <p:nvPr/>
        </p:nvSpPr>
        <p:spPr>
          <a:xfrm>
            <a:off x="489858" y="1319740"/>
            <a:ext cx="11212284" cy="2251065"/>
          </a:xfrm>
          <a:prstGeom prst="rect">
            <a:avLst/>
          </a:prstGeom>
          <a:solidFill>
            <a:srgbClr val="304B61"/>
          </a:solidFill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CL" sz="2400" b="1" dirty="0">
                <a:solidFill>
                  <a:schemeClr val="bg1"/>
                </a:solidFill>
                <a:effectLst/>
                <a:latin typeface=".SF NS"/>
              </a:rPr>
              <a:t>Registro Detallado:</a:t>
            </a:r>
          </a:p>
          <a:p>
            <a:pPr algn="just">
              <a:lnSpc>
                <a:spcPct val="150000"/>
              </a:lnSpc>
            </a:pPr>
            <a:r>
              <a:rPr lang="es-CL" sz="2400" dirty="0">
                <a:solidFill>
                  <a:schemeClr val="bg1"/>
                </a:solidFill>
                <a:effectLst/>
                <a:latin typeface=".SF NS"/>
              </a:rPr>
              <a:t>	Incluir una descripción clara del defecto, pasos para reproducirlo, y su severidad y gravedad.</a:t>
            </a:r>
          </a:p>
          <a:p>
            <a:pPr algn="just">
              <a:lnSpc>
                <a:spcPct val="150000"/>
              </a:lnSpc>
            </a:pPr>
            <a:endParaRPr lang="es-CL" sz="2400" dirty="0">
              <a:solidFill>
                <a:schemeClr val="bg1"/>
              </a:solidFill>
              <a:effectLst/>
              <a:latin typeface=".SF N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A3E939-D55A-E52A-0AA1-F3B3B2169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649" y="297666"/>
            <a:ext cx="10113461" cy="602137"/>
          </a:xfrm>
        </p:spPr>
        <p:txBody>
          <a:bodyPr/>
          <a:lstStyle/>
          <a:p>
            <a:r>
              <a:rPr lang="es-ES" b="0" dirty="0">
                <a:latin typeface="Gotham"/>
              </a:rPr>
              <a:t>Identificación y Documentación</a:t>
            </a:r>
            <a:endParaRPr lang="es-ES" b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4B31803-D6CB-44D1-D220-09286B93918D}"/>
              </a:ext>
            </a:extLst>
          </p:cNvPr>
          <p:cNvSpPr txBox="1"/>
          <p:nvPr/>
        </p:nvSpPr>
        <p:spPr>
          <a:xfrm>
            <a:off x="489858" y="4180404"/>
            <a:ext cx="11212284" cy="1697068"/>
          </a:xfrm>
          <a:prstGeom prst="rect">
            <a:avLst/>
          </a:prstGeom>
          <a:solidFill>
            <a:srgbClr val="496073"/>
          </a:solidFill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CL" sz="2400" b="1" dirty="0">
                <a:solidFill>
                  <a:schemeClr val="bg1"/>
                </a:solidFill>
                <a:effectLst/>
                <a:latin typeface=".SF NS"/>
              </a:rPr>
              <a:t>Análisis de Defectos:</a:t>
            </a:r>
          </a:p>
          <a:p>
            <a:pPr algn="just">
              <a:lnSpc>
                <a:spcPct val="150000"/>
              </a:lnSpc>
            </a:pPr>
            <a:r>
              <a:rPr lang="es-CL" sz="2400" dirty="0">
                <a:solidFill>
                  <a:schemeClr val="bg1"/>
                </a:solidFill>
                <a:effectLst/>
                <a:latin typeface=".SF NS"/>
              </a:rPr>
              <a:t>	Clasificar los defectos según su origen, frecuencia y tipo para identificar patrones y tendencias.</a:t>
            </a:r>
          </a:p>
        </p:txBody>
      </p:sp>
    </p:spTree>
    <p:extLst>
      <p:ext uri="{BB962C8B-B14F-4D97-AF65-F5344CB8AC3E}">
        <p14:creationId xmlns:p14="http://schemas.microsoft.com/office/powerpoint/2010/main" val="1472550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C1683D-3F2C-514D-52C2-E5502AEA6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6510" y="2553043"/>
            <a:ext cx="7795490" cy="1744716"/>
          </a:xfrm>
        </p:spPr>
        <p:txBody>
          <a:bodyPr/>
          <a:lstStyle/>
          <a:p>
            <a:r>
              <a:rPr lang="es-MX" dirty="0">
                <a:latin typeface="Gotham"/>
              </a:rPr>
              <a:t>Ventajas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3F5412D-07B8-F523-E7DB-C4F748060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7213"/>
            <a:ext cx="12192001" cy="6865213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A55F774B-483D-1F2A-1944-D0CD12A50B9D}"/>
              </a:ext>
            </a:extLst>
          </p:cNvPr>
          <p:cNvSpPr txBox="1">
            <a:spLocks/>
          </p:cNvSpPr>
          <p:nvPr/>
        </p:nvSpPr>
        <p:spPr>
          <a:xfrm>
            <a:off x="835893" y="2885552"/>
            <a:ext cx="10344726" cy="17447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b="1" kern="1200" spc="-50" baseline="0">
                <a:solidFill>
                  <a:schemeClr val="bg1"/>
                </a:solidFill>
                <a:latin typeface="Gotham" panose="02000603040000020004" pitchFamily="50" charset="0"/>
                <a:ea typeface="+mj-ea"/>
                <a:cs typeface="+mj-cs"/>
              </a:defRPr>
            </a:lvl1pPr>
          </a:lstStyle>
          <a:p>
            <a:r>
              <a:rPr lang="es-MX" dirty="0">
                <a:latin typeface="Gotham"/>
              </a:rPr>
              <a:t>¡Felicitaciones por terminar este recurso!</a:t>
            </a:r>
          </a:p>
        </p:txBody>
      </p:sp>
    </p:spTree>
    <p:extLst>
      <p:ext uri="{BB962C8B-B14F-4D97-AF65-F5344CB8AC3E}">
        <p14:creationId xmlns:p14="http://schemas.microsoft.com/office/powerpoint/2010/main" val="2405631946"/>
      </p:ext>
    </p:extLst>
  </p:cSld>
  <p:clrMapOvr>
    <a:masterClrMapping/>
  </p:clrMapOvr>
</p:sld>
</file>

<file path=ppt/theme/theme1.xml><?xml version="1.0" encoding="utf-8"?>
<a:theme xmlns:a="http://schemas.openxmlformats.org/drawingml/2006/main" name="Plantilla Institucional CIISA">
  <a:themeElements>
    <a:clrScheme name="Retrospección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Institucional-2021" id="{D6758B44-4591-4742-9426-1DF69164099C}" vid="{2BD42133-B291-4B97-8F0A-E5C885E715A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da1ad10-d4bb-41ec-a603-c5fb97d92d9b" xsi:nil="true"/>
    <lcf76f155ced4ddcb4097134ff3c332f xmlns="a78bb83c-f79f-4baf-ae30-fdf209467eca">
      <Terms xmlns="http://schemas.microsoft.com/office/infopath/2007/PartnerControls"/>
    </lcf76f155ced4ddcb4097134ff3c332f>
    <SharedWithUsers xmlns="bda1ad10-d4bb-41ec-a603-c5fb97d92d9b">
      <UserInfo>
        <DisplayName/>
        <AccountId xsi:nil="true"/>
        <AccountType/>
      </UserInfo>
    </SharedWithUsers>
    <MediaLengthInSeconds xmlns="a78bb83c-f79f-4baf-ae30-fdf209467ec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CD8E051C034CD4AB7AA71D698AE8B30" ma:contentTypeVersion="14" ma:contentTypeDescription="Crear nuevo documento." ma:contentTypeScope="" ma:versionID="ba84be2a6c96e4e44c55bd7316411ed7">
  <xsd:schema xmlns:xsd="http://www.w3.org/2001/XMLSchema" xmlns:xs="http://www.w3.org/2001/XMLSchema" xmlns:p="http://schemas.microsoft.com/office/2006/metadata/properties" xmlns:ns2="bda1ad10-d4bb-41ec-a603-c5fb97d92d9b" xmlns:ns3="a78bb83c-f79f-4baf-ae30-fdf209467eca" targetNamespace="http://schemas.microsoft.com/office/2006/metadata/properties" ma:root="true" ma:fieldsID="41ef44b21c7357b5eadf57dcc10076a1" ns2:_="" ns3:_="">
    <xsd:import namespace="bda1ad10-d4bb-41ec-a603-c5fb97d92d9b"/>
    <xsd:import namespace="a78bb83c-f79f-4baf-ae30-fdf209467ec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a1ad10-d4bb-41ec-a603-c5fb97d92d9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06eb44f-0cc1-4f80-a712-3bf3176deb3c}" ma:internalName="TaxCatchAll" ma:showField="CatchAllData" ma:web="bda1ad10-d4bb-41ec-a603-c5fb97d92d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8bb83c-f79f-4baf-ae30-fdf209467e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5d370a8b-1d73-4c2e-b75a-e5292e92d2a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0D21582-FC00-409E-B0FE-B85F4A2AD932}">
  <ds:schemaRefs>
    <ds:schemaRef ds:uri="http://purl.org/dc/elements/1.1/"/>
    <ds:schemaRef ds:uri="http://purl.org/dc/terms/"/>
    <ds:schemaRef ds:uri="bda1ad10-d4bb-41ec-a603-c5fb97d92d9b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a78bb83c-f79f-4baf-ae30-fdf209467eca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661082E-0D03-494C-9BAA-97B6381D5E43}">
  <ds:schemaRefs>
    <ds:schemaRef ds:uri="a78bb83c-f79f-4baf-ae30-fdf209467eca"/>
    <ds:schemaRef ds:uri="bda1ad10-d4bb-41ec-a603-c5fb97d92d9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7F4E0E8-DCD7-4FED-941D-0AB556AD80F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Plantilla_Institucional-2021_A</Template>
  <TotalTime>371</TotalTime>
  <Words>800</Words>
  <Application>Microsoft Office PowerPoint</Application>
  <PresentationFormat>Panorámica</PresentationFormat>
  <Paragraphs>117</Paragraphs>
  <Slides>15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.SF NS</vt:lpstr>
      <vt:lpstr>Arial</vt:lpstr>
      <vt:lpstr>Calibri</vt:lpstr>
      <vt:lpstr>Gotham</vt:lpstr>
      <vt:lpstr>Times New Roman</vt:lpstr>
      <vt:lpstr>Plantilla Institucional CIISA</vt:lpstr>
      <vt:lpstr>Unidad 3</vt:lpstr>
      <vt:lpstr>ÍNDICE</vt:lpstr>
      <vt:lpstr>Introducción </vt:lpstr>
      <vt:lpstr>Definición</vt:lpstr>
      <vt:lpstr>Beneficios</vt:lpstr>
      <vt:lpstr>Beneficios</vt:lpstr>
      <vt:lpstr>Herramientas</vt:lpstr>
      <vt:lpstr>Funciones</vt:lpstr>
      <vt:lpstr>Implementación y Gestión</vt:lpstr>
      <vt:lpstr>Implementación y Gestión</vt:lpstr>
      <vt:lpstr>Planificación y Mantenimiento</vt:lpstr>
      <vt:lpstr>Selección de herramientas</vt:lpstr>
      <vt:lpstr>Estrategia</vt:lpstr>
      <vt:lpstr>Identificación y Documentación</vt:lpstr>
      <vt:lpstr>Ventajas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Lorem ipsum</dc:title>
  <dc:creator>César Díaz</dc:creator>
  <cp:lastModifiedBy>Alejandra Bravo Garcia</cp:lastModifiedBy>
  <cp:revision>86</cp:revision>
  <dcterms:created xsi:type="dcterms:W3CDTF">2023-07-19T16:06:31Z</dcterms:created>
  <dcterms:modified xsi:type="dcterms:W3CDTF">2024-08-14T22:04:31Z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0x0101009CD8E051C034CD4AB7AA71D698AE8B30</vt:lpwstr>
  </property>
  <property fmtid="{D5CDD505-2E9C-101B-9397-08002B2CF9AE}" pid="3" name="MediaServiceImageTags">
    <vt:lpwstr/>
  </property>
  <property fmtid="{D5CDD505-2E9C-101B-9397-08002B2CF9AE}" pid="4" name="Order">
    <vt:r8>217300</vt:r8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</Properties>
</file>