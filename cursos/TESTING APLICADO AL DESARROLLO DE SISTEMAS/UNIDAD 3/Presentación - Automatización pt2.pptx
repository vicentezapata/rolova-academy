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73" r:id="rId2"/>
    <p:sldId id="279" r:id="rId3"/>
    <p:sldId id="275" r:id="rId4"/>
    <p:sldId id="277" r:id="rId5"/>
    <p:sldId id="282" r:id="rId6"/>
    <p:sldId id="276" r:id="rId7"/>
    <p:sldId id="278" r:id="rId8"/>
    <p:sldId id="280" r:id="rId9"/>
    <p:sldId id="281" r:id="rId10"/>
    <p:sldId id="310" r:id="rId11"/>
    <p:sldId id="311" r:id="rId12"/>
    <p:sldId id="312" r:id="rId13"/>
    <p:sldId id="313" r:id="rId14"/>
    <p:sldId id="314" r:id="rId15"/>
    <p:sldId id="292" r:id="rId16"/>
    <p:sldId id="293" r:id="rId17"/>
    <p:sldId id="294" r:id="rId18"/>
    <p:sldId id="295" r:id="rId19"/>
    <p:sldId id="297" r:id="rId20"/>
    <p:sldId id="296" r:id="rId21"/>
    <p:sldId id="300" r:id="rId22"/>
    <p:sldId id="299" r:id="rId23"/>
    <p:sldId id="316" r:id="rId24"/>
    <p:sldId id="301" r:id="rId25"/>
    <p:sldId id="298" r:id="rId26"/>
    <p:sldId id="31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DFE0A-DF80-3E30-C204-25B1D5565698}" name="Alejandra Bravo Garcia" initials="AB" userId="S::alejandra.bravo@ipss.cl::4cf5125d-f567-4a98-9bb5-4ea9ae908f01" providerId="AD"/>
  <p188:author id="{ED6C565C-96F3-95F4-3EAF-1F06D7DCD0EB}" name="Jorge Alejandro Bravo Pizarro" initials="" userId="S::jbravo@ciisa.cl::866f4d59-4e3d-4420-8a8b-3d6ddbb5c6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02B42"/>
    <a:srgbClr val="3C3C3B"/>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DD9DB-8390-8100-49DC-FB0BCE097A56}" v="1" dt="2024-08-16T08:53:00.514"/>
    <p1510:client id="{A20C2B31-CECE-F63C-7D7E-72D2E15D13E1}" v="122" dt="2024-08-16T08:39:07.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12" autoAdjust="0"/>
    <p:restoredTop sz="96339" autoAdjust="0"/>
  </p:normalViewPr>
  <p:slideViewPr>
    <p:cSldViewPr snapToGrid="0" showGuides="1">
      <p:cViewPr varScale="1">
        <p:scale>
          <a:sx n="79" d="100"/>
          <a:sy n="79" d="100"/>
        </p:scale>
        <p:origin x="43" y="72"/>
      </p:cViewPr>
      <p:guideLst>
        <p:guide orient="horz" pos="2160"/>
        <p:guide pos="3863"/>
      </p:guideLst>
    </p:cSldViewPr>
  </p:slideViewPr>
  <p:notesTextViewPr>
    <p:cViewPr>
      <p:scale>
        <a:sx n="1" d="1"/>
        <a:sy n="1" d="1"/>
      </p:scale>
      <p:origin x="0" y="0"/>
    </p:cViewPr>
  </p:notesTextViewPr>
  <p:notesViewPr>
    <p:cSldViewPr snapToGrid="0" showGuides="1">
      <p:cViewPr varScale="1">
        <p:scale>
          <a:sx n="62" d="100"/>
          <a:sy n="62" d="100"/>
        </p:scale>
        <p:origin x="3154" y="5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Bravo Garcia" userId="S::alejandra.bravo@ipss.cl::4cf5125d-f567-4a98-9bb5-4ea9ae908f01" providerId="AD" clId="Web-{A20C2B31-CECE-F63C-7D7E-72D2E15D13E1}"/>
    <pc:docChg chg="modSld">
      <pc:chgData name="Alejandra Bravo Garcia" userId="S::alejandra.bravo@ipss.cl::4cf5125d-f567-4a98-9bb5-4ea9ae908f01" providerId="AD" clId="Web-{A20C2B31-CECE-F63C-7D7E-72D2E15D13E1}" dt="2024-08-16T08:39:07.800" v="112"/>
      <pc:docMkLst>
        <pc:docMk/>
      </pc:docMkLst>
      <pc:sldChg chg="addSp delSp modSp">
        <pc:chgData name="Alejandra Bravo Garcia" userId="S::alejandra.bravo@ipss.cl::4cf5125d-f567-4a98-9bb5-4ea9ae908f01" providerId="AD" clId="Web-{A20C2B31-CECE-F63C-7D7E-72D2E15D13E1}" dt="2024-08-16T08:39:07.800" v="112"/>
        <pc:sldMkLst>
          <pc:docMk/>
          <pc:sldMk cId="3285219151" sldId="275"/>
        </pc:sldMkLst>
        <pc:spChg chg="add mod">
          <ac:chgData name="Alejandra Bravo Garcia" userId="S::alejandra.bravo@ipss.cl::4cf5125d-f567-4a98-9bb5-4ea9ae908f01" providerId="AD" clId="Web-{A20C2B31-CECE-F63C-7D7E-72D2E15D13E1}" dt="2024-08-16T08:39:07.800" v="112"/>
          <ac:spMkLst>
            <pc:docMk/>
            <pc:sldMk cId="3285219151" sldId="275"/>
            <ac:spMk id="4" creationId="{C6435DE5-602C-0C9F-1A54-22F44162A6F5}"/>
          </ac:spMkLst>
        </pc:spChg>
        <pc:spChg chg="del mod">
          <ac:chgData name="Alejandra Bravo Garcia" userId="S::alejandra.bravo@ipss.cl::4cf5125d-f567-4a98-9bb5-4ea9ae908f01" providerId="AD" clId="Web-{A20C2B31-CECE-F63C-7D7E-72D2E15D13E1}" dt="2024-08-16T08:39:07.800" v="112"/>
          <ac:spMkLst>
            <pc:docMk/>
            <pc:sldMk cId="3285219151" sldId="275"/>
            <ac:spMk id="5" creationId="{E5C5BBEA-37D4-08A9-ECE4-4996C30D984F}"/>
          </ac:spMkLst>
        </pc:spChg>
      </pc:sldChg>
      <pc:sldChg chg="modSp">
        <pc:chgData name="Alejandra Bravo Garcia" userId="S::alejandra.bravo@ipss.cl::4cf5125d-f567-4a98-9bb5-4ea9ae908f01" providerId="AD" clId="Web-{A20C2B31-CECE-F63C-7D7E-72D2E15D13E1}" dt="2024-08-16T07:42:03.326" v="12" actId="20577"/>
        <pc:sldMkLst>
          <pc:docMk/>
          <pc:sldMk cId="1194126263" sldId="276"/>
        </pc:sldMkLst>
        <pc:spChg chg="mod">
          <ac:chgData name="Alejandra Bravo Garcia" userId="S::alejandra.bravo@ipss.cl::4cf5125d-f567-4a98-9bb5-4ea9ae908f01" providerId="AD" clId="Web-{A20C2B31-CECE-F63C-7D7E-72D2E15D13E1}" dt="2024-08-16T07:42:03.326" v="12" actId="20577"/>
          <ac:spMkLst>
            <pc:docMk/>
            <pc:sldMk cId="1194126263" sldId="276"/>
            <ac:spMk id="7" creationId="{188AEE28-8823-2357-1972-7688EF9AD159}"/>
          </ac:spMkLst>
        </pc:spChg>
      </pc:sldChg>
      <pc:sldChg chg="modSp">
        <pc:chgData name="Alejandra Bravo Garcia" userId="S::alejandra.bravo@ipss.cl::4cf5125d-f567-4a98-9bb5-4ea9ae908f01" providerId="AD" clId="Web-{A20C2B31-CECE-F63C-7D7E-72D2E15D13E1}" dt="2024-08-16T07:40:59.089" v="4" actId="1076"/>
        <pc:sldMkLst>
          <pc:docMk/>
          <pc:sldMk cId="3367128565" sldId="277"/>
        </pc:sldMkLst>
        <pc:spChg chg="mod">
          <ac:chgData name="Alejandra Bravo Garcia" userId="S::alejandra.bravo@ipss.cl::4cf5125d-f567-4a98-9bb5-4ea9ae908f01" providerId="AD" clId="Web-{A20C2B31-CECE-F63C-7D7E-72D2E15D13E1}" dt="2024-08-16T07:40:59.089" v="4" actId="1076"/>
          <ac:spMkLst>
            <pc:docMk/>
            <pc:sldMk cId="3367128565" sldId="277"/>
            <ac:spMk id="3" creationId="{07698D47-D3A4-1233-92C0-91D491FC3264}"/>
          </ac:spMkLst>
        </pc:spChg>
      </pc:sldChg>
      <pc:sldChg chg="modSp">
        <pc:chgData name="Alejandra Bravo Garcia" userId="S::alejandra.bravo@ipss.cl::4cf5125d-f567-4a98-9bb5-4ea9ae908f01" providerId="AD" clId="Web-{A20C2B31-CECE-F63C-7D7E-72D2E15D13E1}" dt="2024-08-16T07:42:18.608" v="16" actId="1076"/>
        <pc:sldMkLst>
          <pc:docMk/>
          <pc:sldMk cId="1109309712" sldId="278"/>
        </pc:sldMkLst>
        <pc:spChg chg="mod">
          <ac:chgData name="Alejandra Bravo Garcia" userId="S::alejandra.bravo@ipss.cl::4cf5125d-f567-4a98-9bb5-4ea9ae908f01" providerId="AD" clId="Web-{A20C2B31-CECE-F63C-7D7E-72D2E15D13E1}" dt="2024-08-16T07:42:18.608" v="16" actId="1076"/>
          <ac:spMkLst>
            <pc:docMk/>
            <pc:sldMk cId="1109309712" sldId="278"/>
            <ac:spMk id="5" creationId="{F43A9CE1-F407-CE86-3FD6-B5D08D9FBF72}"/>
          </ac:spMkLst>
        </pc:spChg>
      </pc:sldChg>
      <pc:sldChg chg="modSp">
        <pc:chgData name="Alejandra Bravo Garcia" userId="S::alejandra.bravo@ipss.cl::4cf5125d-f567-4a98-9bb5-4ea9ae908f01" providerId="AD" clId="Web-{A20C2B31-CECE-F63C-7D7E-72D2E15D13E1}" dt="2024-08-16T07:42:33.827" v="20" actId="14100"/>
        <pc:sldMkLst>
          <pc:docMk/>
          <pc:sldMk cId="1479437693" sldId="280"/>
        </pc:sldMkLst>
        <pc:spChg chg="mod">
          <ac:chgData name="Alejandra Bravo Garcia" userId="S::alejandra.bravo@ipss.cl::4cf5125d-f567-4a98-9bb5-4ea9ae908f01" providerId="AD" clId="Web-{A20C2B31-CECE-F63C-7D7E-72D2E15D13E1}" dt="2024-08-16T07:42:33.827" v="20" actId="14100"/>
          <ac:spMkLst>
            <pc:docMk/>
            <pc:sldMk cId="1479437693" sldId="280"/>
            <ac:spMk id="6" creationId="{B4CBBC6B-50D5-14C3-DFDB-51947822183E}"/>
          </ac:spMkLst>
        </pc:spChg>
      </pc:sldChg>
      <pc:sldChg chg="modSp">
        <pc:chgData name="Alejandra Bravo Garcia" userId="S::alejandra.bravo@ipss.cl::4cf5125d-f567-4a98-9bb5-4ea9ae908f01" providerId="AD" clId="Web-{A20C2B31-CECE-F63C-7D7E-72D2E15D13E1}" dt="2024-08-16T07:42:43.984" v="23" actId="1076"/>
        <pc:sldMkLst>
          <pc:docMk/>
          <pc:sldMk cId="392080928" sldId="281"/>
        </pc:sldMkLst>
        <pc:picChg chg="mod">
          <ac:chgData name="Alejandra Bravo Garcia" userId="S::alejandra.bravo@ipss.cl::4cf5125d-f567-4a98-9bb5-4ea9ae908f01" providerId="AD" clId="Web-{A20C2B31-CECE-F63C-7D7E-72D2E15D13E1}" dt="2024-08-16T07:42:43.984" v="23" actId="1076"/>
          <ac:picMkLst>
            <pc:docMk/>
            <pc:sldMk cId="392080928" sldId="281"/>
            <ac:picMk id="4" creationId="{4BFAA49D-5125-0DCA-FE41-04AF7CCAB3E8}"/>
          </ac:picMkLst>
        </pc:picChg>
      </pc:sldChg>
      <pc:sldChg chg="delSp">
        <pc:chgData name="Alejandra Bravo Garcia" userId="S::alejandra.bravo@ipss.cl::4cf5125d-f567-4a98-9bb5-4ea9ae908f01" providerId="AD" clId="Web-{A20C2B31-CECE-F63C-7D7E-72D2E15D13E1}" dt="2024-08-16T07:50:36.412" v="70"/>
        <pc:sldMkLst>
          <pc:docMk/>
          <pc:sldMk cId="2245647372" sldId="292"/>
        </pc:sldMkLst>
        <pc:spChg chg="del">
          <ac:chgData name="Alejandra Bravo Garcia" userId="S::alejandra.bravo@ipss.cl::4cf5125d-f567-4a98-9bb5-4ea9ae908f01" providerId="AD" clId="Web-{A20C2B31-CECE-F63C-7D7E-72D2E15D13E1}" dt="2024-08-16T07:50:36.412" v="70"/>
          <ac:spMkLst>
            <pc:docMk/>
            <pc:sldMk cId="2245647372" sldId="292"/>
            <ac:spMk id="5" creationId="{4D65CFD2-6A30-B123-B87E-BCDB5B61E7B3}"/>
          </ac:spMkLst>
        </pc:spChg>
      </pc:sldChg>
      <pc:sldChg chg="modSp">
        <pc:chgData name="Alejandra Bravo Garcia" userId="S::alejandra.bravo@ipss.cl::4cf5125d-f567-4a98-9bb5-4ea9ae908f01" providerId="AD" clId="Web-{A20C2B31-CECE-F63C-7D7E-72D2E15D13E1}" dt="2024-08-16T08:34:06.383" v="76" actId="14100"/>
        <pc:sldMkLst>
          <pc:docMk/>
          <pc:sldMk cId="3230792800" sldId="293"/>
        </pc:sldMkLst>
        <pc:picChg chg="mod modCrop">
          <ac:chgData name="Alejandra Bravo Garcia" userId="S::alejandra.bravo@ipss.cl::4cf5125d-f567-4a98-9bb5-4ea9ae908f01" providerId="AD" clId="Web-{A20C2B31-CECE-F63C-7D7E-72D2E15D13E1}" dt="2024-08-16T08:34:06.383" v="76" actId="14100"/>
          <ac:picMkLst>
            <pc:docMk/>
            <pc:sldMk cId="3230792800" sldId="293"/>
            <ac:picMk id="4" creationId="{AA3C5BFD-E6B5-A220-6594-AB79D220A11E}"/>
          </ac:picMkLst>
        </pc:picChg>
      </pc:sldChg>
      <pc:sldChg chg="modSp">
        <pc:chgData name="Alejandra Bravo Garcia" userId="S::alejandra.bravo@ipss.cl::4cf5125d-f567-4a98-9bb5-4ea9ae908f01" providerId="AD" clId="Web-{A20C2B31-CECE-F63C-7D7E-72D2E15D13E1}" dt="2024-08-16T08:34:18.587" v="78" actId="14100"/>
        <pc:sldMkLst>
          <pc:docMk/>
          <pc:sldMk cId="1428675475" sldId="294"/>
        </pc:sldMkLst>
        <pc:picChg chg="mod">
          <ac:chgData name="Alejandra Bravo Garcia" userId="S::alejandra.bravo@ipss.cl::4cf5125d-f567-4a98-9bb5-4ea9ae908f01" providerId="AD" clId="Web-{A20C2B31-CECE-F63C-7D7E-72D2E15D13E1}" dt="2024-08-16T08:34:18.587" v="78" actId="14100"/>
          <ac:picMkLst>
            <pc:docMk/>
            <pc:sldMk cId="1428675475" sldId="294"/>
            <ac:picMk id="4" creationId="{F159647B-E25B-C2E5-5FCE-4BB6B9932423}"/>
          </ac:picMkLst>
        </pc:picChg>
      </pc:sldChg>
      <pc:sldChg chg="modSp">
        <pc:chgData name="Alejandra Bravo Garcia" userId="S::alejandra.bravo@ipss.cl::4cf5125d-f567-4a98-9bb5-4ea9ae908f01" providerId="AD" clId="Web-{A20C2B31-CECE-F63C-7D7E-72D2E15D13E1}" dt="2024-08-16T08:35:23.417" v="86" actId="1076"/>
        <pc:sldMkLst>
          <pc:docMk/>
          <pc:sldMk cId="2667740606" sldId="296"/>
        </pc:sldMkLst>
        <pc:picChg chg="mod modCrop">
          <ac:chgData name="Alejandra Bravo Garcia" userId="S::alejandra.bravo@ipss.cl::4cf5125d-f567-4a98-9bb5-4ea9ae908f01" providerId="AD" clId="Web-{A20C2B31-CECE-F63C-7D7E-72D2E15D13E1}" dt="2024-08-16T08:35:23.417" v="86" actId="1076"/>
          <ac:picMkLst>
            <pc:docMk/>
            <pc:sldMk cId="2667740606" sldId="296"/>
            <ac:picMk id="4" creationId="{613FFD1F-0077-01EB-152C-7B7CF9D43FCA}"/>
          </ac:picMkLst>
        </pc:picChg>
      </pc:sldChg>
      <pc:sldChg chg="modSp">
        <pc:chgData name="Alejandra Bravo Garcia" userId="S::alejandra.bravo@ipss.cl::4cf5125d-f567-4a98-9bb5-4ea9ae908f01" providerId="AD" clId="Web-{A20C2B31-CECE-F63C-7D7E-72D2E15D13E1}" dt="2024-08-16T08:34:31.009" v="80" actId="1076"/>
        <pc:sldMkLst>
          <pc:docMk/>
          <pc:sldMk cId="3599458671" sldId="297"/>
        </pc:sldMkLst>
        <pc:picChg chg="mod">
          <ac:chgData name="Alejandra Bravo Garcia" userId="S::alejandra.bravo@ipss.cl::4cf5125d-f567-4a98-9bb5-4ea9ae908f01" providerId="AD" clId="Web-{A20C2B31-CECE-F63C-7D7E-72D2E15D13E1}" dt="2024-08-16T08:34:31.009" v="80" actId="1076"/>
          <ac:picMkLst>
            <pc:docMk/>
            <pc:sldMk cId="3599458671" sldId="297"/>
            <ac:picMk id="4" creationId="{41DA90EA-A865-76AA-C6C5-B4925A5D30BE}"/>
          </ac:picMkLst>
        </pc:picChg>
      </pc:sldChg>
      <pc:sldChg chg="modSp">
        <pc:chgData name="Alejandra Bravo Garcia" userId="S::alejandra.bravo@ipss.cl::4cf5125d-f567-4a98-9bb5-4ea9ae908f01" providerId="AD" clId="Web-{A20C2B31-CECE-F63C-7D7E-72D2E15D13E1}" dt="2024-08-16T08:38:33.299" v="109" actId="1076"/>
        <pc:sldMkLst>
          <pc:docMk/>
          <pc:sldMk cId="3266592207" sldId="298"/>
        </pc:sldMkLst>
        <pc:picChg chg="mod">
          <ac:chgData name="Alejandra Bravo Garcia" userId="S::alejandra.bravo@ipss.cl::4cf5125d-f567-4a98-9bb5-4ea9ae908f01" providerId="AD" clId="Web-{A20C2B31-CECE-F63C-7D7E-72D2E15D13E1}" dt="2024-08-16T08:38:33.299" v="109" actId="1076"/>
          <ac:picMkLst>
            <pc:docMk/>
            <pc:sldMk cId="3266592207" sldId="298"/>
            <ac:picMk id="5" creationId="{3F8B23E5-88AD-5D02-0AE8-6C261541A76D}"/>
          </ac:picMkLst>
        </pc:picChg>
      </pc:sldChg>
      <pc:sldChg chg="modSp">
        <pc:chgData name="Alejandra Bravo Garcia" userId="S::alejandra.bravo@ipss.cl::4cf5125d-f567-4a98-9bb5-4ea9ae908f01" providerId="AD" clId="Web-{A20C2B31-CECE-F63C-7D7E-72D2E15D13E1}" dt="2024-08-16T08:36:14.637" v="93" actId="1076"/>
        <pc:sldMkLst>
          <pc:docMk/>
          <pc:sldMk cId="1749751713" sldId="299"/>
        </pc:sldMkLst>
        <pc:picChg chg="mod modCrop">
          <ac:chgData name="Alejandra Bravo Garcia" userId="S::alejandra.bravo@ipss.cl::4cf5125d-f567-4a98-9bb5-4ea9ae908f01" providerId="AD" clId="Web-{A20C2B31-CECE-F63C-7D7E-72D2E15D13E1}" dt="2024-08-16T08:36:14.637" v="93" actId="1076"/>
          <ac:picMkLst>
            <pc:docMk/>
            <pc:sldMk cId="1749751713" sldId="299"/>
            <ac:picMk id="4" creationId="{5E5CCBAC-CD94-184F-AAEB-FD048333455E}"/>
          </ac:picMkLst>
        </pc:picChg>
      </pc:sldChg>
      <pc:sldChg chg="delSp">
        <pc:chgData name="Alejandra Bravo Garcia" userId="S::alejandra.bravo@ipss.cl::4cf5125d-f567-4a98-9bb5-4ea9ae908f01" providerId="AD" clId="Web-{A20C2B31-CECE-F63C-7D7E-72D2E15D13E1}" dt="2024-08-16T08:35:29.698" v="87"/>
        <pc:sldMkLst>
          <pc:docMk/>
          <pc:sldMk cId="2541130169" sldId="300"/>
        </pc:sldMkLst>
        <pc:spChg chg="del">
          <ac:chgData name="Alejandra Bravo Garcia" userId="S::alejandra.bravo@ipss.cl::4cf5125d-f567-4a98-9bb5-4ea9ae908f01" providerId="AD" clId="Web-{A20C2B31-CECE-F63C-7D7E-72D2E15D13E1}" dt="2024-08-16T08:35:29.698" v="87"/>
          <ac:spMkLst>
            <pc:docMk/>
            <pc:sldMk cId="2541130169" sldId="300"/>
            <ac:spMk id="5" creationId="{4D65CFD2-6A30-B123-B87E-BCDB5B61E7B3}"/>
          </ac:spMkLst>
        </pc:spChg>
      </pc:sldChg>
      <pc:sldChg chg="modSp">
        <pc:chgData name="Alejandra Bravo Garcia" userId="S::alejandra.bravo@ipss.cl::4cf5125d-f567-4a98-9bb5-4ea9ae908f01" providerId="AD" clId="Web-{A20C2B31-CECE-F63C-7D7E-72D2E15D13E1}" dt="2024-08-16T08:36:42.498" v="98" actId="1076"/>
        <pc:sldMkLst>
          <pc:docMk/>
          <pc:sldMk cId="1905734060" sldId="301"/>
        </pc:sldMkLst>
        <pc:spChg chg="mod">
          <ac:chgData name="Alejandra Bravo Garcia" userId="S::alejandra.bravo@ipss.cl::4cf5125d-f567-4a98-9bb5-4ea9ae908f01" providerId="AD" clId="Web-{A20C2B31-CECE-F63C-7D7E-72D2E15D13E1}" dt="2024-08-16T08:36:42.498" v="98" actId="1076"/>
          <ac:spMkLst>
            <pc:docMk/>
            <pc:sldMk cId="1905734060" sldId="301"/>
            <ac:spMk id="6" creationId="{9EF6F3B9-9BBB-254A-A461-F767AEA5B256}"/>
          </ac:spMkLst>
        </pc:spChg>
      </pc:sldChg>
      <pc:sldChg chg="modSp">
        <pc:chgData name="Alejandra Bravo Garcia" userId="S::alejandra.bravo@ipss.cl::4cf5125d-f567-4a98-9bb5-4ea9ae908f01" providerId="AD" clId="Web-{A20C2B31-CECE-F63C-7D7E-72D2E15D13E1}" dt="2024-08-16T07:43:38.611" v="32" actId="1076"/>
        <pc:sldMkLst>
          <pc:docMk/>
          <pc:sldMk cId="751700502" sldId="310"/>
        </pc:sldMkLst>
        <pc:picChg chg="mod modCrop">
          <ac:chgData name="Alejandra Bravo Garcia" userId="S::alejandra.bravo@ipss.cl::4cf5125d-f567-4a98-9bb5-4ea9ae908f01" providerId="AD" clId="Web-{A20C2B31-CECE-F63C-7D7E-72D2E15D13E1}" dt="2024-08-16T07:43:38.611" v="32" actId="1076"/>
          <ac:picMkLst>
            <pc:docMk/>
            <pc:sldMk cId="751700502" sldId="310"/>
            <ac:picMk id="4" creationId="{EA7C10B7-9F28-8B4E-47A9-D19F50514B86}"/>
          </ac:picMkLst>
        </pc:picChg>
      </pc:sldChg>
      <pc:sldChg chg="modSp">
        <pc:chgData name="Alejandra Bravo Garcia" userId="S::alejandra.bravo@ipss.cl::4cf5125d-f567-4a98-9bb5-4ea9ae908f01" providerId="AD" clId="Web-{A20C2B31-CECE-F63C-7D7E-72D2E15D13E1}" dt="2024-08-16T07:47:39.374" v="36" actId="1076"/>
        <pc:sldMkLst>
          <pc:docMk/>
          <pc:sldMk cId="3304159161" sldId="311"/>
        </pc:sldMkLst>
        <pc:spChg chg="mod">
          <ac:chgData name="Alejandra Bravo Garcia" userId="S::alejandra.bravo@ipss.cl::4cf5125d-f567-4a98-9bb5-4ea9ae908f01" providerId="AD" clId="Web-{A20C2B31-CECE-F63C-7D7E-72D2E15D13E1}" dt="2024-08-16T07:47:39.374" v="36" actId="1076"/>
          <ac:spMkLst>
            <pc:docMk/>
            <pc:sldMk cId="3304159161" sldId="311"/>
            <ac:spMk id="2" creationId="{C751FAE1-7405-4B38-B74B-F89BCE06DC04}"/>
          </ac:spMkLst>
        </pc:spChg>
        <pc:spChg chg="mod">
          <ac:chgData name="Alejandra Bravo Garcia" userId="S::alejandra.bravo@ipss.cl::4cf5125d-f567-4a98-9bb5-4ea9ae908f01" providerId="AD" clId="Web-{A20C2B31-CECE-F63C-7D7E-72D2E15D13E1}" dt="2024-08-16T07:47:36.218" v="35" actId="1076"/>
          <ac:spMkLst>
            <pc:docMk/>
            <pc:sldMk cId="3304159161" sldId="311"/>
            <ac:spMk id="6" creationId="{B4CBBC6B-50D5-14C3-DFDB-51947822183E}"/>
          </ac:spMkLst>
        </pc:spChg>
      </pc:sldChg>
      <pc:sldChg chg="modSp">
        <pc:chgData name="Alejandra Bravo Garcia" userId="S::alejandra.bravo@ipss.cl::4cf5125d-f567-4a98-9bb5-4ea9ae908f01" providerId="AD" clId="Web-{A20C2B31-CECE-F63C-7D7E-72D2E15D13E1}" dt="2024-08-16T07:48:07.953" v="47" actId="20577"/>
        <pc:sldMkLst>
          <pc:docMk/>
          <pc:sldMk cId="3527488203" sldId="312"/>
        </pc:sldMkLst>
        <pc:spChg chg="mod">
          <ac:chgData name="Alejandra Bravo Garcia" userId="S::alejandra.bravo@ipss.cl::4cf5125d-f567-4a98-9bb5-4ea9ae908f01" providerId="AD" clId="Web-{A20C2B31-CECE-F63C-7D7E-72D2E15D13E1}" dt="2024-08-16T07:48:07.953" v="47" actId="20577"/>
          <ac:spMkLst>
            <pc:docMk/>
            <pc:sldMk cId="3527488203" sldId="312"/>
            <ac:spMk id="6" creationId="{B4CBBC6B-50D5-14C3-DFDB-51947822183E}"/>
          </ac:spMkLst>
        </pc:spChg>
      </pc:sldChg>
      <pc:sldChg chg="modSp">
        <pc:chgData name="Alejandra Bravo Garcia" userId="S::alejandra.bravo@ipss.cl::4cf5125d-f567-4a98-9bb5-4ea9ae908f01" providerId="AD" clId="Web-{A20C2B31-CECE-F63C-7D7E-72D2E15D13E1}" dt="2024-08-16T07:50:20.802" v="66" actId="1076"/>
        <pc:sldMkLst>
          <pc:docMk/>
          <pc:sldMk cId="1877152728" sldId="313"/>
        </pc:sldMkLst>
        <pc:spChg chg="mod">
          <ac:chgData name="Alejandra Bravo Garcia" userId="S::alejandra.bravo@ipss.cl::4cf5125d-f567-4a98-9bb5-4ea9ae908f01" providerId="AD" clId="Web-{A20C2B31-CECE-F63C-7D7E-72D2E15D13E1}" dt="2024-08-16T07:50:20.802" v="66" actId="1076"/>
          <ac:spMkLst>
            <pc:docMk/>
            <pc:sldMk cId="1877152728" sldId="313"/>
            <ac:spMk id="6" creationId="{B4CBBC6B-50D5-14C3-DFDB-51947822183E}"/>
          </ac:spMkLst>
        </pc:spChg>
      </pc:sldChg>
      <pc:sldChg chg="modSp">
        <pc:chgData name="Alejandra Bravo Garcia" userId="S::alejandra.bravo@ipss.cl::4cf5125d-f567-4a98-9bb5-4ea9ae908f01" providerId="AD" clId="Web-{A20C2B31-CECE-F63C-7D7E-72D2E15D13E1}" dt="2024-08-16T07:50:30.146" v="69" actId="1076"/>
        <pc:sldMkLst>
          <pc:docMk/>
          <pc:sldMk cId="1733002313" sldId="314"/>
        </pc:sldMkLst>
        <pc:picChg chg="mod">
          <ac:chgData name="Alejandra Bravo Garcia" userId="S::alejandra.bravo@ipss.cl::4cf5125d-f567-4a98-9bb5-4ea9ae908f01" providerId="AD" clId="Web-{A20C2B31-CECE-F63C-7D7E-72D2E15D13E1}" dt="2024-08-16T07:50:30.146" v="69" actId="1076"/>
          <ac:picMkLst>
            <pc:docMk/>
            <pc:sldMk cId="1733002313" sldId="314"/>
            <ac:picMk id="4" creationId="{F81691A3-37FB-AB03-476E-D058B4A0CCDD}"/>
          </ac:picMkLst>
        </pc:picChg>
      </pc:sldChg>
      <pc:sldChg chg="addSp delSp modSp">
        <pc:chgData name="Alejandra Bravo Garcia" userId="S::alejandra.bravo@ipss.cl::4cf5125d-f567-4a98-9bb5-4ea9ae908f01" providerId="AD" clId="Web-{A20C2B31-CECE-F63C-7D7E-72D2E15D13E1}" dt="2024-08-16T08:36:29.857" v="95"/>
        <pc:sldMkLst>
          <pc:docMk/>
          <pc:sldMk cId="1058319137" sldId="316"/>
        </pc:sldMkLst>
        <pc:spChg chg="add mod">
          <ac:chgData name="Alejandra Bravo Garcia" userId="S::alejandra.bravo@ipss.cl::4cf5125d-f567-4a98-9bb5-4ea9ae908f01" providerId="AD" clId="Web-{A20C2B31-CECE-F63C-7D7E-72D2E15D13E1}" dt="2024-08-16T08:36:29.857" v="95"/>
          <ac:spMkLst>
            <pc:docMk/>
            <pc:sldMk cId="1058319137" sldId="316"/>
            <ac:spMk id="4" creationId="{EBBCAA21-CAC3-D291-59D7-E02A534E261F}"/>
          </ac:spMkLst>
        </pc:spChg>
        <pc:spChg chg="del mod">
          <ac:chgData name="Alejandra Bravo Garcia" userId="S::alejandra.bravo@ipss.cl::4cf5125d-f567-4a98-9bb5-4ea9ae908f01" providerId="AD" clId="Web-{A20C2B31-CECE-F63C-7D7E-72D2E15D13E1}" dt="2024-08-16T08:36:29.857" v="95"/>
          <ac:spMkLst>
            <pc:docMk/>
            <pc:sldMk cId="1058319137" sldId="316"/>
            <ac:spMk id="5" creationId="{4D65CFD2-6A30-B123-B87E-BCDB5B61E7B3}"/>
          </ac:spMkLst>
        </pc:spChg>
      </pc:sldChg>
      <pc:sldChg chg="modSp">
        <pc:chgData name="Alejandra Bravo Garcia" userId="S::alejandra.bravo@ipss.cl::4cf5125d-f567-4a98-9bb5-4ea9ae908f01" providerId="AD" clId="Web-{A20C2B31-CECE-F63C-7D7E-72D2E15D13E1}" dt="2024-08-16T08:38:12.048" v="107" actId="1076"/>
        <pc:sldMkLst>
          <pc:docMk/>
          <pc:sldMk cId="3752291624" sldId="317"/>
        </pc:sldMkLst>
        <pc:picChg chg="mod modCrop">
          <ac:chgData name="Alejandra Bravo Garcia" userId="S::alejandra.bravo@ipss.cl::4cf5125d-f567-4a98-9bb5-4ea9ae908f01" providerId="AD" clId="Web-{A20C2B31-CECE-F63C-7D7E-72D2E15D13E1}" dt="2024-08-16T08:38:12.048" v="107" actId="1076"/>
          <ac:picMkLst>
            <pc:docMk/>
            <pc:sldMk cId="3752291624" sldId="317"/>
            <ac:picMk id="4" creationId="{DC4DA310-329F-0CE8-A2F2-517C620C55A5}"/>
          </ac:picMkLst>
        </pc:picChg>
      </pc:sldChg>
    </pc:docChg>
  </pc:docChgLst>
  <pc:docChgLst>
    <pc:chgData name="Ximena Silva Garrido" userId="8a545a95-2c70-44e6-8bc6-08e4fbd4a23c" providerId="ADAL" clId="{909A330C-4A62-4F92-8A4D-051C2C3DDEAA}"/>
    <pc:docChg chg="undo custSel addSld modSld sldOrd">
      <pc:chgData name="Ximena Silva Garrido" userId="8a545a95-2c70-44e6-8bc6-08e4fbd4a23c" providerId="ADAL" clId="{909A330C-4A62-4F92-8A4D-051C2C3DDEAA}" dt="2024-05-24T18:47:13.492" v="59" actId="1076"/>
      <pc:docMkLst>
        <pc:docMk/>
      </pc:docMkLst>
      <pc:sldChg chg="modSp mod ord">
        <pc:chgData name="Ximena Silva Garrido" userId="8a545a95-2c70-44e6-8bc6-08e4fbd4a23c" providerId="ADAL" clId="{909A330C-4A62-4F92-8A4D-051C2C3DDEAA}" dt="2024-05-24T18:47:13.492" v="59" actId="1076"/>
        <pc:sldMkLst>
          <pc:docMk/>
          <pc:sldMk cId="2481132389" sldId="271"/>
        </pc:sldMkLst>
        <pc:spChg chg="mod">
          <ac:chgData name="Ximena Silva Garrido" userId="8a545a95-2c70-44e6-8bc6-08e4fbd4a23c" providerId="ADAL" clId="{909A330C-4A62-4F92-8A4D-051C2C3DDEAA}" dt="2024-05-24T18:47:13.492" v="59" actId="1076"/>
          <ac:spMkLst>
            <pc:docMk/>
            <pc:sldMk cId="2481132389" sldId="271"/>
            <ac:spMk id="2" creationId="{001A26B8-2D2D-4B7C-DD7B-33D4FEE1F0AF}"/>
          </ac:spMkLst>
        </pc:spChg>
        <pc:spChg chg="mod">
          <ac:chgData name="Ximena Silva Garrido" userId="8a545a95-2c70-44e6-8bc6-08e4fbd4a23c" providerId="ADAL" clId="{909A330C-4A62-4F92-8A4D-051C2C3DDEAA}" dt="2024-05-24T18:47:11.589" v="58" actId="14100"/>
          <ac:spMkLst>
            <pc:docMk/>
            <pc:sldMk cId="2481132389" sldId="271"/>
            <ac:spMk id="3" creationId="{EBC4473B-B66A-6370-8DF7-C923CE64E4CC}"/>
          </ac:spMkLst>
        </pc:spChg>
      </pc:sldChg>
      <pc:sldChg chg="addSp delSp modSp mod">
        <pc:chgData name="Ximena Silva Garrido" userId="8a545a95-2c70-44e6-8bc6-08e4fbd4a23c" providerId="ADAL" clId="{909A330C-4A62-4F92-8A4D-051C2C3DDEAA}" dt="2024-05-23T20:06:24.364" v="16" actId="313"/>
        <pc:sldMkLst>
          <pc:docMk/>
          <pc:sldMk cId="1194126263" sldId="276"/>
        </pc:sldMkLst>
        <pc:spChg chg="mod">
          <ac:chgData name="Ximena Silva Garrido" userId="8a545a95-2c70-44e6-8bc6-08e4fbd4a23c" providerId="ADAL" clId="{909A330C-4A62-4F92-8A4D-051C2C3DDEAA}" dt="2024-05-23T20:06:24.364" v="16" actId="313"/>
          <ac:spMkLst>
            <pc:docMk/>
            <pc:sldMk cId="1194126263" sldId="276"/>
            <ac:spMk id="2" creationId="{8813DF4C-44D9-8299-DA30-33B06E80ED25}"/>
          </ac:spMkLst>
        </pc:spChg>
        <pc:spChg chg="del">
          <ac:chgData name="Ximena Silva Garrido" userId="8a545a95-2c70-44e6-8bc6-08e4fbd4a23c" providerId="ADAL" clId="{909A330C-4A62-4F92-8A4D-051C2C3DDEAA}" dt="2024-05-23T20:06:16.997" v="0"/>
          <ac:spMkLst>
            <pc:docMk/>
            <pc:sldMk cId="1194126263" sldId="276"/>
            <ac:spMk id="3" creationId="{A6158CF4-A170-924E-98DC-E27D8BE5F3D9}"/>
          </ac:spMkLst>
        </pc:spChg>
        <pc:picChg chg="add mod">
          <ac:chgData name="Ximena Silva Garrido" userId="8a545a95-2c70-44e6-8bc6-08e4fbd4a23c" providerId="ADAL" clId="{909A330C-4A62-4F92-8A4D-051C2C3DDEAA}" dt="2024-05-23T20:06:16.997" v="0"/>
          <ac:picMkLst>
            <pc:docMk/>
            <pc:sldMk cId="1194126263" sldId="276"/>
            <ac:picMk id="4" creationId="{1AB6C17A-2545-A148-2D6B-D8A2FC9EC19C}"/>
          </ac:picMkLst>
        </pc:picChg>
      </pc:sldChg>
      <pc:sldChg chg="addSp modSp new mod">
        <pc:chgData name="Ximena Silva Garrido" userId="8a545a95-2c70-44e6-8bc6-08e4fbd4a23c" providerId="ADAL" clId="{909A330C-4A62-4F92-8A4D-051C2C3DDEAA}" dt="2024-05-23T20:07:27.184" v="26" actId="1076"/>
        <pc:sldMkLst>
          <pc:docMk/>
          <pc:sldMk cId="1109309712" sldId="278"/>
        </pc:sldMkLst>
        <pc:spChg chg="mod">
          <ac:chgData name="Ximena Silva Garrido" userId="8a545a95-2c70-44e6-8bc6-08e4fbd4a23c" providerId="ADAL" clId="{909A330C-4A62-4F92-8A4D-051C2C3DDEAA}" dt="2024-05-23T20:06:57.601" v="20" actId="14100"/>
          <ac:spMkLst>
            <pc:docMk/>
            <pc:sldMk cId="1109309712" sldId="278"/>
            <ac:spMk id="2" creationId="{C751FAE1-7405-4B38-B74B-F89BCE06DC04}"/>
          </ac:spMkLst>
        </pc:spChg>
        <pc:spChg chg="mod">
          <ac:chgData name="Ximena Silva Garrido" userId="8a545a95-2c70-44e6-8bc6-08e4fbd4a23c" providerId="ADAL" clId="{909A330C-4A62-4F92-8A4D-051C2C3DDEAA}" dt="2024-05-23T20:07:15.569" v="23" actId="14100"/>
          <ac:spMkLst>
            <pc:docMk/>
            <pc:sldMk cId="1109309712" sldId="278"/>
            <ac:spMk id="3" creationId="{1193AE1C-6B53-0201-A668-49553C1A3263}"/>
          </ac:spMkLst>
        </pc:spChg>
        <pc:picChg chg="add mod">
          <ac:chgData name="Ximena Silva Garrido" userId="8a545a95-2c70-44e6-8bc6-08e4fbd4a23c" providerId="ADAL" clId="{909A330C-4A62-4F92-8A4D-051C2C3DDEAA}" dt="2024-05-23T20:07:27.184" v="26" actId="1076"/>
          <ac:picMkLst>
            <pc:docMk/>
            <pc:sldMk cId="1109309712" sldId="278"/>
            <ac:picMk id="4" creationId="{012D9CC7-4EB1-070B-F72A-FE7654391A23}"/>
          </ac:picMkLst>
        </pc:picChg>
      </pc:sldChg>
      <pc:sldChg chg="modSp add mod">
        <pc:chgData name="Ximena Silva Garrido" userId="8a545a95-2c70-44e6-8bc6-08e4fbd4a23c" providerId="ADAL" clId="{909A330C-4A62-4F92-8A4D-051C2C3DDEAA}" dt="2024-05-24T18:46:19.171" v="48" actId="14100"/>
        <pc:sldMkLst>
          <pc:docMk/>
          <pc:sldMk cId="1670926247" sldId="279"/>
        </pc:sldMkLst>
        <pc:spChg chg="mod">
          <ac:chgData name="Ximena Silva Garrido" userId="8a545a95-2c70-44e6-8bc6-08e4fbd4a23c" providerId="ADAL" clId="{909A330C-4A62-4F92-8A4D-051C2C3DDEAA}" dt="2024-05-24T18:46:16.463" v="47" actId="14100"/>
          <ac:spMkLst>
            <pc:docMk/>
            <pc:sldMk cId="1670926247" sldId="279"/>
            <ac:spMk id="2" creationId="{001A26B8-2D2D-4B7C-DD7B-33D4FEE1F0AF}"/>
          </ac:spMkLst>
        </pc:spChg>
        <pc:spChg chg="mod">
          <ac:chgData name="Ximena Silva Garrido" userId="8a545a95-2c70-44e6-8bc6-08e4fbd4a23c" providerId="ADAL" clId="{909A330C-4A62-4F92-8A4D-051C2C3DDEAA}" dt="2024-05-24T18:46:19.171" v="48" actId="14100"/>
          <ac:spMkLst>
            <pc:docMk/>
            <pc:sldMk cId="1670926247" sldId="279"/>
            <ac:spMk id="3" creationId="{EBC4473B-B66A-6370-8DF7-C923CE64E4CC}"/>
          </ac:spMkLst>
        </pc:spChg>
      </pc:sldChg>
    </pc:docChg>
  </pc:docChgLst>
  <pc:docChgLst>
    <pc:chgData name="Jorge Alejandro Bravo Pizarro" userId="866f4d59-4e3d-4420-8a8b-3d6ddbb5c639" providerId="ADAL" clId="{01DDC82F-EAC0-8846-BC1E-238F4565C80F}"/>
    <pc:docChg chg="custSel addSld delSld modSld sldOrd">
      <pc:chgData name="Jorge Alejandro Bravo Pizarro" userId="866f4d59-4e3d-4420-8a8b-3d6ddbb5c639" providerId="ADAL" clId="{01DDC82F-EAC0-8846-BC1E-238F4565C80F}" dt="2024-06-12T19:58:54.623" v="576" actId="1076"/>
      <pc:docMkLst>
        <pc:docMk/>
      </pc:docMkLst>
      <pc:sldChg chg="modSp mod">
        <pc:chgData name="Jorge Alejandro Bravo Pizarro" userId="866f4d59-4e3d-4420-8a8b-3d6ddbb5c639" providerId="ADAL" clId="{01DDC82F-EAC0-8846-BC1E-238F4565C80F}" dt="2024-06-12T19:25:20.979" v="72" actId="14100"/>
        <pc:sldMkLst>
          <pc:docMk/>
          <pc:sldMk cId="521901380" sldId="273"/>
        </pc:sldMkLst>
        <pc:spChg chg="mod">
          <ac:chgData name="Jorge Alejandro Bravo Pizarro" userId="866f4d59-4e3d-4420-8a8b-3d6ddbb5c639" providerId="ADAL" clId="{01DDC82F-EAC0-8846-BC1E-238F4565C80F}" dt="2024-06-12T19:25:20.979" v="72" actId="14100"/>
          <ac:spMkLst>
            <pc:docMk/>
            <pc:sldMk cId="521901380" sldId="273"/>
            <ac:spMk id="3" creationId="{28DEA359-E0E1-68C6-7B2C-F314A58A191D}"/>
          </ac:spMkLst>
        </pc:spChg>
      </pc:sldChg>
      <pc:sldChg chg="addSp delSp modSp mod">
        <pc:chgData name="Jorge Alejandro Bravo Pizarro" userId="866f4d59-4e3d-4420-8a8b-3d6ddbb5c639" providerId="ADAL" clId="{01DDC82F-EAC0-8846-BC1E-238F4565C80F}" dt="2024-06-12T19:30:30.056" v="229" actId="478"/>
        <pc:sldMkLst>
          <pc:docMk/>
          <pc:sldMk cId="3285219151" sldId="275"/>
        </pc:sldMkLst>
        <pc:spChg chg="del">
          <ac:chgData name="Jorge Alejandro Bravo Pizarro" userId="866f4d59-4e3d-4420-8a8b-3d6ddbb5c639" providerId="ADAL" clId="{01DDC82F-EAC0-8846-BC1E-238F4565C80F}" dt="2024-06-12T19:30:30.056" v="229" actId="478"/>
          <ac:spMkLst>
            <pc:docMk/>
            <pc:sldMk cId="3285219151" sldId="275"/>
            <ac:spMk id="2" creationId="{CA615B36-A9BA-2032-7BFD-0F564D8B674D}"/>
          </ac:spMkLst>
        </pc:spChg>
        <pc:spChg chg="add mod">
          <ac:chgData name="Jorge Alejandro Bravo Pizarro" userId="866f4d59-4e3d-4420-8a8b-3d6ddbb5c639" providerId="ADAL" clId="{01DDC82F-EAC0-8846-BC1E-238F4565C80F}" dt="2024-06-12T19:30:30.056" v="229" actId="478"/>
          <ac:spMkLst>
            <pc:docMk/>
            <pc:sldMk cId="3285219151" sldId="275"/>
            <ac:spMk id="5" creationId="{E5C5BBEA-37D4-08A9-ECE4-4996C30D984F}"/>
          </ac:spMkLst>
        </pc:spChg>
      </pc:sldChg>
      <pc:sldChg chg="addSp delSp modSp mod">
        <pc:chgData name="Jorge Alejandro Bravo Pizarro" userId="866f4d59-4e3d-4420-8a8b-3d6ddbb5c639" providerId="ADAL" clId="{01DDC82F-EAC0-8846-BC1E-238F4565C80F}" dt="2024-06-12T19:34:32.189" v="280" actId="2710"/>
        <pc:sldMkLst>
          <pc:docMk/>
          <pc:sldMk cId="1194126263" sldId="276"/>
        </pc:sldMkLst>
        <pc:spChg chg="del">
          <ac:chgData name="Jorge Alejandro Bravo Pizarro" userId="866f4d59-4e3d-4420-8a8b-3d6ddbb5c639" providerId="ADAL" clId="{01DDC82F-EAC0-8846-BC1E-238F4565C80F}" dt="2024-06-12T19:33:13.472" v="270" actId="478"/>
          <ac:spMkLst>
            <pc:docMk/>
            <pc:sldMk cId="1194126263" sldId="276"/>
            <ac:spMk id="2" creationId="{8813DF4C-44D9-8299-DA30-33B06E80ED25}"/>
          </ac:spMkLst>
        </pc:spChg>
        <pc:spChg chg="add del mod">
          <ac:chgData name="Jorge Alejandro Bravo Pizarro" userId="866f4d59-4e3d-4420-8a8b-3d6ddbb5c639" providerId="ADAL" clId="{01DDC82F-EAC0-8846-BC1E-238F4565C80F}" dt="2024-06-12T19:33:15.132" v="271" actId="478"/>
          <ac:spMkLst>
            <pc:docMk/>
            <pc:sldMk cId="1194126263" sldId="276"/>
            <ac:spMk id="5" creationId="{3E76C2CD-FEE4-4487-615A-165ABA349146}"/>
          </ac:spMkLst>
        </pc:spChg>
        <pc:spChg chg="add mod">
          <ac:chgData name="Jorge Alejandro Bravo Pizarro" userId="866f4d59-4e3d-4420-8a8b-3d6ddbb5c639" providerId="ADAL" clId="{01DDC82F-EAC0-8846-BC1E-238F4565C80F}" dt="2024-06-12T19:34:32.189" v="280" actId="2710"/>
          <ac:spMkLst>
            <pc:docMk/>
            <pc:sldMk cId="1194126263" sldId="276"/>
            <ac:spMk id="7" creationId="{188AEE28-8823-2357-1972-7688EF9AD159}"/>
          </ac:spMkLst>
        </pc:spChg>
        <pc:picChg chg="del">
          <ac:chgData name="Jorge Alejandro Bravo Pizarro" userId="866f4d59-4e3d-4420-8a8b-3d6ddbb5c639" providerId="ADAL" clId="{01DDC82F-EAC0-8846-BC1E-238F4565C80F}" dt="2024-06-12T19:33:10.631" v="269" actId="478"/>
          <ac:picMkLst>
            <pc:docMk/>
            <pc:sldMk cId="1194126263" sldId="276"/>
            <ac:picMk id="3" creationId="{9DCFFC74-A56C-BFDB-4867-874E09941B4A}"/>
          </ac:picMkLst>
        </pc:picChg>
      </pc:sldChg>
      <pc:sldChg chg="modSp mod">
        <pc:chgData name="Jorge Alejandro Bravo Pizarro" userId="866f4d59-4e3d-4420-8a8b-3d6ddbb5c639" providerId="ADAL" clId="{01DDC82F-EAC0-8846-BC1E-238F4565C80F}" dt="2024-06-12T19:32:01.284" v="250" actId="14100"/>
        <pc:sldMkLst>
          <pc:docMk/>
          <pc:sldMk cId="3367128565" sldId="277"/>
        </pc:sldMkLst>
        <pc:spChg chg="mod">
          <ac:chgData name="Jorge Alejandro Bravo Pizarro" userId="866f4d59-4e3d-4420-8a8b-3d6ddbb5c639" providerId="ADAL" clId="{01DDC82F-EAC0-8846-BC1E-238F4565C80F}" dt="2024-06-12T19:32:01.284" v="250" actId="14100"/>
          <ac:spMkLst>
            <pc:docMk/>
            <pc:sldMk cId="3367128565" sldId="277"/>
            <ac:spMk id="3" creationId="{07698D47-D3A4-1233-92C0-91D491FC3264}"/>
          </ac:spMkLst>
        </pc:spChg>
      </pc:sldChg>
      <pc:sldChg chg="addSp delSp modSp mod">
        <pc:chgData name="Jorge Alejandro Bravo Pizarro" userId="866f4d59-4e3d-4420-8a8b-3d6ddbb5c639" providerId="ADAL" clId="{01DDC82F-EAC0-8846-BC1E-238F4565C80F}" dt="2024-06-12T19:35:58.417" v="294" actId="255"/>
        <pc:sldMkLst>
          <pc:docMk/>
          <pc:sldMk cId="1109309712" sldId="278"/>
        </pc:sldMkLst>
        <pc:spChg chg="mod">
          <ac:chgData name="Jorge Alejandro Bravo Pizarro" userId="866f4d59-4e3d-4420-8a8b-3d6ddbb5c639" providerId="ADAL" clId="{01DDC82F-EAC0-8846-BC1E-238F4565C80F}" dt="2024-06-12T19:35:39.433" v="289" actId="20577"/>
          <ac:spMkLst>
            <pc:docMk/>
            <pc:sldMk cId="1109309712" sldId="278"/>
            <ac:spMk id="2" creationId="{C751FAE1-7405-4B38-B74B-F89BCE06DC04}"/>
          </ac:spMkLst>
        </pc:spChg>
        <pc:spChg chg="add mod">
          <ac:chgData name="Jorge Alejandro Bravo Pizarro" userId="866f4d59-4e3d-4420-8a8b-3d6ddbb5c639" providerId="ADAL" clId="{01DDC82F-EAC0-8846-BC1E-238F4565C80F}" dt="2024-06-12T19:35:58.417" v="294" actId="255"/>
          <ac:spMkLst>
            <pc:docMk/>
            <pc:sldMk cId="1109309712" sldId="278"/>
            <ac:spMk id="5" creationId="{F43A9CE1-F407-CE86-3FD6-B5D08D9FBF72}"/>
          </ac:spMkLst>
        </pc:spChg>
        <pc:picChg chg="del">
          <ac:chgData name="Jorge Alejandro Bravo Pizarro" userId="866f4d59-4e3d-4420-8a8b-3d6ddbb5c639" providerId="ADAL" clId="{01DDC82F-EAC0-8846-BC1E-238F4565C80F}" dt="2024-06-12T19:35:41.243" v="290" actId="478"/>
          <ac:picMkLst>
            <pc:docMk/>
            <pc:sldMk cId="1109309712" sldId="278"/>
            <ac:picMk id="3" creationId="{10D78228-5B3C-5E09-00D6-2D50F07D352C}"/>
          </ac:picMkLst>
        </pc:picChg>
      </pc:sldChg>
      <pc:sldChg chg="delSp modSp mod">
        <pc:chgData name="Jorge Alejandro Bravo Pizarro" userId="866f4d59-4e3d-4420-8a8b-3d6ddbb5c639" providerId="ADAL" clId="{01DDC82F-EAC0-8846-BC1E-238F4565C80F}" dt="2024-06-12T19:26:22.363" v="228" actId="313"/>
        <pc:sldMkLst>
          <pc:docMk/>
          <pc:sldMk cId="1670926247" sldId="279"/>
        </pc:sldMkLst>
        <pc:spChg chg="mod">
          <ac:chgData name="Jorge Alejandro Bravo Pizarro" userId="866f4d59-4e3d-4420-8a8b-3d6ddbb5c639" providerId="ADAL" clId="{01DDC82F-EAC0-8846-BC1E-238F4565C80F}" dt="2024-06-12T19:26:22.363" v="228" actId="313"/>
          <ac:spMkLst>
            <pc:docMk/>
            <pc:sldMk cId="1670926247" sldId="279"/>
            <ac:spMk id="3" creationId="{EBC4473B-B66A-6370-8DF7-C923CE64E4CC}"/>
          </ac:spMkLst>
        </pc:spChg>
        <pc:spChg chg="del">
          <ac:chgData name="Jorge Alejandro Bravo Pizarro" userId="866f4d59-4e3d-4420-8a8b-3d6ddbb5c639" providerId="ADAL" clId="{01DDC82F-EAC0-8846-BC1E-238F4565C80F}" dt="2024-06-12T19:26:14.074" v="225" actId="478"/>
          <ac:spMkLst>
            <pc:docMk/>
            <pc:sldMk cId="1670926247" sldId="279"/>
            <ac:spMk id="4" creationId="{D7D6BBB7-9D5A-C948-7FB3-1EFF5F108662}"/>
          </ac:spMkLst>
        </pc:spChg>
      </pc:sldChg>
      <pc:sldChg chg="addSp delSp modSp mod">
        <pc:chgData name="Jorge Alejandro Bravo Pizarro" userId="866f4d59-4e3d-4420-8a8b-3d6ddbb5c639" providerId="ADAL" clId="{01DDC82F-EAC0-8846-BC1E-238F4565C80F}" dt="2024-06-12T19:36:25.020" v="314" actId="255"/>
        <pc:sldMkLst>
          <pc:docMk/>
          <pc:sldMk cId="1479437693" sldId="280"/>
        </pc:sldMkLst>
        <pc:spChg chg="mod">
          <ac:chgData name="Jorge Alejandro Bravo Pizarro" userId="866f4d59-4e3d-4420-8a8b-3d6ddbb5c639" providerId="ADAL" clId="{01DDC82F-EAC0-8846-BC1E-238F4565C80F}" dt="2024-06-12T19:36:09.439" v="309" actId="20577"/>
          <ac:spMkLst>
            <pc:docMk/>
            <pc:sldMk cId="1479437693" sldId="280"/>
            <ac:spMk id="2" creationId="{C751FAE1-7405-4B38-B74B-F89BCE06DC04}"/>
          </ac:spMkLst>
        </pc:spChg>
        <pc:spChg chg="add mod">
          <ac:chgData name="Jorge Alejandro Bravo Pizarro" userId="866f4d59-4e3d-4420-8a8b-3d6ddbb5c639" providerId="ADAL" clId="{01DDC82F-EAC0-8846-BC1E-238F4565C80F}" dt="2024-06-12T19:36:25.020" v="314" actId="255"/>
          <ac:spMkLst>
            <pc:docMk/>
            <pc:sldMk cId="1479437693" sldId="280"/>
            <ac:spMk id="6" creationId="{B4CBBC6B-50D5-14C3-DFDB-51947822183E}"/>
          </ac:spMkLst>
        </pc:spChg>
        <pc:picChg chg="del">
          <ac:chgData name="Jorge Alejandro Bravo Pizarro" userId="866f4d59-4e3d-4420-8a8b-3d6ddbb5c639" providerId="ADAL" clId="{01DDC82F-EAC0-8846-BC1E-238F4565C80F}" dt="2024-06-12T19:36:11.107" v="310" actId="478"/>
          <ac:picMkLst>
            <pc:docMk/>
            <pc:sldMk cId="1479437693" sldId="280"/>
            <ac:picMk id="4" creationId="{6323627C-C433-98AC-5047-30BE0657E6E3}"/>
          </ac:picMkLst>
        </pc:picChg>
      </pc:sldChg>
      <pc:sldChg chg="addSp delSp modSp mod">
        <pc:chgData name="Jorge Alejandro Bravo Pizarro" userId="866f4d59-4e3d-4420-8a8b-3d6ddbb5c639" providerId="ADAL" clId="{01DDC82F-EAC0-8846-BC1E-238F4565C80F}" dt="2024-06-12T19:37:29.668" v="322" actId="1076"/>
        <pc:sldMkLst>
          <pc:docMk/>
          <pc:sldMk cId="392080928" sldId="281"/>
        </pc:sldMkLst>
        <pc:spChg chg="del">
          <ac:chgData name="Jorge Alejandro Bravo Pizarro" userId="866f4d59-4e3d-4420-8a8b-3d6ddbb5c639" providerId="ADAL" clId="{01DDC82F-EAC0-8846-BC1E-238F4565C80F}" dt="2024-06-12T19:36:30.275" v="315" actId="478"/>
          <ac:spMkLst>
            <pc:docMk/>
            <pc:sldMk cId="392080928" sldId="281"/>
            <ac:spMk id="2" creationId="{C751FAE1-7405-4B38-B74B-F89BCE06DC04}"/>
          </ac:spMkLst>
        </pc:spChg>
        <pc:spChg chg="add del mod">
          <ac:chgData name="Jorge Alejandro Bravo Pizarro" userId="866f4d59-4e3d-4420-8a8b-3d6ddbb5c639" providerId="ADAL" clId="{01DDC82F-EAC0-8846-BC1E-238F4565C80F}" dt="2024-06-12T19:36:33.044" v="316" actId="478"/>
          <ac:spMkLst>
            <pc:docMk/>
            <pc:sldMk cId="392080928" sldId="281"/>
            <ac:spMk id="6" creationId="{0ECDEA95-FF97-A9EC-79B0-CC7B52CAEAF6}"/>
          </ac:spMkLst>
        </pc:spChg>
        <pc:picChg chg="del">
          <ac:chgData name="Jorge Alejandro Bravo Pizarro" userId="866f4d59-4e3d-4420-8a8b-3d6ddbb5c639" providerId="ADAL" clId="{01DDC82F-EAC0-8846-BC1E-238F4565C80F}" dt="2024-06-12T19:36:34.571" v="317" actId="478"/>
          <ac:picMkLst>
            <pc:docMk/>
            <pc:sldMk cId="392080928" sldId="281"/>
            <ac:picMk id="5" creationId="{E4E925DC-2066-1FAD-7C14-2D04F18F2971}"/>
          </ac:picMkLst>
        </pc:picChg>
        <pc:picChg chg="add mod">
          <ac:chgData name="Jorge Alejandro Bravo Pizarro" userId="866f4d59-4e3d-4420-8a8b-3d6ddbb5c639" providerId="ADAL" clId="{01DDC82F-EAC0-8846-BC1E-238F4565C80F}" dt="2024-06-12T19:37:29.668" v="322" actId="1076"/>
          <ac:picMkLst>
            <pc:docMk/>
            <pc:sldMk cId="392080928" sldId="281"/>
            <ac:picMk id="8" creationId="{13407279-9DA8-E7E0-94EA-E5AAA4090654}"/>
          </ac:picMkLst>
        </pc:picChg>
      </pc:sldChg>
      <pc:sldChg chg="delSp modSp mod">
        <pc:chgData name="Jorge Alejandro Bravo Pizarro" userId="866f4d59-4e3d-4420-8a8b-3d6ddbb5c639" providerId="ADAL" clId="{01DDC82F-EAC0-8846-BC1E-238F4565C80F}" dt="2024-06-12T19:32:32.763" v="268" actId="478"/>
        <pc:sldMkLst>
          <pc:docMk/>
          <pc:sldMk cId="2005921579" sldId="282"/>
        </pc:sldMkLst>
        <pc:spChg chg="del mod">
          <ac:chgData name="Jorge Alejandro Bravo Pizarro" userId="866f4d59-4e3d-4420-8a8b-3d6ddbb5c639" providerId="ADAL" clId="{01DDC82F-EAC0-8846-BC1E-238F4565C80F}" dt="2024-06-12T19:32:32.763" v="268" actId="478"/>
          <ac:spMkLst>
            <pc:docMk/>
            <pc:sldMk cId="2005921579" sldId="282"/>
            <ac:spMk id="2" creationId="{CA615B36-A9BA-2032-7BFD-0F564D8B674D}"/>
          </ac:spMkLst>
        </pc:spChg>
        <pc:spChg chg="mod">
          <ac:chgData name="Jorge Alejandro Bravo Pizarro" userId="866f4d59-4e3d-4420-8a8b-3d6ddbb5c639" providerId="ADAL" clId="{01DDC82F-EAC0-8846-BC1E-238F4565C80F}" dt="2024-06-12T19:32:30.753" v="267" actId="20577"/>
          <ac:spMkLst>
            <pc:docMk/>
            <pc:sldMk cId="2005921579" sldId="282"/>
            <ac:spMk id="3" creationId="{2E6373AF-7F77-232F-FD10-9640D74453A6}"/>
          </ac:spMkLst>
        </pc:spChg>
      </pc:sldChg>
      <pc:sldChg chg="del">
        <pc:chgData name="Jorge Alejandro Bravo Pizarro" userId="866f4d59-4e3d-4420-8a8b-3d6ddbb5c639" providerId="ADAL" clId="{01DDC82F-EAC0-8846-BC1E-238F4565C80F}" dt="2024-06-12T19:32:05.928" v="251" actId="2696"/>
        <pc:sldMkLst>
          <pc:docMk/>
          <pc:sldMk cId="1574201615" sldId="283"/>
        </pc:sldMkLst>
      </pc:sldChg>
      <pc:sldChg chg="del">
        <pc:chgData name="Jorge Alejandro Bravo Pizarro" userId="866f4d59-4e3d-4420-8a8b-3d6ddbb5c639" providerId="ADAL" clId="{01DDC82F-EAC0-8846-BC1E-238F4565C80F}" dt="2024-06-12T19:37:37.850" v="323" actId="2696"/>
        <pc:sldMkLst>
          <pc:docMk/>
          <pc:sldMk cId="3024081722" sldId="284"/>
        </pc:sldMkLst>
      </pc:sldChg>
      <pc:sldChg chg="del">
        <pc:chgData name="Jorge Alejandro Bravo Pizarro" userId="866f4d59-4e3d-4420-8a8b-3d6ddbb5c639" providerId="ADAL" clId="{01DDC82F-EAC0-8846-BC1E-238F4565C80F}" dt="2024-06-12T19:35:27.311" v="281" actId="2696"/>
        <pc:sldMkLst>
          <pc:docMk/>
          <pc:sldMk cId="3174596162" sldId="285"/>
        </pc:sldMkLst>
      </pc:sldChg>
      <pc:sldChg chg="del">
        <pc:chgData name="Jorge Alejandro Bravo Pizarro" userId="866f4d59-4e3d-4420-8a8b-3d6ddbb5c639" providerId="ADAL" clId="{01DDC82F-EAC0-8846-BC1E-238F4565C80F}" dt="2024-06-12T19:35:27.311" v="281" actId="2696"/>
        <pc:sldMkLst>
          <pc:docMk/>
          <pc:sldMk cId="2227442236" sldId="286"/>
        </pc:sldMkLst>
      </pc:sldChg>
      <pc:sldChg chg="del">
        <pc:chgData name="Jorge Alejandro Bravo Pizarro" userId="866f4d59-4e3d-4420-8a8b-3d6ddbb5c639" providerId="ADAL" clId="{01DDC82F-EAC0-8846-BC1E-238F4565C80F}" dt="2024-06-12T19:35:27.311" v="281" actId="2696"/>
        <pc:sldMkLst>
          <pc:docMk/>
          <pc:sldMk cId="3759779868" sldId="287"/>
        </pc:sldMkLst>
      </pc:sldChg>
      <pc:sldChg chg="del">
        <pc:chgData name="Jorge Alejandro Bravo Pizarro" userId="866f4d59-4e3d-4420-8a8b-3d6ddbb5c639" providerId="ADAL" clId="{01DDC82F-EAC0-8846-BC1E-238F4565C80F}" dt="2024-06-12T19:35:27.311" v="281" actId="2696"/>
        <pc:sldMkLst>
          <pc:docMk/>
          <pc:sldMk cId="1429270006" sldId="288"/>
        </pc:sldMkLst>
      </pc:sldChg>
      <pc:sldChg chg="del">
        <pc:chgData name="Jorge Alejandro Bravo Pizarro" userId="866f4d59-4e3d-4420-8a8b-3d6ddbb5c639" providerId="ADAL" clId="{01DDC82F-EAC0-8846-BC1E-238F4565C80F}" dt="2024-06-12T19:35:27.311" v="281" actId="2696"/>
        <pc:sldMkLst>
          <pc:docMk/>
          <pc:sldMk cId="4233363053" sldId="289"/>
        </pc:sldMkLst>
      </pc:sldChg>
      <pc:sldChg chg="del">
        <pc:chgData name="Jorge Alejandro Bravo Pizarro" userId="866f4d59-4e3d-4420-8a8b-3d6ddbb5c639" providerId="ADAL" clId="{01DDC82F-EAC0-8846-BC1E-238F4565C80F}" dt="2024-06-12T19:35:27.311" v="281" actId="2696"/>
        <pc:sldMkLst>
          <pc:docMk/>
          <pc:sldMk cId="863877072" sldId="290"/>
        </pc:sldMkLst>
      </pc:sldChg>
      <pc:sldChg chg="del">
        <pc:chgData name="Jorge Alejandro Bravo Pizarro" userId="866f4d59-4e3d-4420-8a8b-3d6ddbb5c639" providerId="ADAL" clId="{01DDC82F-EAC0-8846-BC1E-238F4565C80F}" dt="2024-06-12T19:35:27.311" v="281" actId="2696"/>
        <pc:sldMkLst>
          <pc:docMk/>
          <pc:sldMk cId="1089410099" sldId="291"/>
        </pc:sldMkLst>
      </pc:sldChg>
      <pc:sldChg chg="addSp delSp modSp mod">
        <pc:chgData name="Jorge Alejandro Bravo Pizarro" userId="866f4d59-4e3d-4420-8a8b-3d6ddbb5c639" providerId="ADAL" clId="{01DDC82F-EAC0-8846-BC1E-238F4565C80F}" dt="2024-06-12T19:37:53.881" v="334" actId="478"/>
        <pc:sldMkLst>
          <pc:docMk/>
          <pc:sldMk cId="2245647372" sldId="292"/>
        </pc:sldMkLst>
        <pc:spChg chg="del">
          <ac:chgData name="Jorge Alejandro Bravo Pizarro" userId="866f4d59-4e3d-4420-8a8b-3d6ddbb5c639" providerId="ADAL" clId="{01DDC82F-EAC0-8846-BC1E-238F4565C80F}" dt="2024-06-12T19:37:53.881" v="334" actId="478"/>
          <ac:spMkLst>
            <pc:docMk/>
            <pc:sldMk cId="2245647372" sldId="292"/>
            <ac:spMk id="2" creationId="{CA615B36-A9BA-2032-7BFD-0F564D8B674D}"/>
          </ac:spMkLst>
        </pc:spChg>
        <pc:spChg chg="mod">
          <ac:chgData name="Jorge Alejandro Bravo Pizarro" userId="866f4d59-4e3d-4420-8a8b-3d6ddbb5c639" providerId="ADAL" clId="{01DDC82F-EAC0-8846-BC1E-238F4565C80F}" dt="2024-06-12T19:37:50.688" v="333" actId="20577"/>
          <ac:spMkLst>
            <pc:docMk/>
            <pc:sldMk cId="2245647372" sldId="292"/>
            <ac:spMk id="3" creationId="{2E6373AF-7F77-232F-FD10-9640D74453A6}"/>
          </ac:spMkLst>
        </pc:spChg>
        <pc:spChg chg="add mod">
          <ac:chgData name="Jorge Alejandro Bravo Pizarro" userId="866f4d59-4e3d-4420-8a8b-3d6ddbb5c639" providerId="ADAL" clId="{01DDC82F-EAC0-8846-BC1E-238F4565C80F}" dt="2024-06-12T19:37:53.881" v="334" actId="478"/>
          <ac:spMkLst>
            <pc:docMk/>
            <pc:sldMk cId="2245647372" sldId="292"/>
            <ac:spMk id="5" creationId="{4D65CFD2-6A30-B123-B87E-BCDB5B61E7B3}"/>
          </ac:spMkLst>
        </pc:spChg>
      </pc:sldChg>
      <pc:sldChg chg="addSp delSp modSp mod">
        <pc:chgData name="Jorge Alejandro Bravo Pizarro" userId="866f4d59-4e3d-4420-8a8b-3d6ddbb5c639" providerId="ADAL" clId="{01DDC82F-EAC0-8846-BC1E-238F4565C80F}" dt="2024-06-12T19:39:55.816" v="354" actId="20577"/>
        <pc:sldMkLst>
          <pc:docMk/>
          <pc:sldMk cId="3230792800" sldId="293"/>
        </pc:sldMkLst>
        <pc:spChg chg="del">
          <ac:chgData name="Jorge Alejandro Bravo Pizarro" userId="866f4d59-4e3d-4420-8a8b-3d6ddbb5c639" providerId="ADAL" clId="{01DDC82F-EAC0-8846-BC1E-238F4565C80F}" dt="2024-06-12T19:39:01.255" v="336" actId="478"/>
          <ac:spMkLst>
            <pc:docMk/>
            <pc:sldMk cId="3230792800" sldId="293"/>
            <ac:spMk id="2" creationId="{C751FAE1-7405-4B38-B74B-F89BCE06DC04}"/>
          </ac:spMkLst>
        </pc:spChg>
        <pc:spChg chg="add del mod">
          <ac:chgData name="Jorge Alejandro Bravo Pizarro" userId="866f4d59-4e3d-4420-8a8b-3d6ddbb5c639" providerId="ADAL" clId="{01DDC82F-EAC0-8846-BC1E-238F4565C80F}" dt="2024-06-12T19:39:02.671" v="337" actId="478"/>
          <ac:spMkLst>
            <pc:docMk/>
            <pc:sldMk cId="3230792800" sldId="293"/>
            <ac:spMk id="6" creationId="{FED9A105-C98A-7F60-24D7-6997597572F6}"/>
          </ac:spMkLst>
        </pc:spChg>
        <pc:spChg chg="add mod">
          <ac:chgData name="Jorge Alejandro Bravo Pizarro" userId="866f4d59-4e3d-4420-8a8b-3d6ddbb5c639" providerId="ADAL" clId="{01DDC82F-EAC0-8846-BC1E-238F4565C80F}" dt="2024-06-12T19:39:55.816" v="354" actId="20577"/>
          <ac:spMkLst>
            <pc:docMk/>
            <pc:sldMk cId="3230792800" sldId="293"/>
            <ac:spMk id="9" creationId="{56C892E5-6F56-736C-702C-5AEAB0641067}"/>
          </ac:spMkLst>
        </pc:spChg>
        <pc:picChg chg="del">
          <ac:chgData name="Jorge Alejandro Bravo Pizarro" userId="866f4d59-4e3d-4420-8a8b-3d6ddbb5c639" providerId="ADAL" clId="{01DDC82F-EAC0-8846-BC1E-238F4565C80F}" dt="2024-06-12T19:38:59.627" v="335" actId="478"/>
          <ac:picMkLst>
            <pc:docMk/>
            <pc:sldMk cId="3230792800" sldId="293"/>
            <ac:picMk id="4" creationId="{0AE31999-F479-4B62-C717-D13707C22E1C}"/>
          </ac:picMkLst>
        </pc:picChg>
      </pc:sldChg>
      <pc:sldChg chg="addSp delSp modSp mod">
        <pc:chgData name="Jorge Alejandro Bravo Pizarro" userId="866f4d59-4e3d-4420-8a8b-3d6ddbb5c639" providerId="ADAL" clId="{01DDC82F-EAC0-8846-BC1E-238F4565C80F}" dt="2024-06-12T19:40:29.181" v="365" actId="1076"/>
        <pc:sldMkLst>
          <pc:docMk/>
          <pc:sldMk cId="1428675475" sldId="294"/>
        </pc:sldMkLst>
        <pc:spChg chg="del">
          <ac:chgData name="Jorge Alejandro Bravo Pizarro" userId="866f4d59-4e3d-4420-8a8b-3d6ddbb5c639" providerId="ADAL" clId="{01DDC82F-EAC0-8846-BC1E-238F4565C80F}" dt="2024-06-12T19:40:02.321" v="356" actId="478"/>
          <ac:spMkLst>
            <pc:docMk/>
            <pc:sldMk cId="1428675475" sldId="294"/>
            <ac:spMk id="2" creationId="{C751FAE1-7405-4B38-B74B-F89BCE06DC04}"/>
          </ac:spMkLst>
        </pc:spChg>
        <pc:spChg chg="add del mod">
          <ac:chgData name="Jorge Alejandro Bravo Pizarro" userId="866f4d59-4e3d-4420-8a8b-3d6ddbb5c639" providerId="ADAL" clId="{01DDC82F-EAC0-8846-BC1E-238F4565C80F}" dt="2024-06-12T19:40:06.074" v="357" actId="478"/>
          <ac:spMkLst>
            <pc:docMk/>
            <pc:sldMk cId="1428675475" sldId="294"/>
            <ac:spMk id="6" creationId="{9137A689-5B16-E885-9A66-4C2ED49C1940}"/>
          </ac:spMkLst>
        </pc:spChg>
        <pc:spChg chg="add mod">
          <ac:chgData name="Jorge Alejandro Bravo Pizarro" userId="866f4d59-4e3d-4420-8a8b-3d6ddbb5c639" providerId="ADAL" clId="{01DDC82F-EAC0-8846-BC1E-238F4565C80F}" dt="2024-06-12T19:40:29.181" v="365" actId="1076"/>
          <ac:spMkLst>
            <pc:docMk/>
            <pc:sldMk cId="1428675475" sldId="294"/>
            <ac:spMk id="9" creationId="{512FB74B-EF0F-FAEB-016B-2097D8B59E2C}"/>
          </ac:spMkLst>
        </pc:spChg>
        <pc:picChg chg="del">
          <ac:chgData name="Jorge Alejandro Bravo Pizarro" userId="866f4d59-4e3d-4420-8a8b-3d6ddbb5c639" providerId="ADAL" clId="{01DDC82F-EAC0-8846-BC1E-238F4565C80F}" dt="2024-06-12T19:39:59.662" v="355" actId="478"/>
          <ac:picMkLst>
            <pc:docMk/>
            <pc:sldMk cId="1428675475" sldId="294"/>
            <ac:picMk id="5" creationId="{C077813F-F8B6-E97D-9523-C1D20F1C0D66}"/>
          </ac:picMkLst>
        </pc:picChg>
      </pc:sldChg>
      <pc:sldChg chg="addSp delSp modSp mod">
        <pc:chgData name="Jorge Alejandro Bravo Pizarro" userId="866f4d59-4e3d-4420-8a8b-3d6ddbb5c639" providerId="ADAL" clId="{01DDC82F-EAC0-8846-BC1E-238F4565C80F}" dt="2024-06-12T19:42:58.854" v="419" actId="255"/>
        <pc:sldMkLst>
          <pc:docMk/>
          <pc:sldMk cId="1786740048" sldId="295"/>
        </pc:sldMkLst>
        <pc:spChg chg="mod">
          <ac:chgData name="Jorge Alejandro Bravo Pizarro" userId="866f4d59-4e3d-4420-8a8b-3d6ddbb5c639" providerId="ADAL" clId="{01DDC82F-EAC0-8846-BC1E-238F4565C80F}" dt="2024-06-12T19:40:38.364" v="373" actId="20577"/>
          <ac:spMkLst>
            <pc:docMk/>
            <pc:sldMk cId="1786740048" sldId="295"/>
            <ac:spMk id="2" creationId="{C751FAE1-7405-4B38-B74B-F89BCE06DC04}"/>
          </ac:spMkLst>
        </pc:spChg>
        <pc:spChg chg="add mod">
          <ac:chgData name="Jorge Alejandro Bravo Pizarro" userId="866f4d59-4e3d-4420-8a8b-3d6ddbb5c639" providerId="ADAL" clId="{01DDC82F-EAC0-8846-BC1E-238F4565C80F}" dt="2024-06-12T19:42:58.854" v="419" actId="255"/>
          <ac:spMkLst>
            <pc:docMk/>
            <pc:sldMk cId="1786740048" sldId="295"/>
            <ac:spMk id="6" creationId="{9EF6F3B9-9BBB-254A-A461-F767AEA5B256}"/>
          </ac:spMkLst>
        </pc:spChg>
        <pc:picChg chg="del">
          <ac:chgData name="Jorge Alejandro Bravo Pizarro" userId="866f4d59-4e3d-4420-8a8b-3d6ddbb5c639" providerId="ADAL" clId="{01DDC82F-EAC0-8846-BC1E-238F4565C80F}" dt="2024-06-12T19:40:39.985" v="374" actId="478"/>
          <ac:picMkLst>
            <pc:docMk/>
            <pc:sldMk cId="1786740048" sldId="295"/>
            <ac:picMk id="5" creationId="{C077813F-F8B6-E97D-9523-C1D20F1C0D66}"/>
          </ac:picMkLst>
        </pc:picChg>
      </pc:sldChg>
      <pc:sldChg chg="modSp add mod">
        <pc:chgData name="Jorge Alejandro Bravo Pizarro" userId="866f4d59-4e3d-4420-8a8b-3d6ddbb5c639" providerId="ADAL" clId="{01DDC82F-EAC0-8846-BC1E-238F4565C80F}" dt="2024-06-12T19:44:48.719" v="435" actId="1076"/>
        <pc:sldMkLst>
          <pc:docMk/>
          <pc:sldMk cId="2667740606" sldId="296"/>
        </pc:sldMkLst>
        <pc:spChg chg="mod">
          <ac:chgData name="Jorge Alejandro Bravo Pizarro" userId="866f4d59-4e3d-4420-8a8b-3d6ddbb5c639" providerId="ADAL" clId="{01DDC82F-EAC0-8846-BC1E-238F4565C80F}" dt="2024-06-12T19:41:06.107" v="396" actId="20577"/>
          <ac:spMkLst>
            <pc:docMk/>
            <pc:sldMk cId="2667740606" sldId="296"/>
            <ac:spMk id="2" creationId="{C751FAE1-7405-4B38-B74B-F89BCE06DC04}"/>
          </ac:spMkLst>
        </pc:spChg>
        <pc:spChg chg="mod">
          <ac:chgData name="Jorge Alejandro Bravo Pizarro" userId="866f4d59-4e3d-4420-8a8b-3d6ddbb5c639" providerId="ADAL" clId="{01DDC82F-EAC0-8846-BC1E-238F4565C80F}" dt="2024-06-12T19:44:48.719" v="435" actId="1076"/>
          <ac:spMkLst>
            <pc:docMk/>
            <pc:sldMk cId="2667740606" sldId="296"/>
            <ac:spMk id="6" creationId="{9EF6F3B9-9BBB-254A-A461-F767AEA5B256}"/>
          </ac:spMkLst>
        </pc:spChg>
      </pc:sldChg>
      <pc:sldChg chg="modSp add mod">
        <pc:chgData name="Jorge Alejandro Bravo Pizarro" userId="866f4d59-4e3d-4420-8a8b-3d6ddbb5c639" providerId="ADAL" clId="{01DDC82F-EAC0-8846-BC1E-238F4565C80F}" dt="2024-06-12T19:43:09.655" v="422" actId="255"/>
        <pc:sldMkLst>
          <pc:docMk/>
          <pc:sldMk cId="3599458671" sldId="297"/>
        </pc:sldMkLst>
        <pc:spChg chg="mod">
          <ac:chgData name="Jorge Alejandro Bravo Pizarro" userId="866f4d59-4e3d-4420-8a8b-3d6ddbb5c639" providerId="ADAL" clId="{01DDC82F-EAC0-8846-BC1E-238F4565C80F}" dt="2024-06-12T19:43:09.655" v="422" actId="255"/>
          <ac:spMkLst>
            <pc:docMk/>
            <pc:sldMk cId="3599458671" sldId="297"/>
            <ac:spMk id="6" creationId="{9EF6F3B9-9BBB-254A-A461-F767AEA5B256}"/>
          </ac:spMkLst>
        </pc:spChg>
      </pc:sldChg>
      <pc:sldChg chg="addSp delSp modSp add mod ord">
        <pc:chgData name="Jorge Alejandro Bravo Pizarro" userId="866f4d59-4e3d-4420-8a8b-3d6ddbb5c639" providerId="ADAL" clId="{01DDC82F-EAC0-8846-BC1E-238F4565C80F}" dt="2024-06-12T19:47:40.191" v="457" actId="20578"/>
        <pc:sldMkLst>
          <pc:docMk/>
          <pc:sldMk cId="3266592207" sldId="298"/>
        </pc:sldMkLst>
        <pc:spChg chg="del">
          <ac:chgData name="Jorge Alejandro Bravo Pizarro" userId="866f4d59-4e3d-4420-8a8b-3d6ddbb5c639" providerId="ADAL" clId="{01DDC82F-EAC0-8846-BC1E-238F4565C80F}" dt="2024-06-12T19:46:35.831" v="447" actId="478"/>
          <ac:spMkLst>
            <pc:docMk/>
            <pc:sldMk cId="3266592207" sldId="298"/>
            <ac:spMk id="2" creationId="{C751FAE1-7405-4B38-B74B-F89BCE06DC04}"/>
          </ac:spMkLst>
        </pc:spChg>
        <pc:spChg chg="del mod">
          <ac:chgData name="Jorge Alejandro Bravo Pizarro" userId="866f4d59-4e3d-4420-8a8b-3d6ddbb5c639" providerId="ADAL" clId="{01DDC82F-EAC0-8846-BC1E-238F4565C80F}" dt="2024-06-12T19:46:34.792" v="446" actId="478"/>
          <ac:spMkLst>
            <pc:docMk/>
            <pc:sldMk cId="3266592207" sldId="298"/>
            <ac:spMk id="6" creationId="{9EF6F3B9-9BBB-254A-A461-F767AEA5B256}"/>
          </ac:spMkLst>
        </pc:spChg>
        <pc:spChg chg="add mod">
          <ac:chgData name="Jorge Alejandro Bravo Pizarro" userId="866f4d59-4e3d-4420-8a8b-3d6ddbb5c639" providerId="ADAL" clId="{01DDC82F-EAC0-8846-BC1E-238F4565C80F}" dt="2024-06-12T19:46:35.831" v="447" actId="478"/>
          <ac:spMkLst>
            <pc:docMk/>
            <pc:sldMk cId="3266592207" sldId="298"/>
            <ac:spMk id="8" creationId="{B433CB91-BB23-9540-1131-FE9EAC635DFC}"/>
          </ac:spMkLst>
        </pc:spChg>
        <pc:picChg chg="add mod">
          <ac:chgData name="Jorge Alejandro Bravo Pizarro" userId="866f4d59-4e3d-4420-8a8b-3d6ddbb5c639" providerId="ADAL" clId="{01DDC82F-EAC0-8846-BC1E-238F4565C80F}" dt="2024-06-12T19:46:49.159" v="454" actId="14100"/>
          <ac:picMkLst>
            <pc:docMk/>
            <pc:sldMk cId="3266592207" sldId="298"/>
            <ac:picMk id="4" creationId="{993393E0-D92B-9AF5-A7B4-8317D89EC9FA}"/>
          </ac:picMkLst>
        </pc:picChg>
      </pc:sldChg>
      <pc:sldChg chg="delSp add mod ord">
        <pc:chgData name="Jorge Alejandro Bravo Pizarro" userId="866f4d59-4e3d-4420-8a8b-3d6ddbb5c639" providerId="ADAL" clId="{01DDC82F-EAC0-8846-BC1E-238F4565C80F}" dt="2024-06-12T19:49:21.522" v="489" actId="20578"/>
        <pc:sldMkLst>
          <pc:docMk/>
          <pc:sldMk cId="1749751713" sldId="299"/>
        </pc:sldMkLst>
        <pc:picChg chg="del">
          <ac:chgData name="Jorge Alejandro Bravo Pizarro" userId="866f4d59-4e3d-4420-8a8b-3d6ddbb5c639" providerId="ADAL" clId="{01DDC82F-EAC0-8846-BC1E-238F4565C80F}" dt="2024-06-12T19:46:38.747" v="449" actId="478"/>
          <ac:picMkLst>
            <pc:docMk/>
            <pc:sldMk cId="1749751713" sldId="299"/>
            <ac:picMk id="4" creationId="{993393E0-D92B-9AF5-A7B4-8317D89EC9FA}"/>
          </ac:picMkLst>
        </pc:picChg>
      </pc:sldChg>
      <pc:sldChg chg="modSp add mod ord">
        <pc:chgData name="Jorge Alejandro Bravo Pizarro" userId="866f4d59-4e3d-4420-8a8b-3d6ddbb5c639" providerId="ADAL" clId="{01DDC82F-EAC0-8846-BC1E-238F4565C80F}" dt="2024-06-12T19:47:50.355" v="476" actId="20578"/>
        <pc:sldMkLst>
          <pc:docMk/>
          <pc:sldMk cId="2541130169" sldId="300"/>
        </pc:sldMkLst>
        <pc:spChg chg="mod">
          <ac:chgData name="Jorge Alejandro Bravo Pizarro" userId="866f4d59-4e3d-4420-8a8b-3d6ddbb5c639" providerId="ADAL" clId="{01DDC82F-EAC0-8846-BC1E-238F4565C80F}" dt="2024-06-12T19:47:46.125" v="474" actId="20577"/>
          <ac:spMkLst>
            <pc:docMk/>
            <pc:sldMk cId="2541130169" sldId="300"/>
            <ac:spMk id="3" creationId="{2E6373AF-7F77-232F-FD10-9640D74453A6}"/>
          </ac:spMkLst>
        </pc:spChg>
      </pc:sldChg>
      <pc:sldChg chg="addSp delSp modSp add mod">
        <pc:chgData name="Jorge Alejandro Bravo Pizarro" userId="866f4d59-4e3d-4420-8a8b-3d6ddbb5c639" providerId="ADAL" clId="{01DDC82F-EAC0-8846-BC1E-238F4565C80F}" dt="2024-06-12T19:49:41.450" v="495" actId="15"/>
        <pc:sldMkLst>
          <pc:docMk/>
          <pc:sldMk cId="1905734060" sldId="301"/>
        </pc:sldMkLst>
        <pc:spChg chg="del">
          <ac:chgData name="Jorge Alejandro Bravo Pizarro" userId="866f4d59-4e3d-4420-8a8b-3d6ddbb5c639" providerId="ADAL" clId="{01DDC82F-EAC0-8846-BC1E-238F4565C80F}" dt="2024-06-12T19:49:03.350" v="487" actId="478"/>
          <ac:spMkLst>
            <pc:docMk/>
            <pc:sldMk cId="1905734060" sldId="301"/>
            <ac:spMk id="2" creationId="{C751FAE1-7405-4B38-B74B-F89BCE06DC04}"/>
          </ac:spMkLst>
        </pc:spChg>
        <pc:spChg chg="add del mod">
          <ac:chgData name="Jorge Alejandro Bravo Pizarro" userId="866f4d59-4e3d-4420-8a8b-3d6ddbb5c639" providerId="ADAL" clId="{01DDC82F-EAC0-8846-BC1E-238F4565C80F}" dt="2024-06-12T19:49:08.547" v="488" actId="478"/>
          <ac:spMkLst>
            <pc:docMk/>
            <pc:sldMk cId="1905734060" sldId="301"/>
            <ac:spMk id="5" creationId="{65C5F4A8-9E47-F46D-F7C9-3666FFAF2064}"/>
          </ac:spMkLst>
        </pc:spChg>
        <pc:spChg chg="mod">
          <ac:chgData name="Jorge Alejandro Bravo Pizarro" userId="866f4d59-4e3d-4420-8a8b-3d6ddbb5c639" providerId="ADAL" clId="{01DDC82F-EAC0-8846-BC1E-238F4565C80F}" dt="2024-06-12T19:49:41.450" v="495" actId="15"/>
          <ac:spMkLst>
            <pc:docMk/>
            <pc:sldMk cId="1905734060" sldId="301"/>
            <ac:spMk id="6" creationId="{9EF6F3B9-9BBB-254A-A461-F767AEA5B256}"/>
          </ac:spMkLst>
        </pc:spChg>
      </pc:sldChg>
      <pc:sldChg chg="modSp add mod">
        <pc:chgData name="Jorge Alejandro Bravo Pizarro" userId="866f4d59-4e3d-4420-8a8b-3d6ddbb5c639" providerId="ADAL" clId="{01DDC82F-EAC0-8846-BC1E-238F4565C80F}" dt="2024-06-12T19:49:53.943" v="499" actId="255"/>
        <pc:sldMkLst>
          <pc:docMk/>
          <pc:sldMk cId="1957428711" sldId="302"/>
        </pc:sldMkLst>
        <pc:spChg chg="mod">
          <ac:chgData name="Jorge Alejandro Bravo Pizarro" userId="866f4d59-4e3d-4420-8a8b-3d6ddbb5c639" providerId="ADAL" clId="{01DDC82F-EAC0-8846-BC1E-238F4565C80F}" dt="2024-06-12T19:49:53.943" v="499" actId="255"/>
          <ac:spMkLst>
            <pc:docMk/>
            <pc:sldMk cId="1957428711" sldId="302"/>
            <ac:spMk id="6" creationId="{9EF6F3B9-9BBB-254A-A461-F767AEA5B256}"/>
          </ac:spMkLst>
        </pc:spChg>
      </pc:sldChg>
      <pc:sldChg chg="modSp add mod">
        <pc:chgData name="Jorge Alejandro Bravo Pizarro" userId="866f4d59-4e3d-4420-8a8b-3d6ddbb5c639" providerId="ADAL" clId="{01DDC82F-EAC0-8846-BC1E-238F4565C80F}" dt="2024-06-12T19:50:17.738" v="505" actId="15"/>
        <pc:sldMkLst>
          <pc:docMk/>
          <pc:sldMk cId="3825653814" sldId="303"/>
        </pc:sldMkLst>
        <pc:spChg chg="mod">
          <ac:chgData name="Jorge Alejandro Bravo Pizarro" userId="866f4d59-4e3d-4420-8a8b-3d6ddbb5c639" providerId="ADAL" clId="{01DDC82F-EAC0-8846-BC1E-238F4565C80F}" dt="2024-06-12T19:50:17.738" v="505" actId="15"/>
          <ac:spMkLst>
            <pc:docMk/>
            <pc:sldMk cId="3825653814" sldId="303"/>
            <ac:spMk id="6" creationId="{9EF6F3B9-9BBB-254A-A461-F767AEA5B256}"/>
          </ac:spMkLst>
        </pc:spChg>
      </pc:sldChg>
      <pc:sldChg chg="addSp delSp modSp add mod ord">
        <pc:chgData name="Jorge Alejandro Bravo Pizarro" userId="866f4d59-4e3d-4420-8a8b-3d6ddbb5c639" providerId="ADAL" clId="{01DDC82F-EAC0-8846-BC1E-238F4565C80F}" dt="2024-06-12T19:53:56.644" v="536" actId="20578"/>
        <pc:sldMkLst>
          <pc:docMk/>
          <pc:sldMk cId="3953867211" sldId="304"/>
        </pc:sldMkLst>
        <pc:spChg chg="add del mod">
          <ac:chgData name="Jorge Alejandro Bravo Pizarro" userId="866f4d59-4e3d-4420-8a8b-3d6ddbb5c639" providerId="ADAL" clId="{01DDC82F-EAC0-8846-BC1E-238F4565C80F}" dt="2024-06-12T19:50:25.014" v="509"/>
          <ac:spMkLst>
            <pc:docMk/>
            <pc:sldMk cId="3953867211" sldId="304"/>
            <ac:spMk id="2" creationId="{ED364FA3-BD70-009A-8873-75B845A4A53E}"/>
          </ac:spMkLst>
        </pc:spChg>
        <pc:spChg chg="add del mod">
          <ac:chgData name="Jorge Alejandro Bravo Pizarro" userId="866f4d59-4e3d-4420-8a8b-3d6ddbb5c639" providerId="ADAL" clId="{01DDC82F-EAC0-8846-BC1E-238F4565C80F}" dt="2024-06-12T19:51:43.144" v="527" actId="478"/>
          <ac:spMkLst>
            <pc:docMk/>
            <pc:sldMk cId="3953867211" sldId="304"/>
            <ac:spMk id="4" creationId="{4718390D-AC72-832E-83BB-21C4FFF4F8F8}"/>
          </ac:spMkLst>
        </pc:spChg>
        <pc:spChg chg="del">
          <ac:chgData name="Jorge Alejandro Bravo Pizarro" userId="866f4d59-4e3d-4420-8a8b-3d6ddbb5c639" providerId="ADAL" clId="{01DDC82F-EAC0-8846-BC1E-238F4565C80F}" dt="2024-06-12T19:51:41.008" v="526" actId="478"/>
          <ac:spMkLst>
            <pc:docMk/>
            <pc:sldMk cId="3953867211" sldId="304"/>
            <ac:spMk id="6" creationId="{9EF6F3B9-9BBB-254A-A461-F767AEA5B256}"/>
          </ac:spMkLst>
        </pc:spChg>
        <pc:spChg chg="add del mod">
          <ac:chgData name="Jorge Alejandro Bravo Pizarro" userId="866f4d59-4e3d-4420-8a8b-3d6ddbb5c639" providerId="ADAL" clId="{01DDC82F-EAC0-8846-BC1E-238F4565C80F}" dt="2024-06-12T19:51:47.106" v="528" actId="478"/>
          <ac:spMkLst>
            <pc:docMk/>
            <pc:sldMk cId="3953867211" sldId="304"/>
            <ac:spMk id="8" creationId="{90E43691-1211-6C93-4DAB-AE8C3C83ED5A}"/>
          </ac:spMkLst>
        </pc:spChg>
        <pc:picChg chg="add mod">
          <ac:chgData name="Jorge Alejandro Bravo Pizarro" userId="866f4d59-4e3d-4420-8a8b-3d6ddbb5c639" providerId="ADAL" clId="{01DDC82F-EAC0-8846-BC1E-238F4565C80F}" dt="2024-06-12T19:53:13.801" v="533" actId="1076"/>
          <ac:picMkLst>
            <pc:docMk/>
            <pc:sldMk cId="3953867211" sldId="304"/>
            <ac:picMk id="9" creationId="{3E916A2F-BE5F-62A3-E5EE-A1A8B8D1BF2A}"/>
          </ac:picMkLst>
        </pc:picChg>
      </pc:sldChg>
      <pc:sldChg chg="delSp modSp add mod ord">
        <pc:chgData name="Jorge Alejandro Bravo Pizarro" userId="866f4d59-4e3d-4420-8a8b-3d6ddbb5c639" providerId="ADAL" clId="{01DDC82F-EAC0-8846-BC1E-238F4565C80F}" dt="2024-06-12T19:55:42.348" v="547" actId="20578"/>
        <pc:sldMkLst>
          <pc:docMk/>
          <pc:sldMk cId="473134587" sldId="305"/>
        </pc:sldMkLst>
        <pc:spChg chg="mod">
          <ac:chgData name="Jorge Alejandro Bravo Pizarro" userId="866f4d59-4e3d-4420-8a8b-3d6ddbb5c639" providerId="ADAL" clId="{01DDC82F-EAC0-8846-BC1E-238F4565C80F}" dt="2024-06-12T19:54:19.909" v="543" actId="1076"/>
          <ac:spMkLst>
            <pc:docMk/>
            <pc:sldMk cId="473134587" sldId="305"/>
            <ac:spMk id="3" creationId="{2E6373AF-7F77-232F-FD10-9640D74453A6}"/>
          </ac:spMkLst>
        </pc:spChg>
        <pc:spChg chg="del">
          <ac:chgData name="Jorge Alejandro Bravo Pizarro" userId="866f4d59-4e3d-4420-8a8b-3d6ddbb5c639" providerId="ADAL" clId="{01DDC82F-EAC0-8846-BC1E-238F4565C80F}" dt="2024-06-12T19:54:09.056" v="540" actId="478"/>
          <ac:spMkLst>
            <pc:docMk/>
            <pc:sldMk cId="473134587" sldId="305"/>
            <ac:spMk id="5" creationId="{4D65CFD2-6A30-B123-B87E-BCDB5B61E7B3}"/>
          </ac:spMkLst>
        </pc:spChg>
      </pc:sldChg>
      <pc:sldChg chg="modSp add mod ord">
        <pc:chgData name="Jorge Alejandro Bravo Pizarro" userId="866f4d59-4e3d-4420-8a8b-3d6ddbb5c639" providerId="ADAL" clId="{01DDC82F-EAC0-8846-BC1E-238F4565C80F}" dt="2024-06-12T19:55:59.114" v="551" actId="14100"/>
        <pc:sldMkLst>
          <pc:docMk/>
          <pc:sldMk cId="994407970" sldId="306"/>
        </pc:sldMkLst>
        <pc:spChg chg="mod">
          <ac:chgData name="Jorge Alejandro Bravo Pizarro" userId="866f4d59-4e3d-4420-8a8b-3d6ddbb5c639" providerId="ADAL" clId="{01DDC82F-EAC0-8846-BC1E-238F4565C80F}" dt="2024-06-12T19:55:59.114" v="551" actId="14100"/>
          <ac:spMkLst>
            <pc:docMk/>
            <pc:sldMk cId="994407970" sldId="306"/>
            <ac:spMk id="6" creationId="{9EF6F3B9-9BBB-254A-A461-F767AEA5B256}"/>
          </ac:spMkLst>
        </pc:spChg>
      </pc:sldChg>
      <pc:sldChg chg="add del">
        <pc:chgData name="Jorge Alejandro Bravo Pizarro" userId="866f4d59-4e3d-4420-8a8b-3d6ddbb5c639" providerId="ADAL" clId="{01DDC82F-EAC0-8846-BC1E-238F4565C80F}" dt="2024-06-12T19:54:00.601" v="538" actId="2696"/>
        <pc:sldMkLst>
          <pc:docMk/>
          <pc:sldMk cId="1321055418" sldId="306"/>
        </pc:sldMkLst>
      </pc:sldChg>
      <pc:sldChg chg="modSp add mod">
        <pc:chgData name="Jorge Alejandro Bravo Pizarro" userId="866f4d59-4e3d-4420-8a8b-3d6ddbb5c639" providerId="ADAL" clId="{01DDC82F-EAC0-8846-BC1E-238F4565C80F}" dt="2024-06-12T19:56:27.911" v="561" actId="20577"/>
        <pc:sldMkLst>
          <pc:docMk/>
          <pc:sldMk cId="3762818305" sldId="307"/>
        </pc:sldMkLst>
        <pc:spChg chg="mod">
          <ac:chgData name="Jorge Alejandro Bravo Pizarro" userId="866f4d59-4e3d-4420-8a8b-3d6ddbb5c639" providerId="ADAL" clId="{01DDC82F-EAC0-8846-BC1E-238F4565C80F}" dt="2024-06-12T19:56:27.911" v="561" actId="20577"/>
          <ac:spMkLst>
            <pc:docMk/>
            <pc:sldMk cId="3762818305" sldId="307"/>
            <ac:spMk id="6" creationId="{9EF6F3B9-9BBB-254A-A461-F767AEA5B256}"/>
          </ac:spMkLst>
        </pc:spChg>
      </pc:sldChg>
      <pc:sldChg chg="addSp modSp add mod">
        <pc:chgData name="Jorge Alejandro Bravo Pizarro" userId="866f4d59-4e3d-4420-8a8b-3d6ddbb5c639" providerId="ADAL" clId="{01DDC82F-EAC0-8846-BC1E-238F4565C80F}" dt="2024-06-12T19:58:43.526" v="571"/>
        <pc:sldMkLst>
          <pc:docMk/>
          <pc:sldMk cId="955684815" sldId="308"/>
        </pc:sldMkLst>
        <pc:spChg chg="mod">
          <ac:chgData name="Jorge Alejandro Bravo Pizarro" userId="866f4d59-4e3d-4420-8a8b-3d6ddbb5c639" providerId="ADAL" clId="{01DDC82F-EAC0-8846-BC1E-238F4565C80F}" dt="2024-06-12T19:56:57.995" v="570" actId="255"/>
          <ac:spMkLst>
            <pc:docMk/>
            <pc:sldMk cId="955684815" sldId="308"/>
            <ac:spMk id="6" creationId="{9EF6F3B9-9BBB-254A-A461-F767AEA5B256}"/>
          </ac:spMkLst>
        </pc:spChg>
        <pc:picChg chg="add mod">
          <ac:chgData name="Jorge Alejandro Bravo Pizarro" userId="866f4d59-4e3d-4420-8a8b-3d6ddbb5c639" providerId="ADAL" clId="{01DDC82F-EAC0-8846-BC1E-238F4565C80F}" dt="2024-06-12T19:58:43.526" v="571"/>
          <ac:picMkLst>
            <pc:docMk/>
            <pc:sldMk cId="955684815" sldId="308"/>
            <ac:picMk id="2" creationId="{6AA26028-69AF-9B17-2E7C-36E7E347B242}"/>
          </ac:picMkLst>
        </pc:picChg>
      </pc:sldChg>
      <pc:sldChg chg="delSp modSp add mod">
        <pc:chgData name="Jorge Alejandro Bravo Pizarro" userId="866f4d59-4e3d-4420-8a8b-3d6ddbb5c639" providerId="ADAL" clId="{01DDC82F-EAC0-8846-BC1E-238F4565C80F}" dt="2024-06-12T19:58:54.623" v="576" actId="1076"/>
        <pc:sldMkLst>
          <pc:docMk/>
          <pc:sldMk cId="2639570052" sldId="309"/>
        </pc:sldMkLst>
        <pc:spChg chg="del">
          <ac:chgData name="Jorge Alejandro Bravo Pizarro" userId="866f4d59-4e3d-4420-8a8b-3d6ddbb5c639" providerId="ADAL" clId="{01DDC82F-EAC0-8846-BC1E-238F4565C80F}" dt="2024-06-12T19:58:50.132" v="573" actId="478"/>
          <ac:spMkLst>
            <pc:docMk/>
            <pc:sldMk cId="2639570052" sldId="309"/>
            <ac:spMk id="6" creationId="{9EF6F3B9-9BBB-254A-A461-F767AEA5B256}"/>
          </ac:spMkLst>
        </pc:spChg>
        <pc:picChg chg="mod">
          <ac:chgData name="Jorge Alejandro Bravo Pizarro" userId="866f4d59-4e3d-4420-8a8b-3d6ddbb5c639" providerId="ADAL" clId="{01DDC82F-EAC0-8846-BC1E-238F4565C80F}" dt="2024-06-12T19:58:54.623" v="576" actId="1076"/>
          <ac:picMkLst>
            <pc:docMk/>
            <pc:sldMk cId="2639570052" sldId="309"/>
            <ac:picMk id="2" creationId="{6AA26028-69AF-9B17-2E7C-36E7E347B242}"/>
          </ac:picMkLst>
        </pc:picChg>
      </pc:sldChg>
    </pc:docChg>
  </pc:docChgLst>
  <pc:docChgLst>
    <pc:chgData name="Jorge Alejandro Bravo Pizarro" userId="866f4d59-4e3d-4420-8a8b-3d6ddbb5c639" providerId="ADAL" clId="{0D22C28E-942C-DD49-A2BB-CBA5A88946A4}"/>
    <pc:docChg chg="custSel addSld delSld modSld sldOrd">
      <pc:chgData name="Jorge Alejandro Bravo Pizarro" userId="866f4d59-4e3d-4420-8a8b-3d6ddbb5c639" providerId="ADAL" clId="{0D22C28E-942C-DD49-A2BB-CBA5A88946A4}" dt="2024-07-01T22:00:15.358" v="512" actId="2696"/>
      <pc:docMkLst>
        <pc:docMk/>
      </pc:docMkLst>
      <pc:sldChg chg="modSp mod">
        <pc:chgData name="Jorge Alejandro Bravo Pizarro" userId="866f4d59-4e3d-4420-8a8b-3d6ddbb5c639" providerId="ADAL" clId="{0D22C28E-942C-DD49-A2BB-CBA5A88946A4}" dt="2024-07-01T21:02:17.520" v="37" actId="20577"/>
        <pc:sldMkLst>
          <pc:docMk/>
          <pc:sldMk cId="521901380" sldId="273"/>
        </pc:sldMkLst>
        <pc:spChg chg="mod">
          <ac:chgData name="Jorge Alejandro Bravo Pizarro" userId="866f4d59-4e3d-4420-8a8b-3d6ddbb5c639" providerId="ADAL" clId="{0D22C28E-942C-DD49-A2BB-CBA5A88946A4}" dt="2024-07-01T21:01:26.932" v="1" actId="20577"/>
          <ac:spMkLst>
            <pc:docMk/>
            <pc:sldMk cId="521901380" sldId="273"/>
            <ac:spMk id="2" creationId="{F95D1CFC-FA10-DE0A-8844-F2EDBA64721F}"/>
          </ac:spMkLst>
        </pc:spChg>
        <pc:spChg chg="mod">
          <ac:chgData name="Jorge Alejandro Bravo Pizarro" userId="866f4d59-4e3d-4420-8a8b-3d6ddbb5c639" providerId="ADAL" clId="{0D22C28E-942C-DD49-A2BB-CBA5A88946A4}" dt="2024-07-01T21:02:17.520" v="37" actId="20577"/>
          <ac:spMkLst>
            <pc:docMk/>
            <pc:sldMk cId="521901380" sldId="273"/>
            <ac:spMk id="3" creationId="{28DEA359-E0E1-68C6-7B2C-F314A58A191D}"/>
          </ac:spMkLst>
        </pc:spChg>
      </pc:sldChg>
      <pc:sldChg chg="addSp delSp modSp mod">
        <pc:chgData name="Jorge Alejandro Bravo Pizarro" userId="866f4d59-4e3d-4420-8a8b-3d6ddbb5c639" providerId="ADAL" clId="{0D22C28E-942C-DD49-A2BB-CBA5A88946A4}" dt="2024-07-01T21:24:44.421" v="85"/>
        <pc:sldMkLst>
          <pc:docMk/>
          <pc:sldMk cId="1194126263" sldId="276"/>
        </pc:sldMkLst>
        <pc:spChg chg="add del mod">
          <ac:chgData name="Jorge Alejandro Bravo Pizarro" userId="866f4d59-4e3d-4420-8a8b-3d6ddbb5c639" providerId="ADAL" clId="{0D22C28E-942C-DD49-A2BB-CBA5A88946A4}" dt="2024-07-01T21:24:44.421" v="85"/>
          <ac:spMkLst>
            <pc:docMk/>
            <pc:sldMk cId="1194126263" sldId="276"/>
            <ac:spMk id="2" creationId="{062DE4E6-8103-366B-85A6-76B60B089976}"/>
          </ac:spMkLst>
        </pc:spChg>
        <pc:spChg chg="add mod">
          <ac:chgData name="Jorge Alejandro Bravo Pizarro" userId="866f4d59-4e3d-4420-8a8b-3d6ddbb5c639" providerId="ADAL" clId="{0D22C28E-942C-DD49-A2BB-CBA5A88946A4}" dt="2024-07-01T21:23:05.893" v="67" actId="20577"/>
          <ac:spMkLst>
            <pc:docMk/>
            <pc:sldMk cId="1194126263" sldId="276"/>
            <ac:spMk id="3" creationId="{8B5D709A-903D-4FA1-6A69-A268F697909F}"/>
          </ac:spMkLst>
        </pc:spChg>
        <pc:spChg chg="mod">
          <ac:chgData name="Jorge Alejandro Bravo Pizarro" userId="866f4d59-4e3d-4420-8a8b-3d6ddbb5c639" providerId="ADAL" clId="{0D22C28E-942C-DD49-A2BB-CBA5A88946A4}" dt="2024-07-01T21:23:27.492" v="70" actId="255"/>
          <ac:spMkLst>
            <pc:docMk/>
            <pc:sldMk cId="1194126263" sldId="276"/>
            <ac:spMk id="7" creationId="{188AEE28-8823-2357-1972-7688EF9AD159}"/>
          </ac:spMkLst>
        </pc:spChg>
      </pc:sldChg>
      <pc:sldChg chg="modSp mod">
        <pc:chgData name="Jorge Alejandro Bravo Pizarro" userId="866f4d59-4e3d-4420-8a8b-3d6ddbb5c639" providerId="ADAL" clId="{0D22C28E-942C-DD49-A2BB-CBA5A88946A4}" dt="2024-07-01T21:21:24.166" v="53" actId="255"/>
        <pc:sldMkLst>
          <pc:docMk/>
          <pc:sldMk cId="3367128565" sldId="277"/>
        </pc:sldMkLst>
        <pc:spChg chg="mod">
          <ac:chgData name="Jorge Alejandro Bravo Pizarro" userId="866f4d59-4e3d-4420-8a8b-3d6ddbb5c639" providerId="ADAL" clId="{0D22C28E-942C-DD49-A2BB-CBA5A88946A4}" dt="2024-07-01T21:21:24.166" v="53" actId="255"/>
          <ac:spMkLst>
            <pc:docMk/>
            <pc:sldMk cId="3367128565" sldId="277"/>
            <ac:spMk id="3" creationId="{07698D47-D3A4-1233-92C0-91D491FC3264}"/>
          </ac:spMkLst>
        </pc:spChg>
      </pc:sldChg>
      <pc:sldChg chg="modSp mod">
        <pc:chgData name="Jorge Alejandro Bravo Pizarro" userId="866f4d59-4e3d-4420-8a8b-3d6ddbb5c639" providerId="ADAL" clId="{0D22C28E-942C-DD49-A2BB-CBA5A88946A4}" dt="2024-07-01T21:24:16.903" v="83" actId="5793"/>
        <pc:sldMkLst>
          <pc:docMk/>
          <pc:sldMk cId="1109309712" sldId="278"/>
        </pc:sldMkLst>
        <pc:spChg chg="mod">
          <ac:chgData name="Jorge Alejandro Bravo Pizarro" userId="866f4d59-4e3d-4420-8a8b-3d6ddbb5c639" providerId="ADAL" clId="{0D22C28E-942C-DD49-A2BB-CBA5A88946A4}" dt="2024-07-01T21:24:08.894" v="81" actId="20577"/>
          <ac:spMkLst>
            <pc:docMk/>
            <pc:sldMk cId="1109309712" sldId="278"/>
            <ac:spMk id="2" creationId="{C751FAE1-7405-4B38-B74B-F89BCE06DC04}"/>
          </ac:spMkLst>
        </pc:spChg>
        <pc:spChg chg="mod">
          <ac:chgData name="Jorge Alejandro Bravo Pizarro" userId="866f4d59-4e3d-4420-8a8b-3d6ddbb5c639" providerId="ADAL" clId="{0D22C28E-942C-DD49-A2BB-CBA5A88946A4}" dt="2024-07-01T21:24:16.903" v="83" actId="5793"/>
          <ac:spMkLst>
            <pc:docMk/>
            <pc:sldMk cId="1109309712" sldId="278"/>
            <ac:spMk id="5" creationId="{F43A9CE1-F407-CE86-3FD6-B5D08D9FBF72}"/>
          </ac:spMkLst>
        </pc:spChg>
      </pc:sldChg>
      <pc:sldChg chg="modSp mod">
        <pc:chgData name="Jorge Alejandro Bravo Pizarro" userId="866f4d59-4e3d-4420-8a8b-3d6ddbb5c639" providerId="ADAL" clId="{0D22C28E-942C-DD49-A2BB-CBA5A88946A4}" dt="2024-07-01T21:03:36.591" v="50" actId="255"/>
        <pc:sldMkLst>
          <pc:docMk/>
          <pc:sldMk cId="1670926247" sldId="279"/>
        </pc:sldMkLst>
        <pc:spChg chg="mod">
          <ac:chgData name="Jorge Alejandro Bravo Pizarro" userId="866f4d59-4e3d-4420-8a8b-3d6ddbb5c639" providerId="ADAL" clId="{0D22C28E-942C-DD49-A2BB-CBA5A88946A4}" dt="2024-07-01T21:03:36.591" v="50" actId="255"/>
          <ac:spMkLst>
            <pc:docMk/>
            <pc:sldMk cId="1670926247" sldId="279"/>
            <ac:spMk id="3" creationId="{EBC4473B-B66A-6370-8DF7-C923CE64E4CC}"/>
          </ac:spMkLst>
        </pc:spChg>
      </pc:sldChg>
      <pc:sldChg chg="modSp mod">
        <pc:chgData name="Jorge Alejandro Bravo Pizarro" userId="866f4d59-4e3d-4420-8a8b-3d6ddbb5c639" providerId="ADAL" clId="{0D22C28E-942C-DD49-A2BB-CBA5A88946A4}" dt="2024-07-01T21:30:12.305" v="145" actId="313"/>
        <pc:sldMkLst>
          <pc:docMk/>
          <pc:sldMk cId="1479437693" sldId="280"/>
        </pc:sldMkLst>
        <pc:spChg chg="mod">
          <ac:chgData name="Jorge Alejandro Bravo Pizarro" userId="866f4d59-4e3d-4420-8a8b-3d6ddbb5c639" providerId="ADAL" clId="{0D22C28E-942C-DD49-A2BB-CBA5A88946A4}" dt="2024-07-01T21:30:12.305" v="145" actId="313"/>
          <ac:spMkLst>
            <pc:docMk/>
            <pc:sldMk cId="1479437693" sldId="280"/>
            <ac:spMk id="2" creationId="{C751FAE1-7405-4B38-B74B-F89BCE06DC04}"/>
          </ac:spMkLst>
        </pc:spChg>
        <pc:spChg chg="mod">
          <ac:chgData name="Jorge Alejandro Bravo Pizarro" userId="866f4d59-4e3d-4420-8a8b-3d6ddbb5c639" providerId="ADAL" clId="{0D22C28E-942C-DD49-A2BB-CBA5A88946A4}" dt="2024-07-01T21:25:04.801" v="104" actId="5793"/>
          <ac:spMkLst>
            <pc:docMk/>
            <pc:sldMk cId="1479437693" sldId="280"/>
            <ac:spMk id="6" creationId="{B4CBBC6B-50D5-14C3-DFDB-51947822183E}"/>
          </ac:spMkLst>
        </pc:spChg>
      </pc:sldChg>
      <pc:sldChg chg="addSp delSp modSp mod">
        <pc:chgData name="Jorge Alejandro Bravo Pizarro" userId="866f4d59-4e3d-4420-8a8b-3d6ddbb5c639" providerId="ADAL" clId="{0D22C28E-942C-DD49-A2BB-CBA5A88946A4}" dt="2024-07-01T21:28:59.971" v="133" actId="1076"/>
        <pc:sldMkLst>
          <pc:docMk/>
          <pc:sldMk cId="392080928" sldId="281"/>
        </pc:sldMkLst>
        <pc:spChg chg="add mod">
          <ac:chgData name="Jorge Alejandro Bravo Pizarro" userId="866f4d59-4e3d-4420-8a8b-3d6ddbb5c639" providerId="ADAL" clId="{0D22C28E-942C-DD49-A2BB-CBA5A88946A4}" dt="2024-07-01T21:26:09.196" v="114" actId="20577"/>
          <ac:spMkLst>
            <pc:docMk/>
            <pc:sldMk cId="392080928" sldId="281"/>
            <ac:spMk id="2" creationId="{21CD6FA4-1DB3-50C2-FA04-BEC5359566A3}"/>
          </ac:spMkLst>
        </pc:spChg>
        <pc:picChg chg="add mod">
          <ac:chgData name="Jorge Alejandro Bravo Pizarro" userId="866f4d59-4e3d-4420-8a8b-3d6ddbb5c639" providerId="ADAL" clId="{0D22C28E-942C-DD49-A2BB-CBA5A88946A4}" dt="2024-07-01T21:28:59.971" v="133" actId="1076"/>
          <ac:picMkLst>
            <pc:docMk/>
            <pc:sldMk cId="392080928" sldId="281"/>
            <ac:picMk id="4" creationId="{4BFAA49D-5125-0DCA-FE41-04AF7CCAB3E8}"/>
          </ac:picMkLst>
        </pc:picChg>
        <pc:picChg chg="del">
          <ac:chgData name="Jorge Alejandro Bravo Pizarro" userId="866f4d59-4e3d-4420-8a8b-3d6ddbb5c639" providerId="ADAL" clId="{0D22C28E-942C-DD49-A2BB-CBA5A88946A4}" dt="2024-07-01T21:28:54.682" v="129" actId="478"/>
          <ac:picMkLst>
            <pc:docMk/>
            <pc:sldMk cId="392080928" sldId="281"/>
            <ac:picMk id="8" creationId="{13407279-9DA8-E7E0-94EA-E5AAA4090654}"/>
          </ac:picMkLst>
        </pc:picChg>
      </pc:sldChg>
      <pc:sldChg chg="modSp mod">
        <pc:chgData name="Jorge Alejandro Bravo Pizarro" userId="866f4d59-4e3d-4420-8a8b-3d6ddbb5c639" providerId="ADAL" clId="{0D22C28E-942C-DD49-A2BB-CBA5A88946A4}" dt="2024-07-01T21:21:47.592" v="57" actId="14100"/>
        <pc:sldMkLst>
          <pc:docMk/>
          <pc:sldMk cId="2005921579" sldId="282"/>
        </pc:sldMkLst>
        <pc:spChg chg="mod">
          <ac:chgData name="Jorge Alejandro Bravo Pizarro" userId="866f4d59-4e3d-4420-8a8b-3d6ddbb5c639" providerId="ADAL" clId="{0D22C28E-942C-DD49-A2BB-CBA5A88946A4}" dt="2024-07-01T21:21:47.592" v="57" actId="14100"/>
          <ac:spMkLst>
            <pc:docMk/>
            <pc:sldMk cId="2005921579" sldId="282"/>
            <ac:spMk id="3" creationId="{2E6373AF-7F77-232F-FD10-9640D74453A6}"/>
          </ac:spMkLst>
        </pc:spChg>
      </pc:sldChg>
      <pc:sldChg chg="modSp mod">
        <pc:chgData name="Jorge Alejandro Bravo Pizarro" userId="866f4d59-4e3d-4420-8a8b-3d6ddbb5c639" providerId="ADAL" clId="{0D22C28E-942C-DD49-A2BB-CBA5A88946A4}" dt="2024-07-01T21:37:32.135" v="226" actId="27636"/>
        <pc:sldMkLst>
          <pc:docMk/>
          <pc:sldMk cId="2245647372" sldId="292"/>
        </pc:sldMkLst>
        <pc:spChg chg="mod">
          <ac:chgData name="Jorge Alejandro Bravo Pizarro" userId="866f4d59-4e3d-4420-8a8b-3d6ddbb5c639" providerId="ADAL" clId="{0D22C28E-942C-DD49-A2BB-CBA5A88946A4}" dt="2024-07-01T21:37:32.135" v="226" actId="27636"/>
          <ac:spMkLst>
            <pc:docMk/>
            <pc:sldMk cId="2245647372" sldId="292"/>
            <ac:spMk id="3" creationId="{2E6373AF-7F77-232F-FD10-9640D74453A6}"/>
          </ac:spMkLst>
        </pc:spChg>
      </pc:sldChg>
      <pc:sldChg chg="addSp delSp modSp mod">
        <pc:chgData name="Jorge Alejandro Bravo Pizarro" userId="866f4d59-4e3d-4420-8a8b-3d6ddbb5c639" providerId="ADAL" clId="{0D22C28E-942C-DD49-A2BB-CBA5A88946A4}" dt="2024-07-01T21:40:15.694" v="240" actId="1076"/>
        <pc:sldMkLst>
          <pc:docMk/>
          <pc:sldMk cId="3230792800" sldId="293"/>
        </pc:sldMkLst>
        <pc:spChg chg="add mod">
          <ac:chgData name="Jorge Alejandro Bravo Pizarro" userId="866f4d59-4e3d-4420-8a8b-3d6ddbb5c639" providerId="ADAL" clId="{0D22C28E-942C-DD49-A2BB-CBA5A88946A4}" dt="2024-07-01T21:39:06.610" v="235" actId="20577"/>
          <ac:spMkLst>
            <pc:docMk/>
            <pc:sldMk cId="3230792800" sldId="293"/>
            <ac:spMk id="2" creationId="{6D618EFF-B551-589D-3E59-6B42B48CC228}"/>
          </ac:spMkLst>
        </pc:spChg>
        <pc:spChg chg="del">
          <ac:chgData name="Jorge Alejandro Bravo Pizarro" userId="866f4d59-4e3d-4420-8a8b-3d6ddbb5c639" providerId="ADAL" clId="{0D22C28E-942C-DD49-A2BB-CBA5A88946A4}" dt="2024-07-01T21:40:09.556" v="236" actId="478"/>
          <ac:spMkLst>
            <pc:docMk/>
            <pc:sldMk cId="3230792800" sldId="293"/>
            <ac:spMk id="9" creationId="{56C892E5-6F56-736C-702C-5AEAB0641067}"/>
          </ac:spMkLst>
        </pc:spChg>
        <pc:picChg chg="add mod">
          <ac:chgData name="Jorge Alejandro Bravo Pizarro" userId="866f4d59-4e3d-4420-8a8b-3d6ddbb5c639" providerId="ADAL" clId="{0D22C28E-942C-DD49-A2BB-CBA5A88946A4}" dt="2024-07-01T21:40:15.694" v="240" actId="1076"/>
          <ac:picMkLst>
            <pc:docMk/>
            <pc:sldMk cId="3230792800" sldId="293"/>
            <ac:picMk id="4" creationId="{AA3C5BFD-E6B5-A220-6594-AB79D220A11E}"/>
          </ac:picMkLst>
        </pc:picChg>
      </pc:sldChg>
      <pc:sldChg chg="addSp delSp modSp mod">
        <pc:chgData name="Jorge Alejandro Bravo Pizarro" userId="866f4d59-4e3d-4420-8a8b-3d6ddbb5c639" providerId="ADAL" clId="{0D22C28E-942C-DD49-A2BB-CBA5A88946A4}" dt="2024-07-01T21:42:23.885" v="268" actId="14100"/>
        <pc:sldMkLst>
          <pc:docMk/>
          <pc:sldMk cId="1428675475" sldId="294"/>
        </pc:sldMkLst>
        <pc:spChg chg="add mod">
          <ac:chgData name="Jorge Alejandro Bravo Pizarro" userId="866f4d59-4e3d-4420-8a8b-3d6ddbb5c639" providerId="ADAL" clId="{0D22C28E-942C-DD49-A2BB-CBA5A88946A4}" dt="2024-07-01T21:42:06.576" v="264" actId="20577"/>
          <ac:spMkLst>
            <pc:docMk/>
            <pc:sldMk cId="1428675475" sldId="294"/>
            <ac:spMk id="2" creationId="{C2D7CC36-69DA-1FBA-E97C-8DF7C1580CDC}"/>
          </ac:spMkLst>
        </pc:spChg>
        <pc:spChg chg="del">
          <ac:chgData name="Jorge Alejandro Bravo Pizarro" userId="866f4d59-4e3d-4420-8a8b-3d6ddbb5c639" providerId="ADAL" clId="{0D22C28E-942C-DD49-A2BB-CBA5A88946A4}" dt="2024-07-01T21:42:18.909" v="265" actId="478"/>
          <ac:spMkLst>
            <pc:docMk/>
            <pc:sldMk cId="1428675475" sldId="294"/>
            <ac:spMk id="9" creationId="{512FB74B-EF0F-FAEB-016B-2097D8B59E2C}"/>
          </ac:spMkLst>
        </pc:spChg>
        <pc:picChg chg="add mod">
          <ac:chgData name="Jorge Alejandro Bravo Pizarro" userId="866f4d59-4e3d-4420-8a8b-3d6ddbb5c639" providerId="ADAL" clId="{0D22C28E-942C-DD49-A2BB-CBA5A88946A4}" dt="2024-07-01T21:42:23.885" v="268" actId="14100"/>
          <ac:picMkLst>
            <pc:docMk/>
            <pc:sldMk cId="1428675475" sldId="294"/>
            <ac:picMk id="4" creationId="{F159647B-E25B-C2E5-5FCE-4BB6B9932423}"/>
          </ac:picMkLst>
        </pc:picChg>
      </pc:sldChg>
      <pc:sldChg chg="addSp delSp modSp mod">
        <pc:chgData name="Jorge Alejandro Bravo Pizarro" userId="866f4d59-4e3d-4420-8a8b-3d6ddbb5c639" providerId="ADAL" clId="{0D22C28E-942C-DD49-A2BB-CBA5A88946A4}" dt="2024-07-01T21:45:07.119" v="344"/>
        <pc:sldMkLst>
          <pc:docMk/>
          <pc:sldMk cId="1786740048" sldId="295"/>
        </pc:sldMkLst>
        <pc:spChg chg="mod">
          <ac:chgData name="Jorge Alejandro Bravo Pizarro" userId="866f4d59-4e3d-4420-8a8b-3d6ddbb5c639" providerId="ADAL" clId="{0D22C28E-942C-DD49-A2BB-CBA5A88946A4}" dt="2024-07-01T21:43:47.445" v="286" actId="20577"/>
          <ac:spMkLst>
            <pc:docMk/>
            <pc:sldMk cId="1786740048" sldId="295"/>
            <ac:spMk id="2" creationId="{C751FAE1-7405-4B38-B74B-F89BCE06DC04}"/>
          </ac:spMkLst>
        </pc:spChg>
        <pc:spChg chg="del mod">
          <ac:chgData name="Jorge Alejandro Bravo Pizarro" userId="866f4d59-4e3d-4420-8a8b-3d6ddbb5c639" providerId="ADAL" clId="{0D22C28E-942C-DD49-A2BB-CBA5A88946A4}" dt="2024-07-01T21:43:49.291" v="287" actId="478"/>
          <ac:spMkLst>
            <pc:docMk/>
            <pc:sldMk cId="1786740048" sldId="295"/>
            <ac:spMk id="6" creationId="{9EF6F3B9-9BBB-254A-A461-F767AEA5B256}"/>
          </ac:spMkLst>
        </pc:spChg>
        <pc:graphicFrameChg chg="add mod modGraphic">
          <ac:chgData name="Jorge Alejandro Bravo Pizarro" userId="866f4d59-4e3d-4420-8a8b-3d6ddbb5c639" providerId="ADAL" clId="{0D22C28E-942C-DD49-A2BB-CBA5A88946A4}" dt="2024-07-01T21:45:07.119" v="344"/>
          <ac:graphicFrameMkLst>
            <pc:docMk/>
            <pc:sldMk cId="1786740048" sldId="295"/>
            <ac:graphicFrameMk id="4" creationId="{72669C72-4B36-B599-C47B-D78512264003}"/>
          </ac:graphicFrameMkLst>
        </pc:graphicFrameChg>
      </pc:sldChg>
      <pc:sldChg chg="addSp delSp modSp mod">
        <pc:chgData name="Jorge Alejandro Bravo Pizarro" userId="866f4d59-4e3d-4420-8a8b-3d6ddbb5c639" providerId="ADAL" clId="{0D22C28E-942C-DD49-A2BB-CBA5A88946A4}" dt="2024-07-01T21:47:50.214" v="390" actId="14100"/>
        <pc:sldMkLst>
          <pc:docMk/>
          <pc:sldMk cId="2667740606" sldId="296"/>
        </pc:sldMkLst>
        <pc:spChg chg="mod">
          <ac:chgData name="Jorge Alejandro Bravo Pizarro" userId="866f4d59-4e3d-4420-8a8b-3d6ddbb5c639" providerId="ADAL" clId="{0D22C28E-942C-DD49-A2BB-CBA5A88946A4}" dt="2024-07-01T21:47:07.065" v="386" actId="20577"/>
          <ac:spMkLst>
            <pc:docMk/>
            <pc:sldMk cId="2667740606" sldId="296"/>
            <ac:spMk id="2" creationId="{C751FAE1-7405-4B38-B74B-F89BCE06DC04}"/>
          </ac:spMkLst>
        </pc:spChg>
        <pc:spChg chg="del">
          <ac:chgData name="Jorge Alejandro Bravo Pizarro" userId="866f4d59-4e3d-4420-8a8b-3d6ddbb5c639" providerId="ADAL" clId="{0D22C28E-942C-DD49-A2BB-CBA5A88946A4}" dt="2024-07-01T21:47:43.256" v="387" actId="478"/>
          <ac:spMkLst>
            <pc:docMk/>
            <pc:sldMk cId="2667740606" sldId="296"/>
            <ac:spMk id="6" creationId="{9EF6F3B9-9BBB-254A-A461-F767AEA5B256}"/>
          </ac:spMkLst>
        </pc:spChg>
        <pc:picChg chg="add mod">
          <ac:chgData name="Jorge Alejandro Bravo Pizarro" userId="866f4d59-4e3d-4420-8a8b-3d6ddbb5c639" providerId="ADAL" clId="{0D22C28E-942C-DD49-A2BB-CBA5A88946A4}" dt="2024-07-01T21:47:50.214" v="390" actId="14100"/>
          <ac:picMkLst>
            <pc:docMk/>
            <pc:sldMk cId="2667740606" sldId="296"/>
            <ac:picMk id="4" creationId="{613FFD1F-0077-01EB-152C-7B7CF9D43FCA}"/>
          </ac:picMkLst>
        </pc:picChg>
      </pc:sldChg>
      <pc:sldChg chg="addSp delSp modSp mod">
        <pc:chgData name="Jorge Alejandro Bravo Pizarro" userId="866f4d59-4e3d-4420-8a8b-3d6ddbb5c639" providerId="ADAL" clId="{0D22C28E-942C-DD49-A2BB-CBA5A88946A4}" dt="2024-07-01T21:46:39.315" v="376" actId="14100"/>
        <pc:sldMkLst>
          <pc:docMk/>
          <pc:sldMk cId="3599458671" sldId="297"/>
        </pc:sldMkLst>
        <pc:spChg chg="mod">
          <ac:chgData name="Jorge Alejandro Bravo Pizarro" userId="866f4d59-4e3d-4420-8a8b-3d6ddbb5c639" providerId="ADAL" clId="{0D22C28E-942C-DD49-A2BB-CBA5A88946A4}" dt="2024-07-01T21:45:58.044" v="372" actId="20577"/>
          <ac:spMkLst>
            <pc:docMk/>
            <pc:sldMk cId="3599458671" sldId="297"/>
            <ac:spMk id="2" creationId="{C751FAE1-7405-4B38-B74B-F89BCE06DC04}"/>
          </ac:spMkLst>
        </pc:spChg>
        <pc:spChg chg="del">
          <ac:chgData name="Jorge Alejandro Bravo Pizarro" userId="866f4d59-4e3d-4420-8a8b-3d6ddbb5c639" providerId="ADAL" clId="{0D22C28E-942C-DD49-A2BB-CBA5A88946A4}" dt="2024-07-01T21:46:34.496" v="373" actId="478"/>
          <ac:spMkLst>
            <pc:docMk/>
            <pc:sldMk cId="3599458671" sldId="297"/>
            <ac:spMk id="6" creationId="{9EF6F3B9-9BBB-254A-A461-F767AEA5B256}"/>
          </ac:spMkLst>
        </pc:spChg>
        <pc:picChg chg="add mod">
          <ac:chgData name="Jorge Alejandro Bravo Pizarro" userId="866f4d59-4e3d-4420-8a8b-3d6ddbb5c639" providerId="ADAL" clId="{0D22C28E-942C-DD49-A2BB-CBA5A88946A4}" dt="2024-07-01T21:46:39.315" v="376" actId="14100"/>
          <ac:picMkLst>
            <pc:docMk/>
            <pc:sldMk cId="3599458671" sldId="297"/>
            <ac:picMk id="4" creationId="{41DA90EA-A865-76AA-C6C5-B4925A5D30BE}"/>
          </ac:picMkLst>
        </pc:picChg>
      </pc:sldChg>
      <pc:sldChg chg="addSp delSp modSp mod">
        <pc:chgData name="Jorge Alejandro Bravo Pizarro" userId="866f4d59-4e3d-4420-8a8b-3d6ddbb5c639" providerId="ADAL" clId="{0D22C28E-942C-DD49-A2BB-CBA5A88946A4}" dt="2024-07-01T21:58:00.739" v="473" actId="14100"/>
        <pc:sldMkLst>
          <pc:docMk/>
          <pc:sldMk cId="3266592207" sldId="298"/>
        </pc:sldMkLst>
        <pc:spChg chg="add mod">
          <ac:chgData name="Jorge Alejandro Bravo Pizarro" userId="866f4d59-4e3d-4420-8a8b-3d6ddbb5c639" providerId="ADAL" clId="{0D22C28E-942C-DD49-A2BB-CBA5A88946A4}" dt="2024-07-01T21:55:37.406" v="461" actId="20577"/>
          <ac:spMkLst>
            <pc:docMk/>
            <pc:sldMk cId="3266592207" sldId="298"/>
            <ac:spMk id="2" creationId="{E1A72CEC-77C2-5598-F7CC-4B197A3CFCBC}"/>
          </ac:spMkLst>
        </pc:spChg>
        <pc:spChg chg="mod">
          <ac:chgData name="Jorge Alejandro Bravo Pizarro" userId="866f4d59-4e3d-4420-8a8b-3d6ddbb5c639" providerId="ADAL" clId="{0D22C28E-942C-DD49-A2BB-CBA5A88946A4}" dt="2024-07-01T21:55:39.746" v="468" actId="20577"/>
          <ac:spMkLst>
            <pc:docMk/>
            <pc:sldMk cId="3266592207" sldId="298"/>
            <ac:spMk id="8" creationId="{B433CB91-BB23-9540-1131-FE9EAC635DFC}"/>
          </ac:spMkLst>
        </pc:spChg>
        <pc:picChg chg="del">
          <ac:chgData name="Jorge Alejandro Bravo Pizarro" userId="866f4d59-4e3d-4420-8a8b-3d6ddbb5c639" providerId="ADAL" clId="{0D22C28E-942C-DD49-A2BB-CBA5A88946A4}" dt="2024-07-01T21:57:52.239" v="469" actId="478"/>
          <ac:picMkLst>
            <pc:docMk/>
            <pc:sldMk cId="3266592207" sldId="298"/>
            <ac:picMk id="4" creationId="{993393E0-D92B-9AF5-A7B4-8317D89EC9FA}"/>
          </ac:picMkLst>
        </pc:picChg>
        <pc:picChg chg="add mod">
          <ac:chgData name="Jorge Alejandro Bravo Pizarro" userId="866f4d59-4e3d-4420-8a8b-3d6ddbb5c639" providerId="ADAL" clId="{0D22C28E-942C-DD49-A2BB-CBA5A88946A4}" dt="2024-07-01T21:58:00.739" v="473" actId="14100"/>
          <ac:picMkLst>
            <pc:docMk/>
            <pc:sldMk cId="3266592207" sldId="298"/>
            <ac:picMk id="5" creationId="{3F8B23E5-88AD-5D02-0AE8-6C261541A76D}"/>
          </ac:picMkLst>
        </pc:picChg>
      </pc:sldChg>
      <pc:sldChg chg="addSp delSp modSp mod">
        <pc:chgData name="Jorge Alejandro Bravo Pizarro" userId="866f4d59-4e3d-4420-8a8b-3d6ddbb5c639" providerId="ADAL" clId="{0D22C28E-942C-DD49-A2BB-CBA5A88946A4}" dt="2024-07-01T21:51:54.312" v="422" actId="14100"/>
        <pc:sldMkLst>
          <pc:docMk/>
          <pc:sldMk cId="1749751713" sldId="299"/>
        </pc:sldMkLst>
        <pc:spChg chg="mod">
          <ac:chgData name="Jorge Alejandro Bravo Pizarro" userId="866f4d59-4e3d-4420-8a8b-3d6ddbb5c639" providerId="ADAL" clId="{0D22C28E-942C-DD49-A2BB-CBA5A88946A4}" dt="2024-07-01T21:51:44.062" v="418" actId="20577"/>
          <ac:spMkLst>
            <pc:docMk/>
            <pc:sldMk cId="1749751713" sldId="299"/>
            <ac:spMk id="2" creationId="{C751FAE1-7405-4B38-B74B-F89BCE06DC04}"/>
          </ac:spMkLst>
        </pc:spChg>
        <pc:spChg chg="del">
          <ac:chgData name="Jorge Alejandro Bravo Pizarro" userId="866f4d59-4e3d-4420-8a8b-3d6ddbb5c639" providerId="ADAL" clId="{0D22C28E-942C-DD49-A2BB-CBA5A88946A4}" dt="2024-07-01T21:51:46.412" v="419" actId="478"/>
          <ac:spMkLst>
            <pc:docMk/>
            <pc:sldMk cId="1749751713" sldId="299"/>
            <ac:spMk id="6" creationId="{9EF6F3B9-9BBB-254A-A461-F767AEA5B256}"/>
          </ac:spMkLst>
        </pc:spChg>
        <pc:picChg chg="add mod">
          <ac:chgData name="Jorge Alejandro Bravo Pizarro" userId="866f4d59-4e3d-4420-8a8b-3d6ddbb5c639" providerId="ADAL" clId="{0D22C28E-942C-DD49-A2BB-CBA5A88946A4}" dt="2024-07-01T21:51:54.312" v="422" actId="14100"/>
          <ac:picMkLst>
            <pc:docMk/>
            <pc:sldMk cId="1749751713" sldId="299"/>
            <ac:picMk id="4" creationId="{5E5CCBAC-CD94-184F-AAEB-FD048333455E}"/>
          </ac:picMkLst>
        </pc:picChg>
      </pc:sldChg>
      <pc:sldChg chg="modSp mod ord">
        <pc:chgData name="Jorge Alejandro Bravo Pizarro" userId="866f4d59-4e3d-4420-8a8b-3d6ddbb5c639" providerId="ADAL" clId="{0D22C28E-942C-DD49-A2BB-CBA5A88946A4}" dt="2024-07-01T21:48:26.010" v="396" actId="14100"/>
        <pc:sldMkLst>
          <pc:docMk/>
          <pc:sldMk cId="2541130169" sldId="300"/>
        </pc:sldMkLst>
        <pc:spChg chg="mod">
          <ac:chgData name="Jorge Alejandro Bravo Pizarro" userId="866f4d59-4e3d-4420-8a8b-3d6ddbb5c639" providerId="ADAL" clId="{0D22C28E-942C-DD49-A2BB-CBA5A88946A4}" dt="2024-07-01T21:48:26.010" v="396" actId="14100"/>
          <ac:spMkLst>
            <pc:docMk/>
            <pc:sldMk cId="2541130169" sldId="300"/>
            <ac:spMk id="3" creationId="{2E6373AF-7F77-232F-FD10-9640D74453A6}"/>
          </ac:spMkLst>
        </pc:spChg>
      </pc:sldChg>
      <pc:sldChg chg="addSp modSp mod ord">
        <pc:chgData name="Jorge Alejandro Bravo Pizarro" userId="866f4d59-4e3d-4420-8a8b-3d6ddbb5c639" providerId="ADAL" clId="{0D22C28E-942C-DD49-A2BB-CBA5A88946A4}" dt="2024-07-01T21:54:44.260" v="459" actId="255"/>
        <pc:sldMkLst>
          <pc:docMk/>
          <pc:sldMk cId="1905734060" sldId="301"/>
        </pc:sldMkLst>
        <pc:spChg chg="add mod">
          <ac:chgData name="Jorge Alejandro Bravo Pizarro" userId="866f4d59-4e3d-4420-8a8b-3d6ddbb5c639" providerId="ADAL" clId="{0D22C28E-942C-DD49-A2BB-CBA5A88946A4}" dt="2024-07-01T21:53:56.121" v="439" actId="20577"/>
          <ac:spMkLst>
            <pc:docMk/>
            <pc:sldMk cId="1905734060" sldId="301"/>
            <ac:spMk id="2" creationId="{08156A48-075D-2A61-1E9C-5109221D9937}"/>
          </ac:spMkLst>
        </pc:spChg>
        <pc:spChg chg="mod">
          <ac:chgData name="Jorge Alejandro Bravo Pizarro" userId="866f4d59-4e3d-4420-8a8b-3d6ddbb5c639" providerId="ADAL" clId="{0D22C28E-942C-DD49-A2BB-CBA5A88946A4}" dt="2024-07-01T21:54:44.260" v="459" actId="255"/>
          <ac:spMkLst>
            <pc:docMk/>
            <pc:sldMk cId="1905734060" sldId="301"/>
            <ac:spMk id="6" creationId="{9EF6F3B9-9BBB-254A-A461-F767AEA5B256}"/>
          </ac:spMkLst>
        </pc:spChg>
      </pc:sldChg>
      <pc:sldChg chg="del">
        <pc:chgData name="Jorge Alejandro Bravo Pizarro" userId="866f4d59-4e3d-4420-8a8b-3d6ddbb5c639" providerId="ADAL" clId="{0D22C28E-942C-DD49-A2BB-CBA5A88946A4}" dt="2024-07-01T22:00:15.358" v="512" actId="2696"/>
        <pc:sldMkLst>
          <pc:docMk/>
          <pc:sldMk cId="1957428711" sldId="302"/>
        </pc:sldMkLst>
      </pc:sldChg>
      <pc:sldChg chg="del">
        <pc:chgData name="Jorge Alejandro Bravo Pizarro" userId="866f4d59-4e3d-4420-8a8b-3d6ddbb5c639" providerId="ADAL" clId="{0D22C28E-942C-DD49-A2BB-CBA5A88946A4}" dt="2024-07-01T22:00:15.358" v="512" actId="2696"/>
        <pc:sldMkLst>
          <pc:docMk/>
          <pc:sldMk cId="3825653814" sldId="303"/>
        </pc:sldMkLst>
      </pc:sldChg>
      <pc:sldChg chg="del">
        <pc:chgData name="Jorge Alejandro Bravo Pizarro" userId="866f4d59-4e3d-4420-8a8b-3d6ddbb5c639" providerId="ADAL" clId="{0D22C28E-942C-DD49-A2BB-CBA5A88946A4}" dt="2024-07-01T22:00:15.358" v="512" actId="2696"/>
        <pc:sldMkLst>
          <pc:docMk/>
          <pc:sldMk cId="3953867211" sldId="304"/>
        </pc:sldMkLst>
      </pc:sldChg>
      <pc:sldChg chg="del">
        <pc:chgData name="Jorge Alejandro Bravo Pizarro" userId="866f4d59-4e3d-4420-8a8b-3d6ddbb5c639" providerId="ADAL" clId="{0D22C28E-942C-DD49-A2BB-CBA5A88946A4}" dt="2024-07-01T22:00:15.358" v="512" actId="2696"/>
        <pc:sldMkLst>
          <pc:docMk/>
          <pc:sldMk cId="473134587" sldId="305"/>
        </pc:sldMkLst>
      </pc:sldChg>
      <pc:sldChg chg="del">
        <pc:chgData name="Jorge Alejandro Bravo Pizarro" userId="866f4d59-4e3d-4420-8a8b-3d6ddbb5c639" providerId="ADAL" clId="{0D22C28E-942C-DD49-A2BB-CBA5A88946A4}" dt="2024-07-01T22:00:15.358" v="512" actId="2696"/>
        <pc:sldMkLst>
          <pc:docMk/>
          <pc:sldMk cId="994407970" sldId="306"/>
        </pc:sldMkLst>
      </pc:sldChg>
      <pc:sldChg chg="del">
        <pc:chgData name="Jorge Alejandro Bravo Pizarro" userId="866f4d59-4e3d-4420-8a8b-3d6ddbb5c639" providerId="ADAL" clId="{0D22C28E-942C-DD49-A2BB-CBA5A88946A4}" dt="2024-07-01T22:00:15.358" v="512" actId="2696"/>
        <pc:sldMkLst>
          <pc:docMk/>
          <pc:sldMk cId="3762818305" sldId="307"/>
        </pc:sldMkLst>
      </pc:sldChg>
      <pc:sldChg chg="del">
        <pc:chgData name="Jorge Alejandro Bravo Pizarro" userId="866f4d59-4e3d-4420-8a8b-3d6ddbb5c639" providerId="ADAL" clId="{0D22C28E-942C-DD49-A2BB-CBA5A88946A4}" dt="2024-07-01T22:00:15.358" v="512" actId="2696"/>
        <pc:sldMkLst>
          <pc:docMk/>
          <pc:sldMk cId="955684815" sldId="308"/>
        </pc:sldMkLst>
      </pc:sldChg>
      <pc:sldChg chg="del">
        <pc:chgData name="Jorge Alejandro Bravo Pizarro" userId="866f4d59-4e3d-4420-8a8b-3d6ddbb5c639" providerId="ADAL" clId="{0D22C28E-942C-DD49-A2BB-CBA5A88946A4}" dt="2024-07-01T22:00:15.358" v="512" actId="2696"/>
        <pc:sldMkLst>
          <pc:docMk/>
          <pc:sldMk cId="2639570052" sldId="309"/>
        </pc:sldMkLst>
      </pc:sldChg>
      <pc:sldChg chg="addSp delSp modSp add mod">
        <pc:chgData name="Jorge Alejandro Bravo Pizarro" userId="866f4d59-4e3d-4420-8a8b-3d6ddbb5c639" providerId="ADAL" clId="{0D22C28E-942C-DD49-A2BB-CBA5A88946A4}" dt="2024-07-01T21:29:24.313" v="137" actId="14100"/>
        <pc:sldMkLst>
          <pc:docMk/>
          <pc:sldMk cId="751700502" sldId="310"/>
        </pc:sldMkLst>
        <pc:spChg chg="mod">
          <ac:chgData name="Jorge Alejandro Bravo Pizarro" userId="866f4d59-4e3d-4420-8a8b-3d6ddbb5c639" providerId="ADAL" clId="{0D22C28E-942C-DD49-A2BB-CBA5A88946A4}" dt="2024-07-01T21:26:14.902" v="128" actId="20577"/>
          <ac:spMkLst>
            <pc:docMk/>
            <pc:sldMk cId="751700502" sldId="310"/>
            <ac:spMk id="2" creationId="{21CD6FA4-1DB3-50C2-FA04-BEC5359566A3}"/>
          </ac:spMkLst>
        </pc:spChg>
        <pc:picChg chg="add mod">
          <ac:chgData name="Jorge Alejandro Bravo Pizarro" userId="866f4d59-4e3d-4420-8a8b-3d6ddbb5c639" providerId="ADAL" clId="{0D22C28E-942C-DD49-A2BB-CBA5A88946A4}" dt="2024-07-01T21:29:24.313" v="137" actId="14100"/>
          <ac:picMkLst>
            <pc:docMk/>
            <pc:sldMk cId="751700502" sldId="310"/>
            <ac:picMk id="4" creationId="{EA7C10B7-9F28-8B4E-47A9-D19F50514B86}"/>
          </ac:picMkLst>
        </pc:picChg>
        <pc:picChg chg="del">
          <ac:chgData name="Jorge Alejandro Bravo Pizarro" userId="866f4d59-4e3d-4420-8a8b-3d6ddbb5c639" providerId="ADAL" clId="{0D22C28E-942C-DD49-A2BB-CBA5A88946A4}" dt="2024-07-01T21:29:07.823" v="134" actId="478"/>
          <ac:picMkLst>
            <pc:docMk/>
            <pc:sldMk cId="751700502" sldId="310"/>
            <ac:picMk id="8" creationId="{13407279-9DA8-E7E0-94EA-E5AAA4090654}"/>
          </ac:picMkLst>
        </pc:picChg>
      </pc:sldChg>
      <pc:sldChg chg="modSp add mod ord">
        <pc:chgData name="Jorge Alejandro Bravo Pizarro" userId="866f4d59-4e3d-4420-8a8b-3d6ddbb5c639" providerId="ADAL" clId="{0D22C28E-942C-DD49-A2BB-CBA5A88946A4}" dt="2024-07-01T21:30:40.766" v="151" actId="255"/>
        <pc:sldMkLst>
          <pc:docMk/>
          <pc:sldMk cId="3304159161" sldId="311"/>
        </pc:sldMkLst>
        <pc:spChg chg="mod">
          <ac:chgData name="Jorge Alejandro Bravo Pizarro" userId="866f4d59-4e3d-4420-8a8b-3d6ddbb5c639" providerId="ADAL" clId="{0D22C28E-942C-DD49-A2BB-CBA5A88946A4}" dt="2024-07-01T21:30:07.368" v="144" actId="20577"/>
          <ac:spMkLst>
            <pc:docMk/>
            <pc:sldMk cId="3304159161" sldId="311"/>
            <ac:spMk id="2" creationId="{C751FAE1-7405-4B38-B74B-F89BCE06DC04}"/>
          </ac:spMkLst>
        </pc:spChg>
        <pc:spChg chg="mod">
          <ac:chgData name="Jorge Alejandro Bravo Pizarro" userId="866f4d59-4e3d-4420-8a8b-3d6ddbb5c639" providerId="ADAL" clId="{0D22C28E-942C-DD49-A2BB-CBA5A88946A4}" dt="2024-07-01T21:30:40.766" v="151" actId="255"/>
          <ac:spMkLst>
            <pc:docMk/>
            <pc:sldMk cId="3304159161" sldId="311"/>
            <ac:spMk id="6" creationId="{B4CBBC6B-50D5-14C3-DFDB-51947822183E}"/>
          </ac:spMkLst>
        </pc:spChg>
      </pc:sldChg>
      <pc:sldChg chg="modSp add mod">
        <pc:chgData name="Jorge Alejandro Bravo Pizarro" userId="866f4d59-4e3d-4420-8a8b-3d6ddbb5c639" providerId="ADAL" clId="{0D22C28E-942C-DD49-A2BB-CBA5A88946A4}" dt="2024-07-01T21:31:40.606" v="179" actId="20577"/>
        <pc:sldMkLst>
          <pc:docMk/>
          <pc:sldMk cId="3527488203" sldId="312"/>
        </pc:sldMkLst>
        <pc:spChg chg="mod">
          <ac:chgData name="Jorge Alejandro Bravo Pizarro" userId="866f4d59-4e3d-4420-8a8b-3d6ddbb5c639" providerId="ADAL" clId="{0D22C28E-942C-DD49-A2BB-CBA5A88946A4}" dt="2024-07-01T21:31:21.581" v="172" actId="20577"/>
          <ac:spMkLst>
            <pc:docMk/>
            <pc:sldMk cId="3527488203" sldId="312"/>
            <ac:spMk id="2" creationId="{C751FAE1-7405-4B38-B74B-F89BCE06DC04}"/>
          </ac:spMkLst>
        </pc:spChg>
        <pc:spChg chg="mod">
          <ac:chgData name="Jorge Alejandro Bravo Pizarro" userId="866f4d59-4e3d-4420-8a8b-3d6ddbb5c639" providerId="ADAL" clId="{0D22C28E-942C-DD49-A2BB-CBA5A88946A4}" dt="2024-07-01T21:31:40.606" v="179" actId="20577"/>
          <ac:spMkLst>
            <pc:docMk/>
            <pc:sldMk cId="3527488203" sldId="312"/>
            <ac:spMk id="6" creationId="{B4CBBC6B-50D5-14C3-DFDB-51947822183E}"/>
          </ac:spMkLst>
        </pc:spChg>
      </pc:sldChg>
      <pc:sldChg chg="modSp add mod">
        <pc:chgData name="Jorge Alejandro Bravo Pizarro" userId="866f4d59-4e3d-4420-8a8b-3d6ddbb5c639" providerId="ADAL" clId="{0D22C28E-942C-DD49-A2BB-CBA5A88946A4}" dt="2024-07-01T21:32:46.119" v="198" actId="255"/>
        <pc:sldMkLst>
          <pc:docMk/>
          <pc:sldMk cId="1877152728" sldId="313"/>
        </pc:sldMkLst>
        <pc:spChg chg="mod">
          <ac:chgData name="Jorge Alejandro Bravo Pizarro" userId="866f4d59-4e3d-4420-8a8b-3d6ddbb5c639" providerId="ADAL" clId="{0D22C28E-942C-DD49-A2BB-CBA5A88946A4}" dt="2024-07-01T21:32:12.986" v="190" actId="20577"/>
          <ac:spMkLst>
            <pc:docMk/>
            <pc:sldMk cId="1877152728" sldId="313"/>
            <ac:spMk id="2" creationId="{C751FAE1-7405-4B38-B74B-F89BCE06DC04}"/>
          </ac:spMkLst>
        </pc:spChg>
        <pc:spChg chg="mod">
          <ac:chgData name="Jorge Alejandro Bravo Pizarro" userId="866f4d59-4e3d-4420-8a8b-3d6ddbb5c639" providerId="ADAL" clId="{0D22C28E-942C-DD49-A2BB-CBA5A88946A4}" dt="2024-07-01T21:32:46.119" v="198" actId="255"/>
          <ac:spMkLst>
            <pc:docMk/>
            <pc:sldMk cId="1877152728" sldId="313"/>
            <ac:spMk id="6" creationId="{B4CBBC6B-50D5-14C3-DFDB-51947822183E}"/>
          </ac:spMkLst>
        </pc:spChg>
      </pc:sldChg>
      <pc:sldChg chg="addSp delSp modSp add mod">
        <pc:chgData name="Jorge Alejandro Bravo Pizarro" userId="866f4d59-4e3d-4420-8a8b-3d6ddbb5c639" providerId="ADAL" clId="{0D22C28E-942C-DD49-A2BB-CBA5A88946A4}" dt="2024-07-01T21:37:12.597" v="223"/>
        <pc:sldMkLst>
          <pc:docMk/>
          <pc:sldMk cId="1733002313" sldId="314"/>
        </pc:sldMkLst>
        <pc:spChg chg="mod">
          <ac:chgData name="Jorge Alejandro Bravo Pizarro" userId="866f4d59-4e3d-4420-8a8b-3d6ddbb5c639" providerId="ADAL" clId="{0D22C28E-942C-DD49-A2BB-CBA5A88946A4}" dt="2024-07-01T21:36:54.251" v="221" actId="20577"/>
          <ac:spMkLst>
            <pc:docMk/>
            <pc:sldMk cId="1733002313" sldId="314"/>
            <ac:spMk id="2" creationId="{C751FAE1-7405-4B38-B74B-F89BCE06DC04}"/>
          </ac:spMkLst>
        </pc:spChg>
        <pc:spChg chg="del">
          <ac:chgData name="Jorge Alejandro Bravo Pizarro" userId="866f4d59-4e3d-4420-8a8b-3d6ddbb5c639" providerId="ADAL" clId="{0D22C28E-942C-DD49-A2BB-CBA5A88946A4}" dt="2024-07-01T21:36:56.460" v="222" actId="478"/>
          <ac:spMkLst>
            <pc:docMk/>
            <pc:sldMk cId="1733002313" sldId="314"/>
            <ac:spMk id="6" creationId="{B4CBBC6B-50D5-14C3-DFDB-51947822183E}"/>
          </ac:spMkLst>
        </pc:spChg>
        <pc:picChg chg="add mod">
          <ac:chgData name="Jorge Alejandro Bravo Pizarro" userId="866f4d59-4e3d-4420-8a8b-3d6ddbb5c639" providerId="ADAL" clId="{0D22C28E-942C-DD49-A2BB-CBA5A88946A4}" dt="2024-07-01T21:37:12.597" v="223"/>
          <ac:picMkLst>
            <pc:docMk/>
            <pc:sldMk cId="1733002313" sldId="314"/>
            <ac:picMk id="4" creationId="{F81691A3-37FB-AB03-476E-D058B4A0CCDD}"/>
          </ac:picMkLst>
        </pc:picChg>
      </pc:sldChg>
      <pc:sldChg chg="add del">
        <pc:chgData name="Jorge Alejandro Bravo Pizarro" userId="866f4d59-4e3d-4420-8a8b-3d6ddbb5c639" providerId="ADAL" clId="{0D22C28E-942C-DD49-A2BB-CBA5A88946A4}" dt="2024-07-01T22:00:15.358" v="512" actId="2696"/>
        <pc:sldMkLst>
          <pc:docMk/>
          <pc:sldMk cId="1131818228" sldId="315"/>
        </pc:sldMkLst>
      </pc:sldChg>
      <pc:sldChg chg="modSp add mod ord">
        <pc:chgData name="Jorge Alejandro Bravo Pizarro" userId="866f4d59-4e3d-4420-8a8b-3d6ddbb5c639" providerId="ADAL" clId="{0D22C28E-942C-DD49-A2BB-CBA5A88946A4}" dt="2024-07-01T21:53:45.578" v="430" actId="27636"/>
        <pc:sldMkLst>
          <pc:docMk/>
          <pc:sldMk cId="1058319137" sldId="316"/>
        </pc:sldMkLst>
        <pc:spChg chg="mod">
          <ac:chgData name="Jorge Alejandro Bravo Pizarro" userId="866f4d59-4e3d-4420-8a8b-3d6ddbb5c639" providerId="ADAL" clId="{0D22C28E-942C-DD49-A2BB-CBA5A88946A4}" dt="2024-07-01T21:53:45.578" v="430" actId="27636"/>
          <ac:spMkLst>
            <pc:docMk/>
            <pc:sldMk cId="1058319137" sldId="316"/>
            <ac:spMk id="3" creationId="{2E6373AF-7F77-232F-FD10-9640D74453A6}"/>
          </ac:spMkLst>
        </pc:spChg>
      </pc:sldChg>
      <pc:sldChg chg="addSp delSp modSp add mod">
        <pc:chgData name="Jorge Alejandro Bravo Pizarro" userId="866f4d59-4e3d-4420-8a8b-3d6ddbb5c639" providerId="ADAL" clId="{0D22C28E-942C-DD49-A2BB-CBA5A88946A4}" dt="2024-07-01T21:59:54.960" v="511" actId="14100"/>
        <pc:sldMkLst>
          <pc:docMk/>
          <pc:sldMk cId="3752291624" sldId="317"/>
        </pc:sldMkLst>
        <pc:spChg chg="mod">
          <ac:chgData name="Jorge Alejandro Bravo Pizarro" userId="866f4d59-4e3d-4420-8a8b-3d6ddbb5c639" providerId="ADAL" clId="{0D22C28E-942C-DD49-A2BB-CBA5A88946A4}" dt="2024-07-01T21:59:09.423" v="507" actId="20577"/>
          <ac:spMkLst>
            <pc:docMk/>
            <pc:sldMk cId="3752291624" sldId="317"/>
            <ac:spMk id="8" creationId="{B433CB91-BB23-9540-1131-FE9EAC635DFC}"/>
          </ac:spMkLst>
        </pc:spChg>
        <pc:picChg chg="add mod">
          <ac:chgData name="Jorge Alejandro Bravo Pizarro" userId="866f4d59-4e3d-4420-8a8b-3d6ddbb5c639" providerId="ADAL" clId="{0D22C28E-942C-DD49-A2BB-CBA5A88946A4}" dt="2024-07-01T21:59:54.960" v="511" actId="14100"/>
          <ac:picMkLst>
            <pc:docMk/>
            <pc:sldMk cId="3752291624" sldId="317"/>
            <ac:picMk id="4" creationId="{DC4DA310-329F-0CE8-A2F2-517C620C55A5}"/>
          </ac:picMkLst>
        </pc:picChg>
        <pc:picChg chg="del">
          <ac:chgData name="Jorge Alejandro Bravo Pizarro" userId="866f4d59-4e3d-4420-8a8b-3d6ddbb5c639" providerId="ADAL" clId="{0D22C28E-942C-DD49-A2BB-CBA5A88946A4}" dt="2024-07-01T21:59:50.526" v="508" actId="478"/>
          <ac:picMkLst>
            <pc:docMk/>
            <pc:sldMk cId="3752291624" sldId="317"/>
            <ac:picMk id="5" creationId="{3F8B23E5-88AD-5D02-0AE8-6C261541A76D}"/>
          </ac:picMkLst>
        </pc:picChg>
      </pc:sldChg>
    </pc:docChg>
  </pc:docChgLst>
  <pc:docChgLst>
    <pc:chgData name="Jorge Alejandro Bravo Pizarro" userId="866f4d59-4e3d-4420-8a8b-3d6ddbb5c639" providerId="ADAL" clId="{C0229028-0062-3943-B1D0-E6F7EC24554D}"/>
    <pc:docChg chg="undo custSel addSld modSld sldOrd">
      <pc:chgData name="Jorge Alejandro Bravo Pizarro" userId="866f4d59-4e3d-4420-8a8b-3d6ddbb5c639" providerId="ADAL" clId="{C0229028-0062-3943-B1D0-E6F7EC24554D}" dt="2024-05-31T23:14:58.158" v="323" actId="20577"/>
      <pc:docMkLst>
        <pc:docMk/>
      </pc:docMkLst>
      <pc:sldChg chg="modSp mod">
        <pc:chgData name="Jorge Alejandro Bravo Pizarro" userId="866f4d59-4e3d-4420-8a8b-3d6ddbb5c639" providerId="ADAL" clId="{C0229028-0062-3943-B1D0-E6F7EC24554D}" dt="2024-05-31T23:04:10.560" v="22" actId="20577"/>
        <pc:sldMkLst>
          <pc:docMk/>
          <pc:sldMk cId="521901380" sldId="273"/>
        </pc:sldMkLst>
        <pc:spChg chg="mod">
          <ac:chgData name="Jorge Alejandro Bravo Pizarro" userId="866f4d59-4e3d-4420-8a8b-3d6ddbb5c639" providerId="ADAL" clId="{C0229028-0062-3943-B1D0-E6F7EC24554D}" dt="2024-05-31T23:04:03.768" v="1" actId="20577"/>
          <ac:spMkLst>
            <pc:docMk/>
            <pc:sldMk cId="521901380" sldId="273"/>
            <ac:spMk id="2" creationId="{F95D1CFC-FA10-DE0A-8844-F2EDBA64721F}"/>
          </ac:spMkLst>
        </pc:spChg>
        <pc:spChg chg="mod">
          <ac:chgData name="Jorge Alejandro Bravo Pizarro" userId="866f4d59-4e3d-4420-8a8b-3d6ddbb5c639" providerId="ADAL" clId="{C0229028-0062-3943-B1D0-E6F7EC24554D}" dt="2024-05-31T23:04:10.560" v="22" actId="20577"/>
          <ac:spMkLst>
            <pc:docMk/>
            <pc:sldMk cId="521901380" sldId="273"/>
            <ac:spMk id="3" creationId="{28DEA359-E0E1-68C6-7B2C-F314A58A191D}"/>
          </ac:spMkLst>
        </pc:spChg>
      </pc:sldChg>
      <pc:sldChg chg="addSp delSp modSp mod">
        <pc:chgData name="Jorge Alejandro Bravo Pizarro" userId="866f4d59-4e3d-4420-8a8b-3d6ddbb5c639" providerId="ADAL" clId="{C0229028-0062-3943-B1D0-E6F7EC24554D}" dt="2024-05-31T23:09:23.571" v="160"/>
        <pc:sldMkLst>
          <pc:docMk/>
          <pc:sldMk cId="1194126263" sldId="276"/>
        </pc:sldMkLst>
        <pc:spChg chg="mod">
          <ac:chgData name="Jorge Alejandro Bravo Pizarro" userId="866f4d59-4e3d-4420-8a8b-3d6ddbb5c639" providerId="ADAL" clId="{C0229028-0062-3943-B1D0-E6F7EC24554D}" dt="2024-05-31T23:09:21.753" v="158" actId="20577"/>
          <ac:spMkLst>
            <pc:docMk/>
            <pc:sldMk cId="1194126263" sldId="276"/>
            <ac:spMk id="2" creationId="{8813DF4C-44D9-8299-DA30-33B06E80ED25}"/>
          </ac:spMkLst>
        </pc:spChg>
        <pc:picChg chg="add mod">
          <ac:chgData name="Jorge Alejandro Bravo Pizarro" userId="866f4d59-4e3d-4420-8a8b-3d6ddbb5c639" providerId="ADAL" clId="{C0229028-0062-3943-B1D0-E6F7EC24554D}" dt="2024-05-31T23:09:23.571" v="160"/>
          <ac:picMkLst>
            <pc:docMk/>
            <pc:sldMk cId="1194126263" sldId="276"/>
            <ac:picMk id="3" creationId="{9DCFFC74-A56C-BFDB-4867-874E09941B4A}"/>
          </ac:picMkLst>
        </pc:picChg>
        <pc:picChg chg="del">
          <ac:chgData name="Jorge Alejandro Bravo Pizarro" userId="866f4d59-4e3d-4420-8a8b-3d6ddbb5c639" providerId="ADAL" clId="{C0229028-0062-3943-B1D0-E6F7EC24554D}" dt="2024-05-31T23:09:23.337" v="159" actId="478"/>
          <ac:picMkLst>
            <pc:docMk/>
            <pc:sldMk cId="1194126263" sldId="276"/>
            <ac:picMk id="6" creationId="{730D6075-A17B-CB29-9607-7E0748701AAF}"/>
          </ac:picMkLst>
        </pc:picChg>
      </pc:sldChg>
      <pc:sldChg chg="modSp mod">
        <pc:chgData name="Jorge Alejandro Bravo Pizarro" userId="866f4d59-4e3d-4420-8a8b-3d6ddbb5c639" providerId="ADAL" clId="{C0229028-0062-3943-B1D0-E6F7EC24554D}" dt="2024-05-31T23:08:44.770" v="113" actId="20577"/>
        <pc:sldMkLst>
          <pc:docMk/>
          <pc:sldMk cId="3367128565" sldId="277"/>
        </pc:sldMkLst>
        <pc:spChg chg="mod">
          <ac:chgData name="Jorge Alejandro Bravo Pizarro" userId="866f4d59-4e3d-4420-8a8b-3d6ddbb5c639" providerId="ADAL" clId="{C0229028-0062-3943-B1D0-E6F7EC24554D}" dt="2024-05-31T23:08:44.770" v="113" actId="20577"/>
          <ac:spMkLst>
            <pc:docMk/>
            <pc:sldMk cId="3367128565" sldId="277"/>
            <ac:spMk id="3" creationId="{07698D47-D3A4-1233-92C0-91D491FC3264}"/>
          </ac:spMkLst>
        </pc:spChg>
      </pc:sldChg>
      <pc:sldChg chg="addSp delSp modSp mod">
        <pc:chgData name="Jorge Alejandro Bravo Pizarro" userId="866f4d59-4e3d-4420-8a8b-3d6ddbb5c639" providerId="ADAL" clId="{C0229028-0062-3943-B1D0-E6F7EC24554D}" dt="2024-05-31T23:09:42.318" v="172"/>
        <pc:sldMkLst>
          <pc:docMk/>
          <pc:sldMk cId="1109309712" sldId="278"/>
        </pc:sldMkLst>
        <pc:spChg chg="mod">
          <ac:chgData name="Jorge Alejandro Bravo Pizarro" userId="866f4d59-4e3d-4420-8a8b-3d6ddbb5c639" providerId="ADAL" clId="{C0229028-0062-3943-B1D0-E6F7EC24554D}" dt="2024-05-31T23:09:28.090" v="170" actId="20577"/>
          <ac:spMkLst>
            <pc:docMk/>
            <pc:sldMk cId="1109309712" sldId="278"/>
            <ac:spMk id="2" creationId="{C751FAE1-7405-4B38-B74B-F89BCE06DC04}"/>
          </ac:spMkLst>
        </pc:spChg>
        <pc:picChg chg="add mod">
          <ac:chgData name="Jorge Alejandro Bravo Pizarro" userId="866f4d59-4e3d-4420-8a8b-3d6ddbb5c639" providerId="ADAL" clId="{C0229028-0062-3943-B1D0-E6F7EC24554D}" dt="2024-05-31T23:09:42.318" v="172"/>
          <ac:picMkLst>
            <pc:docMk/>
            <pc:sldMk cId="1109309712" sldId="278"/>
            <ac:picMk id="3" creationId="{10D78228-5B3C-5E09-00D6-2D50F07D352C}"/>
          </ac:picMkLst>
        </pc:picChg>
        <pc:picChg chg="del">
          <ac:chgData name="Jorge Alejandro Bravo Pizarro" userId="866f4d59-4e3d-4420-8a8b-3d6ddbb5c639" providerId="ADAL" clId="{C0229028-0062-3943-B1D0-E6F7EC24554D}" dt="2024-05-31T23:09:42.096" v="171" actId="478"/>
          <ac:picMkLst>
            <pc:docMk/>
            <pc:sldMk cId="1109309712" sldId="278"/>
            <ac:picMk id="1025" creationId="{00A2ED43-BA0A-3F29-86C6-B645652A097F}"/>
          </ac:picMkLst>
        </pc:picChg>
      </pc:sldChg>
      <pc:sldChg chg="addSp modSp mod">
        <pc:chgData name="Jorge Alejandro Bravo Pizarro" userId="866f4d59-4e3d-4420-8a8b-3d6ddbb5c639" providerId="ADAL" clId="{C0229028-0062-3943-B1D0-E6F7EC24554D}" dt="2024-05-31T23:14:58.158" v="323" actId="20577"/>
        <pc:sldMkLst>
          <pc:docMk/>
          <pc:sldMk cId="1670926247" sldId="279"/>
        </pc:sldMkLst>
        <pc:spChg chg="mod">
          <ac:chgData name="Jorge Alejandro Bravo Pizarro" userId="866f4d59-4e3d-4420-8a8b-3d6ddbb5c639" providerId="ADAL" clId="{C0229028-0062-3943-B1D0-E6F7EC24554D}" dt="2024-05-31T23:06:43.375" v="89" actId="21"/>
          <ac:spMkLst>
            <pc:docMk/>
            <pc:sldMk cId="1670926247" sldId="279"/>
            <ac:spMk id="3" creationId="{EBC4473B-B66A-6370-8DF7-C923CE64E4CC}"/>
          </ac:spMkLst>
        </pc:spChg>
        <pc:spChg chg="add mod">
          <ac:chgData name="Jorge Alejandro Bravo Pizarro" userId="866f4d59-4e3d-4420-8a8b-3d6ddbb5c639" providerId="ADAL" clId="{C0229028-0062-3943-B1D0-E6F7EC24554D}" dt="2024-05-31T23:14:58.158" v="323" actId="20577"/>
          <ac:spMkLst>
            <pc:docMk/>
            <pc:sldMk cId="1670926247" sldId="279"/>
            <ac:spMk id="4" creationId="{D7D6BBB7-9D5A-C948-7FB3-1EFF5F108662}"/>
          </ac:spMkLst>
        </pc:spChg>
        <pc:spChg chg="add mod">
          <ac:chgData name="Jorge Alejandro Bravo Pizarro" userId="866f4d59-4e3d-4420-8a8b-3d6ddbb5c639" providerId="ADAL" clId="{C0229028-0062-3943-B1D0-E6F7EC24554D}" dt="2024-05-31T23:05:57.411" v="69"/>
          <ac:spMkLst>
            <pc:docMk/>
            <pc:sldMk cId="1670926247" sldId="279"/>
            <ac:spMk id="5" creationId="{74DEE65A-419E-568D-5A89-345E5287FCF4}"/>
          </ac:spMkLst>
        </pc:spChg>
      </pc:sldChg>
      <pc:sldChg chg="addSp delSp modSp mod">
        <pc:chgData name="Jorge Alejandro Bravo Pizarro" userId="866f4d59-4e3d-4420-8a8b-3d6ddbb5c639" providerId="ADAL" clId="{C0229028-0062-3943-B1D0-E6F7EC24554D}" dt="2024-05-31T23:10:02.129" v="184"/>
        <pc:sldMkLst>
          <pc:docMk/>
          <pc:sldMk cId="1479437693" sldId="280"/>
        </pc:sldMkLst>
        <pc:spChg chg="mod">
          <ac:chgData name="Jorge Alejandro Bravo Pizarro" userId="866f4d59-4e3d-4420-8a8b-3d6ddbb5c639" providerId="ADAL" clId="{C0229028-0062-3943-B1D0-E6F7EC24554D}" dt="2024-05-31T23:10:00.648" v="182" actId="20577"/>
          <ac:spMkLst>
            <pc:docMk/>
            <pc:sldMk cId="1479437693" sldId="280"/>
            <ac:spMk id="2" creationId="{C751FAE1-7405-4B38-B74B-F89BCE06DC04}"/>
          </ac:spMkLst>
        </pc:spChg>
        <pc:picChg chg="add mod">
          <ac:chgData name="Jorge Alejandro Bravo Pizarro" userId="866f4d59-4e3d-4420-8a8b-3d6ddbb5c639" providerId="ADAL" clId="{C0229028-0062-3943-B1D0-E6F7EC24554D}" dt="2024-05-31T23:10:02.129" v="184"/>
          <ac:picMkLst>
            <pc:docMk/>
            <pc:sldMk cId="1479437693" sldId="280"/>
            <ac:picMk id="4" creationId="{6323627C-C433-98AC-5047-30BE0657E6E3}"/>
          </ac:picMkLst>
        </pc:picChg>
        <pc:picChg chg="del">
          <ac:chgData name="Jorge Alejandro Bravo Pizarro" userId="866f4d59-4e3d-4420-8a8b-3d6ddbb5c639" providerId="ADAL" clId="{C0229028-0062-3943-B1D0-E6F7EC24554D}" dt="2024-05-31T23:10:01.929" v="183" actId="478"/>
          <ac:picMkLst>
            <pc:docMk/>
            <pc:sldMk cId="1479437693" sldId="280"/>
            <ac:picMk id="2049" creationId="{2BD6600F-409F-593B-B86F-C3154C5A3B21}"/>
          </ac:picMkLst>
        </pc:picChg>
      </pc:sldChg>
      <pc:sldChg chg="addSp delSp modSp mod">
        <pc:chgData name="Jorge Alejandro Bravo Pizarro" userId="866f4d59-4e3d-4420-8a8b-3d6ddbb5c639" providerId="ADAL" clId="{C0229028-0062-3943-B1D0-E6F7EC24554D}" dt="2024-05-31T23:10:20.391" v="195"/>
        <pc:sldMkLst>
          <pc:docMk/>
          <pc:sldMk cId="392080928" sldId="281"/>
        </pc:sldMkLst>
        <pc:spChg chg="mod">
          <ac:chgData name="Jorge Alejandro Bravo Pizarro" userId="866f4d59-4e3d-4420-8a8b-3d6ddbb5c639" providerId="ADAL" clId="{C0229028-0062-3943-B1D0-E6F7EC24554D}" dt="2024-05-31T23:10:18.501" v="193" actId="20577"/>
          <ac:spMkLst>
            <pc:docMk/>
            <pc:sldMk cId="392080928" sldId="281"/>
            <ac:spMk id="2" creationId="{C751FAE1-7405-4B38-B74B-F89BCE06DC04}"/>
          </ac:spMkLst>
        </pc:spChg>
        <pc:picChg chg="del">
          <ac:chgData name="Jorge Alejandro Bravo Pizarro" userId="866f4d59-4e3d-4420-8a8b-3d6ddbb5c639" providerId="ADAL" clId="{C0229028-0062-3943-B1D0-E6F7EC24554D}" dt="2024-05-31T23:10:20.125" v="194" actId="478"/>
          <ac:picMkLst>
            <pc:docMk/>
            <pc:sldMk cId="392080928" sldId="281"/>
            <ac:picMk id="4" creationId="{240A3F51-634F-DFBE-5C09-D3508954F1A3}"/>
          </ac:picMkLst>
        </pc:picChg>
        <pc:picChg chg="add mod">
          <ac:chgData name="Jorge Alejandro Bravo Pizarro" userId="866f4d59-4e3d-4420-8a8b-3d6ddbb5c639" providerId="ADAL" clId="{C0229028-0062-3943-B1D0-E6F7EC24554D}" dt="2024-05-31T23:10:20.391" v="195"/>
          <ac:picMkLst>
            <pc:docMk/>
            <pc:sldMk cId="392080928" sldId="281"/>
            <ac:picMk id="5" creationId="{E4E925DC-2066-1FAD-7C14-2D04F18F2971}"/>
          </ac:picMkLst>
        </pc:picChg>
      </pc:sldChg>
      <pc:sldChg chg="modSp mod">
        <pc:chgData name="Jorge Alejandro Bravo Pizarro" userId="866f4d59-4e3d-4420-8a8b-3d6ddbb5c639" providerId="ADAL" clId="{C0229028-0062-3943-B1D0-E6F7EC24554D}" dt="2024-05-31T23:08:56.057" v="147" actId="20577"/>
        <pc:sldMkLst>
          <pc:docMk/>
          <pc:sldMk cId="2005921579" sldId="282"/>
        </pc:sldMkLst>
        <pc:spChg chg="mod">
          <ac:chgData name="Jorge Alejandro Bravo Pizarro" userId="866f4d59-4e3d-4420-8a8b-3d6ddbb5c639" providerId="ADAL" clId="{C0229028-0062-3943-B1D0-E6F7EC24554D}" dt="2024-05-31T23:08:56.057" v="147" actId="20577"/>
          <ac:spMkLst>
            <pc:docMk/>
            <pc:sldMk cId="2005921579" sldId="282"/>
            <ac:spMk id="2" creationId="{CA615B36-A9BA-2032-7BFD-0F564D8B674D}"/>
          </ac:spMkLst>
        </pc:spChg>
        <pc:spChg chg="mod">
          <ac:chgData name="Jorge Alejandro Bravo Pizarro" userId="866f4d59-4e3d-4420-8a8b-3d6ddbb5c639" providerId="ADAL" clId="{C0229028-0062-3943-B1D0-E6F7EC24554D}" dt="2024-05-31T23:08:52.690" v="136" actId="1076"/>
          <ac:spMkLst>
            <pc:docMk/>
            <pc:sldMk cId="2005921579" sldId="282"/>
            <ac:spMk id="3" creationId="{2E6373AF-7F77-232F-FD10-9640D74453A6}"/>
          </ac:spMkLst>
        </pc:spChg>
      </pc:sldChg>
      <pc:sldChg chg="modSp add mod">
        <pc:chgData name="Jorge Alejandro Bravo Pizarro" userId="866f4d59-4e3d-4420-8a8b-3d6ddbb5c639" providerId="ADAL" clId="{C0229028-0062-3943-B1D0-E6F7EC24554D}" dt="2024-05-31T23:08:39.088" v="111" actId="6549"/>
        <pc:sldMkLst>
          <pc:docMk/>
          <pc:sldMk cId="1574201615" sldId="283"/>
        </pc:sldMkLst>
        <pc:spChg chg="mod">
          <ac:chgData name="Jorge Alejandro Bravo Pizarro" userId="866f4d59-4e3d-4420-8a8b-3d6ddbb5c639" providerId="ADAL" clId="{C0229028-0062-3943-B1D0-E6F7EC24554D}" dt="2024-05-31T23:08:39.088" v="111" actId="6549"/>
          <ac:spMkLst>
            <pc:docMk/>
            <pc:sldMk cId="1574201615" sldId="283"/>
            <ac:spMk id="3" creationId="{07698D47-D3A4-1233-92C0-91D491FC3264}"/>
          </ac:spMkLst>
        </pc:spChg>
      </pc:sldChg>
      <pc:sldChg chg="addSp delSp modSp add mod">
        <pc:chgData name="Jorge Alejandro Bravo Pizarro" userId="866f4d59-4e3d-4420-8a8b-3d6ddbb5c639" providerId="ADAL" clId="{C0229028-0062-3943-B1D0-E6F7EC24554D}" dt="2024-05-31T23:10:44.151" v="213"/>
        <pc:sldMkLst>
          <pc:docMk/>
          <pc:sldMk cId="3024081722" sldId="284"/>
        </pc:sldMkLst>
        <pc:spChg chg="mod">
          <ac:chgData name="Jorge Alejandro Bravo Pizarro" userId="866f4d59-4e3d-4420-8a8b-3d6ddbb5c639" providerId="ADAL" clId="{C0229028-0062-3943-B1D0-E6F7EC24554D}" dt="2024-05-31T23:10:42.382" v="211" actId="20577"/>
          <ac:spMkLst>
            <pc:docMk/>
            <pc:sldMk cId="3024081722" sldId="284"/>
            <ac:spMk id="2" creationId="{C751FAE1-7405-4B38-B74B-F89BCE06DC04}"/>
          </ac:spMkLst>
        </pc:spChg>
        <pc:picChg chg="add mod">
          <ac:chgData name="Jorge Alejandro Bravo Pizarro" userId="866f4d59-4e3d-4420-8a8b-3d6ddbb5c639" providerId="ADAL" clId="{C0229028-0062-3943-B1D0-E6F7EC24554D}" dt="2024-05-31T23:10:44.151" v="213"/>
          <ac:picMkLst>
            <pc:docMk/>
            <pc:sldMk cId="3024081722" sldId="284"/>
            <ac:picMk id="4" creationId="{94B78D39-2F35-2144-1587-5E90AFBB29BA}"/>
          </ac:picMkLst>
        </pc:picChg>
        <pc:picChg chg="del">
          <ac:chgData name="Jorge Alejandro Bravo Pizarro" userId="866f4d59-4e3d-4420-8a8b-3d6ddbb5c639" providerId="ADAL" clId="{C0229028-0062-3943-B1D0-E6F7EC24554D}" dt="2024-05-31T23:10:43.916" v="212" actId="478"/>
          <ac:picMkLst>
            <pc:docMk/>
            <pc:sldMk cId="3024081722" sldId="284"/>
            <ac:picMk id="5" creationId="{E4E925DC-2066-1FAD-7C14-2D04F18F2971}"/>
          </ac:picMkLst>
        </pc:picChg>
      </pc:sldChg>
      <pc:sldChg chg="addSp delSp modSp add mod">
        <pc:chgData name="Jorge Alejandro Bravo Pizarro" userId="866f4d59-4e3d-4420-8a8b-3d6ddbb5c639" providerId="ADAL" clId="{C0229028-0062-3943-B1D0-E6F7EC24554D}" dt="2024-05-31T23:11:15.089" v="227"/>
        <pc:sldMkLst>
          <pc:docMk/>
          <pc:sldMk cId="3174596162" sldId="285"/>
        </pc:sldMkLst>
        <pc:spChg chg="mod">
          <ac:chgData name="Jorge Alejandro Bravo Pizarro" userId="866f4d59-4e3d-4420-8a8b-3d6ddbb5c639" providerId="ADAL" clId="{C0229028-0062-3943-B1D0-E6F7EC24554D}" dt="2024-05-31T23:11:13.206" v="225" actId="20577"/>
          <ac:spMkLst>
            <pc:docMk/>
            <pc:sldMk cId="3174596162" sldId="285"/>
            <ac:spMk id="2" creationId="{C751FAE1-7405-4B38-B74B-F89BCE06DC04}"/>
          </ac:spMkLst>
        </pc:spChg>
        <pc:picChg chg="add mod">
          <ac:chgData name="Jorge Alejandro Bravo Pizarro" userId="866f4d59-4e3d-4420-8a8b-3d6ddbb5c639" providerId="ADAL" clId="{C0229028-0062-3943-B1D0-E6F7EC24554D}" dt="2024-05-31T23:11:15.089" v="227"/>
          <ac:picMkLst>
            <pc:docMk/>
            <pc:sldMk cId="3174596162" sldId="285"/>
            <ac:picMk id="4" creationId="{82A4D85B-FE0C-ACCB-DB85-D7C511FAAA74}"/>
          </ac:picMkLst>
        </pc:picChg>
        <pc:picChg chg="del">
          <ac:chgData name="Jorge Alejandro Bravo Pizarro" userId="866f4d59-4e3d-4420-8a8b-3d6ddbb5c639" providerId="ADAL" clId="{C0229028-0062-3943-B1D0-E6F7EC24554D}" dt="2024-05-31T23:11:14.926" v="226" actId="478"/>
          <ac:picMkLst>
            <pc:docMk/>
            <pc:sldMk cId="3174596162" sldId="285"/>
            <ac:picMk id="5" creationId="{E4E925DC-2066-1FAD-7C14-2D04F18F2971}"/>
          </ac:picMkLst>
        </pc:picChg>
      </pc:sldChg>
      <pc:sldChg chg="addSp delSp modSp add mod">
        <pc:chgData name="Jorge Alejandro Bravo Pizarro" userId="866f4d59-4e3d-4420-8a8b-3d6ddbb5c639" providerId="ADAL" clId="{C0229028-0062-3943-B1D0-E6F7EC24554D}" dt="2024-05-31T23:11:41.483" v="236"/>
        <pc:sldMkLst>
          <pc:docMk/>
          <pc:sldMk cId="2227442236" sldId="286"/>
        </pc:sldMkLst>
        <pc:spChg chg="mod">
          <ac:chgData name="Jorge Alejandro Bravo Pizarro" userId="866f4d59-4e3d-4420-8a8b-3d6ddbb5c639" providerId="ADAL" clId="{C0229028-0062-3943-B1D0-E6F7EC24554D}" dt="2024-05-31T23:11:39.983" v="234" actId="20577"/>
          <ac:spMkLst>
            <pc:docMk/>
            <pc:sldMk cId="2227442236" sldId="286"/>
            <ac:spMk id="2" creationId="{C751FAE1-7405-4B38-B74B-F89BCE06DC04}"/>
          </ac:spMkLst>
        </pc:spChg>
        <pc:picChg chg="add mod">
          <ac:chgData name="Jorge Alejandro Bravo Pizarro" userId="866f4d59-4e3d-4420-8a8b-3d6ddbb5c639" providerId="ADAL" clId="{C0229028-0062-3943-B1D0-E6F7EC24554D}" dt="2024-05-31T23:11:41.483" v="236"/>
          <ac:picMkLst>
            <pc:docMk/>
            <pc:sldMk cId="2227442236" sldId="286"/>
            <ac:picMk id="4" creationId="{99E735A7-5B25-D258-F839-37B74174E255}"/>
          </ac:picMkLst>
        </pc:picChg>
        <pc:picChg chg="del">
          <ac:chgData name="Jorge Alejandro Bravo Pizarro" userId="866f4d59-4e3d-4420-8a8b-3d6ddbb5c639" providerId="ADAL" clId="{C0229028-0062-3943-B1D0-E6F7EC24554D}" dt="2024-05-31T23:11:41.306" v="235" actId="478"/>
          <ac:picMkLst>
            <pc:docMk/>
            <pc:sldMk cId="2227442236" sldId="286"/>
            <ac:picMk id="5" creationId="{E4E925DC-2066-1FAD-7C14-2D04F18F2971}"/>
          </ac:picMkLst>
        </pc:picChg>
      </pc:sldChg>
      <pc:sldChg chg="addSp delSp modSp add mod">
        <pc:chgData name="Jorge Alejandro Bravo Pizarro" userId="866f4d59-4e3d-4420-8a8b-3d6ddbb5c639" providerId="ADAL" clId="{C0229028-0062-3943-B1D0-E6F7EC24554D}" dt="2024-05-31T23:11:57.708" v="243"/>
        <pc:sldMkLst>
          <pc:docMk/>
          <pc:sldMk cId="3759779868" sldId="287"/>
        </pc:sldMkLst>
        <pc:spChg chg="mod">
          <ac:chgData name="Jorge Alejandro Bravo Pizarro" userId="866f4d59-4e3d-4420-8a8b-3d6ddbb5c639" providerId="ADAL" clId="{C0229028-0062-3943-B1D0-E6F7EC24554D}" dt="2024-05-31T23:11:55.508" v="241" actId="20577"/>
          <ac:spMkLst>
            <pc:docMk/>
            <pc:sldMk cId="3759779868" sldId="287"/>
            <ac:spMk id="2" creationId="{C751FAE1-7405-4B38-B74B-F89BCE06DC04}"/>
          </ac:spMkLst>
        </pc:spChg>
        <pc:picChg chg="del">
          <ac:chgData name="Jorge Alejandro Bravo Pizarro" userId="866f4d59-4e3d-4420-8a8b-3d6ddbb5c639" providerId="ADAL" clId="{C0229028-0062-3943-B1D0-E6F7EC24554D}" dt="2024-05-31T23:11:57.370" v="242" actId="478"/>
          <ac:picMkLst>
            <pc:docMk/>
            <pc:sldMk cId="3759779868" sldId="287"/>
            <ac:picMk id="4" creationId="{99E735A7-5B25-D258-F839-37B74174E255}"/>
          </ac:picMkLst>
        </pc:picChg>
        <pc:picChg chg="add mod">
          <ac:chgData name="Jorge Alejandro Bravo Pizarro" userId="866f4d59-4e3d-4420-8a8b-3d6ddbb5c639" providerId="ADAL" clId="{C0229028-0062-3943-B1D0-E6F7EC24554D}" dt="2024-05-31T23:11:57.708" v="243"/>
          <ac:picMkLst>
            <pc:docMk/>
            <pc:sldMk cId="3759779868" sldId="287"/>
            <ac:picMk id="5" creationId="{A2F63D39-66E8-216A-4258-710119567020}"/>
          </ac:picMkLst>
        </pc:picChg>
      </pc:sldChg>
      <pc:sldChg chg="addSp delSp modSp add mod">
        <pc:chgData name="Jorge Alejandro Bravo Pizarro" userId="866f4d59-4e3d-4420-8a8b-3d6ddbb5c639" providerId="ADAL" clId="{C0229028-0062-3943-B1D0-E6F7EC24554D}" dt="2024-05-31T23:12:18.255" v="251"/>
        <pc:sldMkLst>
          <pc:docMk/>
          <pc:sldMk cId="1429270006" sldId="288"/>
        </pc:sldMkLst>
        <pc:spChg chg="mod">
          <ac:chgData name="Jorge Alejandro Bravo Pizarro" userId="866f4d59-4e3d-4420-8a8b-3d6ddbb5c639" providerId="ADAL" clId="{C0229028-0062-3943-B1D0-E6F7EC24554D}" dt="2024-05-31T23:12:16.557" v="249" actId="20577"/>
          <ac:spMkLst>
            <pc:docMk/>
            <pc:sldMk cId="1429270006" sldId="288"/>
            <ac:spMk id="2" creationId="{C751FAE1-7405-4B38-B74B-F89BCE06DC04}"/>
          </ac:spMkLst>
        </pc:spChg>
        <pc:picChg chg="add mod">
          <ac:chgData name="Jorge Alejandro Bravo Pizarro" userId="866f4d59-4e3d-4420-8a8b-3d6ddbb5c639" providerId="ADAL" clId="{C0229028-0062-3943-B1D0-E6F7EC24554D}" dt="2024-05-31T23:12:18.255" v="251"/>
          <ac:picMkLst>
            <pc:docMk/>
            <pc:sldMk cId="1429270006" sldId="288"/>
            <ac:picMk id="4" creationId="{6D11514D-F7D3-D6B5-D8BC-64999BE945FB}"/>
          </ac:picMkLst>
        </pc:picChg>
        <pc:picChg chg="del">
          <ac:chgData name="Jorge Alejandro Bravo Pizarro" userId="866f4d59-4e3d-4420-8a8b-3d6ddbb5c639" providerId="ADAL" clId="{C0229028-0062-3943-B1D0-E6F7EC24554D}" dt="2024-05-31T23:12:17.997" v="250" actId="478"/>
          <ac:picMkLst>
            <pc:docMk/>
            <pc:sldMk cId="1429270006" sldId="288"/>
            <ac:picMk id="5" creationId="{A2F63D39-66E8-216A-4258-710119567020}"/>
          </ac:picMkLst>
        </pc:picChg>
      </pc:sldChg>
      <pc:sldChg chg="addSp delSp modSp add mod">
        <pc:chgData name="Jorge Alejandro Bravo Pizarro" userId="866f4d59-4e3d-4420-8a8b-3d6ddbb5c639" providerId="ADAL" clId="{C0229028-0062-3943-B1D0-E6F7EC24554D}" dt="2024-05-31T23:12:39.474" v="258"/>
        <pc:sldMkLst>
          <pc:docMk/>
          <pc:sldMk cId="4233363053" sldId="289"/>
        </pc:sldMkLst>
        <pc:spChg chg="mod">
          <ac:chgData name="Jorge Alejandro Bravo Pizarro" userId="866f4d59-4e3d-4420-8a8b-3d6ddbb5c639" providerId="ADAL" clId="{C0229028-0062-3943-B1D0-E6F7EC24554D}" dt="2024-05-31T23:12:37.823" v="256" actId="20577"/>
          <ac:spMkLst>
            <pc:docMk/>
            <pc:sldMk cId="4233363053" sldId="289"/>
            <ac:spMk id="2" creationId="{C751FAE1-7405-4B38-B74B-F89BCE06DC04}"/>
          </ac:spMkLst>
        </pc:spChg>
        <pc:picChg chg="del">
          <ac:chgData name="Jorge Alejandro Bravo Pizarro" userId="866f4d59-4e3d-4420-8a8b-3d6ddbb5c639" providerId="ADAL" clId="{C0229028-0062-3943-B1D0-E6F7EC24554D}" dt="2024-05-31T23:12:39.208" v="257" actId="478"/>
          <ac:picMkLst>
            <pc:docMk/>
            <pc:sldMk cId="4233363053" sldId="289"/>
            <ac:picMk id="4" creationId="{6D11514D-F7D3-D6B5-D8BC-64999BE945FB}"/>
          </ac:picMkLst>
        </pc:picChg>
        <pc:picChg chg="add mod">
          <ac:chgData name="Jorge Alejandro Bravo Pizarro" userId="866f4d59-4e3d-4420-8a8b-3d6ddbb5c639" providerId="ADAL" clId="{C0229028-0062-3943-B1D0-E6F7EC24554D}" dt="2024-05-31T23:12:39.474" v="258"/>
          <ac:picMkLst>
            <pc:docMk/>
            <pc:sldMk cId="4233363053" sldId="289"/>
            <ac:picMk id="5" creationId="{2E5B2B81-5366-903C-C147-7397EC6161C9}"/>
          </ac:picMkLst>
        </pc:picChg>
      </pc:sldChg>
      <pc:sldChg chg="addSp delSp modSp add mod">
        <pc:chgData name="Jorge Alejandro Bravo Pizarro" userId="866f4d59-4e3d-4420-8a8b-3d6ddbb5c639" providerId="ADAL" clId="{C0229028-0062-3943-B1D0-E6F7EC24554D}" dt="2024-05-31T23:13:02.458" v="272"/>
        <pc:sldMkLst>
          <pc:docMk/>
          <pc:sldMk cId="863877072" sldId="290"/>
        </pc:sldMkLst>
        <pc:spChg chg="mod">
          <ac:chgData name="Jorge Alejandro Bravo Pizarro" userId="866f4d59-4e3d-4420-8a8b-3d6ddbb5c639" providerId="ADAL" clId="{C0229028-0062-3943-B1D0-E6F7EC24554D}" dt="2024-05-31T23:13:00.322" v="270" actId="20577"/>
          <ac:spMkLst>
            <pc:docMk/>
            <pc:sldMk cId="863877072" sldId="290"/>
            <ac:spMk id="2" creationId="{C751FAE1-7405-4B38-B74B-F89BCE06DC04}"/>
          </ac:spMkLst>
        </pc:spChg>
        <pc:picChg chg="add mod">
          <ac:chgData name="Jorge Alejandro Bravo Pizarro" userId="866f4d59-4e3d-4420-8a8b-3d6ddbb5c639" providerId="ADAL" clId="{C0229028-0062-3943-B1D0-E6F7EC24554D}" dt="2024-05-31T23:13:02.458" v="272"/>
          <ac:picMkLst>
            <pc:docMk/>
            <pc:sldMk cId="863877072" sldId="290"/>
            <ac:picMk id="4" creationId="{7FF21880-6687-145B-E700-EFF4C209ACE4}"/>
          </ac:picMkLst>
        </pc:picChg>
        <pc:picChg chg="del">
          <ac:chgData name="Jorge Alejandro Bravo Pizarro" userId="866f4d59-4e3d-4420-8a8b-3d6ddbb5c639" providerId="ADAL" clId="{C0229028-0062-3943-B1D0-E6F7EC24554D}" dt="2024-05-31T23:13:02.172" v="271" actId="478"/>
          <ac:picMkLst>
            <pc:docMk/>
            <pc:sldMk cId="863877072" sldId="290"/>
            <ac:picMk id="5" creationId="{2E5B2B81-5366-903C-C147-7397EC6161C9}"/>
          </ac:picMkLst>
        </pc:picChg>
      </pc:sldChg>
      <pc:sldChg chg="addSp delSp modSp add mod ord">
        <pc:chgData name="Jorge Alejandro Bravo Pizarro" userId="866f4d59-4e3d-4420-8a8b-3d6ddbb5c639" providerId="ADAL" clId="{C0229028-0062-3943-B1D0-E6F7EC24554D}" dt="2024-05-31T23:13:48.428" v="288" actId="20578"/>
        <pc:sldMkLst>
          <pc:docMk/>
          <pc:sldMk cId="1089410099" sldId="291"/>
        </pc:sldMkLst>
        <pc:spChg chg="mod">
          <ac:chgData name="Jorge Alejandro Bravo Pizarro" userId="866f4d59-4e3d-4420-8a8b-3d6ddbb5c639" providerId="ADAL" clId="{C0229028-0062-3943-B1D0-E6F7EC24554D}" dt="2024-05-31T23:13:19.731" v="283" actId="20577"/>
          <ac:spMkLst>
            <pc:docMk/>
            <pc:sldMk cId="1089410099" sldId="291"/>
            <ac:spMk id="2" creationId="{C751FAE1-7405-4B38-B74B-F89BCE06DC04}"/>
          </ac:spMkLst>
        </pc:spChg>
        <pc:picChg chg="del">
          <ac:chgData name="Jorge Alejandro Bravo Pizarro" userId="866f4d59-4e3d-4420-8a8b-3d6ddbb5c639" providerId="ADAL" clId="{C0229028-0062-3943-B1D0-E6F7EC24554D}" dt="2024-05-31T23:13:21.208" v="284" actId="478"/>
          <ac:picMkLst>
            <pc:docMk/>
            <pc:sldMk cId="1089410099" sldId="291"/>
            <ac:picMk id="4" creationId="{7FF21880-6687-145B-E700-EFF4C209ACE4}"/>
          </ac:picMkLst>
        </pc:picChg>
        <pc:picChg chg="add mod">
          <ac:chgData name="Jorge Alejandro Bravo Pizarro" userId="866f4d59-4e3d-4420-8a8b-3d6ddbb5c639" providerId="ADAL" clId="{C0229028-0062-3943-B1D0-E6F7EC24554D}" dt="2024-05-31T23:13:21.427" v="285"/>
          <ac:picMkLst>
            <pc:docMk/>
            <pc:sldMk cId="1089410099" sldId="291"/>
            <ac:picMk id="5" creationId="{A648D048-806C-430C-DE84-71E573982CCA}"/>
          </ac:picMkLst>
        </pc:picChg>
      </pc:sldChg>
      <pc:sldChg chg="modSp add mod ord">
        <pc:chgData name="Jorge Alejandro Bravo Pizarro" userId="866f4d59-4e3d-4420-8a8b-3d6ddbb5c639" providerId="ADAL" clId="{C0229028-0062-3943-B1D0-E6F7EC24554D}" dt="2024-05-31T23:13:52.513" v="291" actId="20577"/>
        <pc:sldMkLst>
          <pc:docMk/>
          <pc:sldMk cId="2245647372" sldId="292"/>
        </pc:sldMkLst>
        <pc:spChg chg="mod">
          <ac:chgData name="Jorge Alejandro Bravo Pizarro" userId="866f4d59-4e3d-4420-8a8b-3d6ddbb5c639" providerId="ADAL" clId="{C0229028-0062-3943-B1D0-E6F7EC24554D}" dt="2024-05-31T23:13:52.513" v="291" actId="20577"/>
          <ac:spMkLst>
            <pc:docMk/>
            <pc:sldMk cId="2245647372" sldId="292"/>
            <ac:spMk id="2" creationId="{CA615B36-A9BA-2032-7BFD-0F564D8B674D}"/>
          </ac:spMkLst>
        </pc:spChg>
      </pc:sldChg>
      <pc:sldChg chg="addSp delSp modSp add mod ord">
        <pc:chgData name="Jorge Alejandro Bravo Pizarro" userId="866f4d59-4e3d-4420-8a8b-3d6ddbb5c639" providerId="ADAL" clId="{C0229028-0062-3943-B1D0-E6F7EC24554D}" dt="2024-05-31T23:14:24.582" v="309"/>
        <pc:sldMkLst>
          <pc:docMk/>
          <pc:sldMk cId="3230792800" sldId="293"/>
        </pc:sldMkLst>
        <pc:spChg chg="mod">
          <ac:chgData name="Jorge Alejandro Bravo Pizarro" userId="866f4d59-4e3d-4420-8a8b-3d6ddbb5c639" providerId="ADAL" clId="{C0229028-0062-3943-B1D0-E6F7EC24554D}" dt="2024-05-31T23:14:06.715" v="307" actId="20577"/>
          <ac:spMkLst>
            <pc:docMk/>
            <pc:sldMk cId="3230792800" sldId="293"/>
            <ac:spMk id="2" creationId="{C751FAE1-7405-4B38-B74B-F89BCE06DC04}"/>
          </ac:spMkLst>
        </pc:spChg>
        <pc:picChg chg="add mod">
          <ac:chgData name="Jorge Alejandro Bravo Pizarro" userId="866f4d59-4e3d-4420-8a8b-3d6ddbb5c639" providerId="ADAL" clId="{C0229028-0062-3943-B1D0-E6F7EC24554D}" dt="2024-05-31T23:14:24.582" v="309"/>
          <ac:picMkLst>
            <pc:docMk/>
            <pc:sldMk cId="3230792800" sldId="293"/>
            <ac:picMk id="4" creationId="{0AE31999-F479-4B62-C717-D13707C22E1C}"/>
          </ac:picMkLst>
        </pc:picChg>
        <pc:picChg chg="del">
          <ac:chgData name="Jorge Alejandro Bravo Pizarro" userId="866f4d59-4e3d-4420-8a8b-3d6ddbb5c639" providerId="ADAL" clId="{C0229028-0062-3943-B1D0-E6F7EC24554D}" dt="2024-05-31T23:14:24.194" v="308" actId="478"/>
          <ac:picMkLst>
            <pc:docMk/>
            <pc:sldMk cId="3230792800" sldId="293"/>
            <ac:picMk id="5" creationId="{A648D048-806C-430C-DE84-71E573982CCA}"/>
          </ac:picMkLst>
        </pc:picChg>
      </pc:sldChg>
      <pc:sldChg chg="addSp delSp modSp add mod">
        <pc:chgData name="Jorge Alejandro Bravo Pizarro" userId="866f4d59-4e3d-4420-8a8b-3d6ddbb5c639" providerId="ADAL" clId="{C0229028-0062-3943-B1D0-E6F7EC24554D}" dt="2024-05-31T23:14:44.550" v="321"/>
        <pc:sldMkLst>
          <pc:docMk/>
          <pc:sldMk cId="1428675475" sldId="294"/>
        </pc:sldMkLst>
        <pc:spChg chg="mod">
          <ac:chgData name="Jorge Alejandro Bravo Pizarro" userId="866f4d59-4e3d-4420-8a8b-3d6ddbb5c639" providerId="ADAL" clId="{C0229028-0062-3943-B1D0-E6F7EC24554D}" dt="2024-05-31T23:14:42.763" v="319" actId="20577"/>
          <ac:spMkLst>
            <pc:docMk/>
            <pc:sldMk cId="1428675475" sldId="294"/>
            <ac:spMk id="2" creationId="{C751FAE1-7405-4B38-B74B-F89BCE06DC04}"/>
          </ac:spMkLst>
        </pc:spChg>
        <pc:picChg chg="del">
          <ac:chgData name="Jorge Alejandro Bravo Pizarro" userId="866f4d59-4e3d-4420-8a8b-3d6ddbb5c639" providerId="ADAL" clId="{C0229028-0062-3943-B1D0-E6F7EC24554D}" dt="2024-05-31T23:14:44.355" v="320" actId="478"/>
          <ac:picMkLst>
            <pc:docMk/>
            <pc:sldMk cId="1428675475" sldId="294"/>
            <ac:picMk id="4" creationId="{0AE31999-F479-4B62-C717-D13707C22E1C}"/>
          </ac:picMkLst>
        </pc:picChg>
        <pc:picChg chg="add mod">
          <ac:chgData name="Jorge Alejandro Bravo Pizarro" userId="866f4d59-4e3d-4420-8a8b-3d6ddbb5c639" providerId="ADAL" clId="{C0229028-0062-3943-B1D0-E6F7EC24554D}" dt="2024-05-31T23:14:44.550" v="321"/>
          <ac:picMkLst>
            <pc:docMk/>
            <pc:sldMk cId="1428675475" sldId="294"/>
            <ac:picMk id="5" creationId="{C077813F-F8B6-E97D-9523-C1D20F1C0D66}"/>
          </ac:picMkLst>
        </pc:picChg>
      </pc:sldChg>
      <pc:sldChg chg="add">
        <pc:chgData name="Jorge Alejandro Bravo Pizarro" userId="866f4d59-4e3d-4420-8a8b-3d6ddbb5c639" providerId="ADAL" clId="{C0229028-0062-3943-B1D0-E6F7EC24554D}" dt="2024-05-31T23:14:47.389" v="322" actId="2890"/>
        <pc:sldMkLst>
          <pc:docMk/>
          <pc:sldMk cId="1786740048" sldId="295"/>
        </pc:sldMkLst>
      </pc:sldChg>
    </pc:docChg>
  </pc:docChgLst>
  <pc:docChgLst>
    <pc:chgData name="Jorge Alejandro Bravo Pizarro" userId="866f4d59-4e3d-4420-8a8b-3d6ddbb5c639" providerId="ADAL" clId="{50305983-1D6A-D446-9F35-C353D63E0392}"/>
    <pc:docChg chg="custSel addSld delSld modSld sldOrd">
      <pc:chgData name="Jorge Alejandro Bravo Pizarro" userId="866f4d59-4e3d-4420-8a8b-3d6ddbb5c639" providerId="ADAL" clId="{50305983-1D6A-D446-9F35-C353D63E0392}" dt="2024-05-27T16:08:07.446" v="214"/>
      <pc:docMkLst>
        <pc:docMk/>
      </pc:docMkLst>
      <pc:sldChg chg="del">
        <pc:chgData name="Jorge Alejandro Bravo Pizarro" userId="866f4d59-4e3d-4420-8a8b-3d6ddbb5c639" providerId="ADAL" clId="{50305983-1D6A-D446-9F35-C353D63E0392}" dt="2024-05-27T14:51:21.733" v="115" actId="2696"/>
        <pc:sldMkLst>
          <pc:docMk/>
          <pc:sldMk cId="2481132389" sldId="271"/>
        </pc:sldMkLst>
      </pc:sldChg>
      <pc:sldChg chg="modSp mod">
        <pc:chgData name="Jorge Alejandro Bravo Pizarro" userId="866f4d59-4e3d-4420-8a8b-3d6ddbb5c639" providerId="ADAL" clId="{50305983-1D6A-D446-9F35-C353D63E0392}" dt="2024-05-27T16:08:07.446" v="214"/>
        <pc:sldMkLst>
          <pc:docMk/>
          <pc:sldMk cId="521901380" sldId="273"/>
        </pc:sldMkLst>
        <pc:spChg chg="mod">
          <ac:chgData name="Jorge Alejandro Bravo Pizarro" userId="866f4d59-4e3d-4420-8a8b-3d6ddbb5c639" providerId="ADAL" clId="{50305983-1D6A-D446-9F35-C353D63E0392}" dt="2024-05-27T14:46:40.019" v="1" actId="20577"/>
          <ac:spMkLst>
            <pc:docMk/>
            <pc:sldMk cId="521901380" sldId="273"/>
            <ac:spMk id="2" creationId="{F95D1CFC-FA10-DE0A-8844-F2EDBA64721F}"/>
          </ac:spMkLst>
        </pc:spChg>
        <pc:spChg chg="mod">
          <ac:chgData name="Jorge Alejandro Bravo Pizarro" userId="866f4d59-4e3d-4420-8a8b-3d6ddbb5c639" providerId="ADAL" clId="{50305983-1D6A-D446-9F35-C353D63E0392}" dt="2024-05-27T16:08:07.446" v="214"/>
          <ac:spMkLst>
            <pc:docMk/>
            <pc:sldMk cId="521901380" sldId="273"/>
            <ac:spMk id="3" creationId="{28DEA359-E0E1-68C6-7B2C-F314A58A191D}"/>
          </ac:spMkLst>
        </pc:spChg>
      </pc:sldChg>
      <pc:sldChg chg="del">
        <pc:chgData name="Jorge Alejandro Bravo Pizarro" userId="866f4d59-4e3d-4420-8a8b-3d6ddbb5c639" providerId="ADAL" clId="{50305983-1D6A-D446-9F35-C353D63E0392}" dt="2024-05-27T14:52:58.465" v="128" actId="2696"/>
        <pc:sldMkLst>
          <pc:docMk/>
          <pc:sldMk cId="713764249" sldId="274"/>
        </pc:sldMkLst>
      </pc:sldChg>
      <pc:sldChg chg="addSp delSp modSp mod">
        <pc:chgData name="Jorge Alejandro Bravo Pizarro" userId="866f4d59-4e3d-4420-8a8b-3d6ddbb5c639" providerId="ADAL" clId="{50305983-1D6A-D446-9F35-C353D63E0392}" dt="2024-05-27T14:53:44.456" v="141" actId="1076"/>
        <pc:sldMkLst>
          <pc:docMk/>
          <pc:sldMk cId="1194126263" sldId="276"/>
        </pc:sldMkLst>
        <pc:spChg chg="mod">
          <ac:chgData name="Jorge Alejandro Bravo Pizarro" userId="866f4d59-4e3d-4420-8a8b-3d6ddbb5c639" providerId="ADAL" clId="{50305983-1D6A-D446-9F35-C353D63E0392}" dt="2024-05-27T14:53:23.954" v="135" actId="20577"/>
          <ac:spMkLst>
            <pc:docMk/>
            <pc:sldMk cId="1194126263" sldId="276"/>
            <ac:spMk id="2" creationId="{8813DF4C-44D9-8299-DA30-33B06E80ED25}"/>
          </ac:spMkLst>
        </pc:spChg>
        <pc:spChg chg="add del mod">
          <ac:chgData name="Jorge Alejandro Bravo Pizarro" userId="866f4d59-4e3d-4420-8a8b-3d6ddbb5c639" providerId="ADAL" clId="{50305983-1D6A-D446-9F35-C353D63E0392}" dt="2024-05-27T14:53:39.974" v="139" actId="478"/>
          <ac:spMkLst>
            <pc:docMk/>
            <pc:sldMk cId="1194126263" sldId="276"/>
            <ac:spMk id="5" creationId="{8F41D9F6-1E84-9455-AC41-8061BDE78A2D}"/>
          </ac:spMkLst>
        </pc:spChg>
        <pc:picChg chg="del">
          <ac:chgData name="Jorge Alejandro Bravo Pizarro" userId="866f4d59-4e3d-4420-8a8b-3d6ddbb5c639" providerId="ADAL" clId="{50305983-1D6A-D446-9F35-C353D63E0392}" dt="2024-05-27T14:53:33.451" v="136" actId="478"/>
          <ac:picMkLst>
            <pc:docMk/>
            <pc:sldMk cId="1194126263" sldId="276"/>
            <ac:picMk id="4" creationId="{1AB6C17A-2545-A148-2D6B-D8A2FC9EC19C}"/>
          </ac:picMkLst>
        </pc:picChg>
        <pc:picChg chg="add mod">
          <ac:chgData name="Jorge Alejandro Bravo Pizarro" userId="866f4d59-4e3d-4420-8a8b-3d6ddbb5c639" providerId="ADAL" clId="{50305983-1D6A-D446-9F35-C353D63E0392}" dt="2024-05-27T14:53:44.456" v="141" actId="1076"/>
          <ac:picMkLst>
            <pc:docMk/>
            <pc:sldMk cId="1194126263" sldId="276"/>
            <ac:picMk id="6" creationId="{730D6075-A17B-CB29-9607-7E0748701AAF}"/>
          </ac:picMkLst>
        </pc:picChg>
      </pc:sldChg>
      <pc:sldChg chg="modSp mod">
        <pc:chgData name="Jorge Alejandro Bravo Pizarro" userId="866f4d59-4e3d-4420-8a8b-3d6ddbb5c639" providerId="ADAL" clId="{50305983-1D6A-D446-9F35-C353D63E0392}" dt="2024-05-27T14:52:51.858" v="127" actId="27636"/>
        <pc:sldMkLst>
          <pc:docMk/>
          <pc:sldMk cId="3367128565" sldId="277"/>
        </pc:sldMkLst>
        <pc:spChg chg="mod">
          <ac:chgData name="Jorge Alejandro Bravo Pizarro" userId="866f4d59-4e3d-4420-8a8b-3d6ddbb5c639" providerId="ADAL" clId="{50305983-1D6A-D446-9F35-C353D63E0392}" dt="2024-05-27T14:52:51.858" v="127" actId="27636"/>
          <ac:spMkLst>
            <pc:docMk/>
            <pc:sldMk cId="3367128565" sldId="277"/>
            <ac:spMk id="3" creationId="{07698D47-D3A4-1233-92C0-91D491FC3264}"/>
          </ac:spMkLst>
        </pc:spChg>
      </pc:sldChg>
      <pc:sldChg chg="addSp delSp modSp mod">
        <pc:chgData name="Jorge Alejandro Bravo Pizarro" userId="866f4d59-4e3d-4420-8a8b-3d6ddbb5c639" providerId="ADAL" clId="{50305983-1D6A-D446-9F35-C353D63E0392}" dt="2024-05-27T14:54:19.328" v="163" actId="1076"/>
        <pc:sldMkLst>
          <pc:docMk/>
          <pc:sldMk cId="1109309712" sldId="278"/>
        </pc:sldMkLst>
        <pc:spChg chg="mod">
          <ac:chgData name="Jorge Alejandro Bravo Pizarro" userId="866f4d59-4e3d-4420-8a8b-3d6ddbb5c639" providerId="ADAL" clId="{50305983-1D6A-D446-9F35-C353D63E0392}" dt="2024-05-27T14:54:00.625" v="156" actId="20577"/>
          <ac:spMkLst>
            <pc:docMk/>
            <pc:sldMk cId="1109309712" sldId="278"/>
            <ac:spMk id="2" creationId="{C751FAE1-7405-4B38-B74B-F89BCE06DC04}"/>
          </ac:spMkLst>
        </pc:spChg>
        <pc:spChg chg="del">
          <ac:chgData name="Jorge Alejandro Bravo Pizarro" userId="866f4d59-4e3d-4420-8a8b-3d6ddbb5c639" providerId="ADAL" clId="{50305983-1D6A-D446-9F35-C353D63E0392}" dt="2024-05-27T14:54:03.396" v="157" actId="478"/>
          <ac:spMkLst>
            <pc:docMk/>
            <pc:sldMk cId="1109309712" sldId="278"/>
            <ac:spMk id="3" creationId="{1193AE1C-6B53-0201-A668-49553C1A3263}"/>
          </ac:spMkLst>
        </pc:spChg>
        <pc:spChg chg="add del mod">
          <ac:chgData name="Jorge Alejandro Bravo Pizarro" userId="866f4d59-4e3d-4420-8a8b-3d6ddbb5c639" providerId="ADAL" clId="{50305983-1D6A-D446-9F35-C353D63E0392}" dt="2024-05-27T14:54:07.714" v="158" actId="478"/>
          <ac:spMkLst>
            <pc:docMk/>
            <pc:sldMk cId="1109309712" sldId="278"/>
            <ac:spMk id="6" creationId="{4FE6B5F7-12DB-4CBB-151E-C1789854DB5E}"/>
          </ac:spMkLst>
        </pc:spChg>
        <pc:spChg chg="add mod">
          <ac:chgData name="Jorge Alejandro Bravo Pizarro" userId="866f4d59-4e3d-4420-8a8b-3d6ddbb5c639" providerId="ADAL" clId="{50305983-1D6A-D446-9F35-C353D63E0392}" dt="2024-05-27T14:54:19.328" v="163" actId="1076"/>
          <ac:spMkLst>
            <pc:docMk/>
            <pc:sldMk cId="1109309712" sldId="278"/>
            <ac:spMk id="7" creationId="{7D2CB21A-E4C3-1AFA-C092-8C79124651B4}"/>
          </ac:spMkLst>
        </pc:spChg>
        <pc:picChg chg="del">
          <ac:chgData name="Jorge Alejandro Bravo Pizarro" userId="866f4d59-4e3d-4420-8a8b-3d6ddbb5c639" providerId="ADAL" clId="{50305983-1D6A-D446-9F35-C353D63E0392}" dt="2024-05-27T14:54:09.851" v="159" actId="478"/>
          <ac:picMkLst>
            <pc:docMk/>
            <pc:sldMk cId="1109309712" sldId="278"/>
            <ac:picMk id="4" creationId="{012D9CC7-4EB1-070B-F72A-FE7654391A23}"/>
          </ac:picMkLst>
        </pc:picChg>
        <pc:picChg chg="add mod">
          <ac:chgData name="Jorge Alejandro Bravo Pizarro" userId="866f4d59-4e3d-4420-8a8b-3d6ddbb5c639" providerId="ADAL" clId="{50305983-1D6A-D446-9F35-C353D63E0392}" dt="2024-05-27T14:54:19.328" v="163" actId="1076"/>
          <ac:picMkLst>
            <pc:docMk/>
            <pc:sldMk cId="1109309712" sldId="278"/>
            <ac:picMk id="1025" creationId="{00A2ED43-BA0A-3F29-86C6-B645652A097F}"/>
          </ac:picMkLst>
        </pc:picChg>
      </pc:sldChg>
      <pc:sldChg chg="modSp mod">
        <pc:chgData name="Jorge Alejandro Bravo Pizarro" userId="866f4d59-4e3d-4420-8a8b-3d6ddbb5c639" providerId="ADAL" clId="{50305983-1D6A-D446-9F35-C353D63E0392}" dt="2024-05-27T14:51:13.511" v="114" actId="20577"/>
        <pc:sldMkLst>
          <pc:docMk/>
          <pc:sldMk cId="1670926247" sldId="279"/>
        </pc:sldMkLst>
        <pc:spChg chg="mod">
          <ac:chgData name="Jorge Alejandro Bravo Pizarro" userId="866f4d59-4e3d-4420-8a8b-3d6ddbb5c639" providerId="ADAL" clId="{50305983-1D6A-D446-9F35-C353D63E0392}" dt="2024-05-27T14:51:13.511" v="114" actId="20577"/>
          <ac:spMkLst>
            <pc:docMk/>
            <pc:sldMk cId="1670926247" sldId="279"/>
            <ac:spMk id="3" creationId="{EBC4473B-B66A-6370-8DF7-C923CE64E4CC}"/>
          </ac:spMkLst>
        </pc:spChg>
      </pc:sldChg>
      <pc:sldChg chg="addSp delSp modSp add mod">
        <pc:chgData name="Jorge Alejandro Bravo Pizarro" userId="866f4d59-4e3d-4420-8a8b-3d6ddbb5c639" providerId="ADAL" clId="{50305983-1D6A-D446-9F35-C353D63E0392}" dt="2024-05-27T14:54:55.173" v="177" actId="1076"/>
        <pc:sldMkLst>
          <pc:docMk/>
          <pc:sldMk cId="1479437693" sldId="280"/>
        </pc:sldMkLst>
        <pc:spChg chg="mod">
          <ac:chgData name="Jorge Alejandro Bravo Pizarro" userId="866f4d59-4e3d-4420-8a8b-3d6ddbb5c639" providerId="ADAL" clId="{50305983-1D6A-D446-9F35-C353D63E0392}" dt="2024-05-27T14:54:36.844" v="172" actId="20577"/>
          <ac:spMkLst>
            <pc:docMk/>
            <pc:sldMk cId="1479437693" sldId="280"/>
            <ac:spMk id="2" creationId="{C751FAE1-7405-4B38-B74B-F89BCE06DC04}"/>
          </ac:spMkLst>
        </pc:spChg>
        <pc:spChg chg="add mod">
          <ac:chgData name="Jorge Alejandro Bravo Pizarro" userId="866f4d59-4e3d-4420-8a8b-3d6ddbb5c639" providerId="ADAL" clId="{50305983-1D6A-D446-9F35-C353D63E0392}" dt="2024-05-27T14:54:55.173" v="177" actId="1076"/>
          <ac:spMkLst>
            <pc:docMk/>
            <pc:sldMk cId="1479437693" sldId="280"/>
            <ac:spMk id="3" creationId="{BDD0C85C-38C2-8DA0-4DFD-E1AD5DF0BDF6}"/>
          </ac:spMkLst>
        </pc:spChg>
        <pc:picChg chg="del">
          <ac:chgData name="Jorge Alejandro Bravo Pizarro" userId="866f4d59-4e3d-4420-8a8b-3d6ddbb5c639" providerId="ADAL" clId="{50305983-1D6A-D446-9F35-C353D63E0392}" dt="2024-05-27T14:54:50.884" v="173" actId="478"/>
          <ac:picMkLst>
            <pc:docMk/>
            <pc:sldMk cId="1479437693" sldId="280"/>
            <ac:picMk id="1025" creationId="{00A2ED43-BA0A-3F29-86C6-B645652A097F}"/>
          </ac:picMkLst>
        </pc:picChg>
        <pc:picChg chg="add mod">
          <ac:chgData name="Jorge Alejandro Bravo Pizarro" userId="866f4d59-4e3d-4420-8a8b-3d6ddbb5c639" providerId="ADAL" clId="{50305983-1D6A-D446-9F35-C353D63E0392}" dt="2024-05-27T14:54:55.173" v="177" actId="1076"/>
          <ac:picMkLst>
            <pc:docMk/>
            <pc:sldMk cId="1479437693" sldId="280"/>
            <ac:picMk id="2049" creationId="{2BD6600F-409F-593B-B86F-C3154C5A3B21}"/>
          </ac:picMkLst>
        </pc:picChg>
      </pc:sldChg>
      <pc:sldChg chg="addSp delSp modSp add mod">
        <pc:chgData name="Jorge Alejandro Bravo Pizarro" userId="866f4d59-4e3d-4420-8a8b-3d6ddbb5c639" providerId="ADAL" clId="{50305983-1D6A-D446-9F35-C353D63E0392}" dt="2024-05-27T14:55:20.843" v="185" actId="1076"/>
        <pc:sldMkLst>
          <pc:docMk/>
          <pc:sldMk cId="392080928" sldId="281"/>
        </pc:sldMkLst>
        <pc:spChg chg="mod">
          <ac:chgData name="Jorge Alejandro Bravo Pizarro" userId="866f4d59-4e3d-4420-8a8b-3d6ddbb5c639" providerId="ADAL" clId="{50305983-1D6A-D446-9F35-C353D63E0392}" dt="2024-05-27T14:55:09.650" v="181" actId="20577"/>
          <ac:spMkLst>
            <pc:docMk/>
            <pc:sldMk cId="392080928" sldId="281"/>
            <ac:spMk id="2" creationId="{C751FAE1-7405-4B38-B74B-F89BCE06DC04}"/>
          </ac:spMkLst>
        </pc:spChg>
        <pc:picChg chg="add mod">
          <ac:chgData name="Jorge Alejandro Bravo Pizarro" userId="866f4d59-4e3d-4420-8a8b-3d6ddbb5c639" providerId="ADAL" clId="{50305983-1D6A-D446-9F35-C353D63E0392}" dt="2024-05-27T14:55:20.843" v="185" actId="1076"/>
          <ac:picMkLst>
            <pc:docMk/>
            <pc:sldMk cId="392080928" sldId="281"/>
            <ac:picMk id="4" creationId="{240A3F51-634F-DFBE-5C09-D3508954F1A3}"/>
          </ac:picMkLst>
        </pc:picChg>
        <pc:picChg chg="del">
          <ac:chgData name="Jorge Alejandro Bravo Pizarro" userId="866f4d59-4e3d-4420-8a8b-3d6ddbb5c639" providerId="ADAL" clId="{50305983-1D6A-D446-9F35-C353D63E0392}" dt="2024-05-27T14:55:17.168" v="182" actId="478"/>
          <ac:picMkLst>
            <pc:docMk/>
            <pc:sldMk cId="392080928" sldId="281"/>
            <ac:picMk id="2049" creationId="{2BD6600F-409F-593B-B86F-C3154C5A3B21}"/>
          </ac:picMkLst>
        </pc:picChg>
      </pc:sldChg>
      <pc:sldChg chg="modSp add mod ord">
        <pc:chgData name="Jorge Alejandro Bravo Pizarro" userId="866f4d59-4e3d-4420-8a8b-3d6ddbb5c639" providerId="ADAL" clId="{50305983-1D6A-D446-9F35-C353D63E0392}" dt="2024-05-27T14:55:43.894" v="213" actId="20577"/>
        <pc:sldMkLst>
          <pc:docMk/>
          <pc:sldMk cId="2005921579" sldId="282"/>
        </pc:sldMkLst>
        <pc:spChg chg="mod">
          <ac:chgData name="Jorge Alejandro Bravo Pizarro" userId="866f4d59-4e3d-4420-8a8b-3d6ddbb5c639" providerId="ADAL" clId="{50305983-1D6A-D446-9F35-C353D63E0392}" dt="2024-05-27T14:55:43.894" v="213" actId="20577"/>
          <ac:spMkLst>
            <pc:docMk/>
            <pc:sldMk cId="2005921579" sldId="282"/>
            <ac:spMk id="2" creationId="{CA615B36-A9BA-2032-7BFD-0F564D8B674D}"/>
          </ac:spMkLst>
        </pc:spChg>
        <pc:spChg chg="mod">
          <ac:chgData name="Jorge Alejandro Bravo Pizarro" userId="866f4d59-4e3d-4420-8a8b-3d6ddbb5c639" providerId="ADAL" clId="{50305983-1D6A-D446-9F35-C353D63E0392}" dt="2024-05-27T14:55:39.550" v="200" actId="20577"/>
          <ac:spMkLst>
            <pc:docMk/>
            <pc:sldMk cId="2005921579" sldId="282"/>
            <ac:spMk id="3" creationId="{2E6373AF-7F77-232F-FD10-9640D74453A6}"/>
          </ac:spMkLst>
        </pc:spChg>
      </pc:sldChg>
    </pc:docChg>
  </pc:docChgLst>
  <pc:docChgLst>
    <pc:chgData name="Alejandra Bravo Garcia" userId="4cf5125d-f567-4a98-9bb5-4ea9ae908f01" providerId="ADAL" clId="{B290AA5E-11D4-428F-8302-8096DDD1CC97}"/>
    <pc:docChg chg="">
      <pc:chgData name="Alejandra Bravo Garcia" userId="4cf5125d-f567-4a98-9bb5-4ea9ae908f01" providerId="ADAL" clId="{B290AA5E-11D4-428F-8302-8096DDD1CC97}" dt="2024-07-30T16:30:55.695" v="0"/>
      <pc:docMkLst>
        <pc:docMk/>
      </pc:docMkLst>
      <pc:sldChg chg="addCm">
        <pc:chgData name="Alejandra Bravo Garcia" userId="4cf5125d-f567-4a98-9bb5-4ea9ae908f01" providerId="ADAL" clId="{B290AA5E-11D4-428F-8302-8096DDD1CC97}" dt="2024-07-30T16:30:55.695" v="0"/>
        <pc:sldMkLst>
          <pc:docMk/>
          <pc:sldMk cId="521901380" sldId="273"/>
        </pc:sldMkLst>
        <pc:extLst>
          <p:ext xmlns:p="http://schemas.openxmlformats.org/presentationml/2006/main" uri="{D6D511B9-2390-475A-947B-AFAB55BFBCF1}">
            <pc226:cmChg xmlns:pc226="http://schemas.microsoft.com/office/powerpoint/2022/06/main/command" chg="add">
              <pc226:chgData name="Alejandra Bravo Garcia" userId="4cf5125d-f567-4a98-9bb5-4ea9ae908f01" providerId="ADAL" clId="{B290AA5E-11D4-428F-8302-8096DDD1CC97}" dt="2024-07-30T16:30:55.695" v="0"/>
              <pc2:cmMkLst xmlns:pc2="http://schemas.microsoft.com/office/powerpoint/2019/9/main/command">
                <pc:docMk/>
                <pc:sldMk cId="521901380" sldId="273"/>
                <pc2:cmMk id="{707C9B08-09F2-4411-B6CC-9FE82572FE25}"/>
              </pc2:cmMkLst>
            </pc226:cmChg>
          </p:ext>
        </pc:extLst>
      </pc:sldChg>
    </pc:docChg>
  </pc:docChgLst>
  <pc:docChgLst>
    <pc:chgData name="Jorge Alejandro Bravo Pizarro" userId="S::jbravo@ciisa.cl::866f4d59-4e3d-4420-8a8b-3d6ddbb5c639" providerId="AD" clId="Web-{FD610BED-CF36-FEE2-1A0C-6BAE400C3B95}"/>
    <pc:docChg chg="modSld">
      <pc:chgData name="Jorge Alejandro Bravo Pizarro" userId="S::jbravo@ciisa.cl::866f4d59-4e3d-4420-8a8b-3d6ddbb5c639" providerId="AD" clId="Web-{FD610BED-CF36-FEE2-1A0C-6BAE400C3B95}" dt="2024-08-05T23:51:40.171" v="10" actId="20577"/>
      <pc:docMkLst>
        <pc:docMk/>
      </pc:docMkLst>
      <pc:sldChg chg="modSp modCm">
        <pc:chgData name="Jorge Alejandro Bravo Pizarro" userId="S::jbravo@ciisa.cl::866f4d59-4e3d-4420-8a8b-3d6ddbb5c639" providerId="AD" clId="Web-{FD610BED-CF36-FEE2-1A0C-6BAE400C3B95}" dt="2024-08-05T23:51:40.171" v="10" actId="20577"/>
        <pc:sldMkLst>
          <pc:docMk/>
          <pc:sldMk cId="521901380" sldId="273"/>
        </pc:sldMkLst>
        <pc:spChg chg="mod">
          <ac:chgData name="Jorge Alejandro Bravo Pizarro" userId="S::jbravo@ciisa.cl::866f4d59-4e3d-4420-8a8b-3d6ddbb5c639" providerId="AD" clId="Web-{FD610BED-CF36-FEE2-1A0C-6BAE400C3B95}" dt="2024-08-05T23:51:30.452" v="6" actId="14100"/>
          <ac:spMkLst>
            <pc:docMk/>
            <pc:sldMk cId="521901380" sldId="273"/>
            <ac:spMk id="2" creationId="{F95D1CFC-FA10-DE0A-8844-F2EDBA64721F}"/>
          </ac:spMkLst>
        </pc:spChg>
        <pc:spChg chg="mod">
          <ac:chgData name="Jorge Alejandro Bravo Pizarro" userId="S::jbravo@ciisa.cl::866f4d59-4e3d-4420-8a8b-3d6ddbb5c639" providerId="AD" clId="Web-{FD610BED-CF36-FEE2-1A0C-6BAE400C3B95}" dt="2024-08-05T23:51:40.171" v="10" actId="20577"/>
          <ac:spMkLst>
            <pc:docMk/>
            <pc:sldMk cId="521901380" sldId="273"/>
            <ac:spMk id="3" creationId="{28DEA359-E0E1-68C6-7B2C-F314A58A191D}"/>
          </ac:spMkLst>
        </pc:spChg>
        <pc:extLst>
          <p:ext xmlns:p="http://schemas.openxmlformats.org/presentationml/2006/main" uri="{D6D511B9-2390-475A-947B-AFAB55BFBCF1}">
            <pc226:cmChg xmlns:pc226="http://schemas.microsoft.com/office/powerpoint/2022/06/main/command" chg="mod">
              <pc226:chgData name="Jorge Alejandro Bravo Pizarro" userId="S::jbravo@ciisa.cl::866f4d59-4e3d-4420-8a8b-3d6ddbb5c639" providerId="AD" clId="Web-{FD610BED-CF36-FEE2-1A0C-6BAE400C3B95}" dt="2024-08-05T23:51:26.640" v="4" actId="20577"/>
              <pc2:cmMkLst xmlns:pc2="http://schemas.microsoft.com/office/powerpoint/2019/9/main/command">
                <pc:docMk/>
                <pc:sldMk cId="521901380" sldId="273"/>
                <pc2:cmMk id="{707C9B08-09F2-4411-B6CC-9FE82572FE25}"/>
              </pc2:cmMkLst>
            </pc226:cmChg>
          </p:ext>
        </pc:ext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47FE12-7A6C-2348-B429-DE756B05835D}"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s-MX"/>
        </a:p>
      </dgm:t>
    </dgm:pt>
    <dgm:pt modelId="{3112EEF5-459E-3448-9F4C-B0C5F3392B5C}">
      <dgm:prSet phldrT="[Texto]"/>
      <dgm:spPr>
        <a:solidFill>
          <a:schemeClr val="bg2">
            <a:lumMod val="75000"/>
          </a:schemeClr>
        </a:solidFill>
      </dgm:spPr>
      <dgm:t>
        <a:bodyPr/>
        <a:lstStyle/>
        <a:p>
          <a:r>
            <a:rPr lang="es-MX"/>
            <a:t>Automatización</a:t>
          </a:r>
        </a:p>
      </dgm:t>
    </dgm:pt>
    <dgm:pt modelId="{0F405455-87CE-1841-ACE4-03FA17C9E53B}" type="parTrans" cxnId="{0A55DF3F-116F-B543-B523-F5B387C24D57}">
      <dgm:prSet/>
      <dgm:spPr/>
      <dgm:t>
        <a:bodyPr/>
        <a:lstStyle/>
        <a:p>
          <a:endParaRPr lang="es-MX"/>
        </a:p>
      </dgm:t>
    </dgm:pt>
    <dgm:pt modelId="{1B1107A5-61D5-AD4F-9B71-CBF1A00A2A8C}" type="sibTrans" cxnId="{0A55DF3F-116F-B543-B523-F5B387C24D57}">
      <dgm:prSet/>
      <dgm:spPr/>
      <dgm:t>
        <a:bodyPr/>
        <a:lstStyle/>
        <a:p>
          <a:endParaRPr lang="es-MX"/>
        </a:p>
      </dgm:t>
    </dgm:pt>
    <dgm:pt modelId="{A6BCA246-CFE9-8F4F-AF0F-0ECB4494CBC7}">
      <dgm:prSet phldrT="[Texto]"/>
      <dgm:spPr>
        <a:solidFill>
          <a:schemeClr val="bg2">
            <a:lumMod val="75000"/>
          </a:schemeClr>
        </a:solidFill>
      </dgm:spPr>
      <dgm:t>
        <a:bodyPr/>
        <a:lstStyle/>
        <a:p>
          <a:r>
            <a:rPr lang="es-MX" dirty="0"/>
            <a:t>Ingenieros QA</a:t>
          </a:r>
        </a:p>
      </dgm:t>
    </dgm:pt>
    <dgm:pt modelId="{9E3F3AB9-B630-2B46-A215-017F09DAD754}" type="parTrans" cxnId="{716C5237-6C93-E743-B747-CD0DECB5E935}">
      <dgm:prSet/>
      <dgm:spPr/>
      <dgm:t>
        <a:bodyPr/>
        <a:lstStyle/>
        <a:p>
          <a:endParaRPr lang="es-MX"/>
        </a:p>
      </dgm:t>
    </dgm:pt>
    <dgm:pt modelId="{E68521C1-3E4B-E44B-A231-0DBEF60CAE3A}" type="sibTrans" cxnId="{716C5237-6C93-E743-B747-CD0DECB5E935}">
      <dgm:prSet/>
      <dgm:spPr/>
      <dgm:t>
        <a:bodyPr/>
        <a:lstStyle/>
        <a:p>
          <a:endParaRPr lang="es-MX"/>
        </a:p>
      </dgm:t>
    </dgm:pt>
    <dgm:pt modelId="{2E8E10EA-6B2F-724F-888E-5228C7F0A085}">
      <dgm:prSet phldrT="[Texto]"/>
      <dgm:spPr>
        <a:solidFill>
          <a:schemeClr val="bg2">
            <a:lumMod val="75000"/>
          </a:schemeClr>
        </a:solidFill>
      </dgm:spPr>
      <dgm:t>
        <a:bodyPr/>
        <a:lstStyle/>
        <a:p>
          <a:r>
            <a:rPr lang="es-MX" dirty="0"/>
            <a:t>Negocio</a:t>
          </a:r>
        </a:p>
      </dgm:t>
    </dgm:pt>
    <dgm:pt modelId="{73A8B529-532F-8043-BFD4-BFB40478C479}" type="parTrans" cxnId="{34687D5F-8A6A-FA47-816C-8E61F85DFDF4}">
      <dgm:prSet/>
      <dgm:spPr/>
      <dgm:t>
        <a:bodyPr/>
        <a:lstStyle/>
        <a:p>
          <a:endParaRPr lang="es-MX"/>
        </a:p>
      </dgm:t>
    </dgm:pt>
    <dgm:pt modelId="{F2E94A7C-78B5-1B4F-B112-089D808B1A6A}" type="sibTrans" cxnId="{34687D5F-8A6A-FA47-816C-8E61F85DFDF4}">
      <dgm:prSet/>
      <dgm:spPr/>
      <dgm:t>
        <a:bodyPr/>
        <a:lstStyle/>
        <a:p>
          <a:endParaRPr lang="es-MX"/>
        </a:p>
      </dgm:t>
    </dgm:pt>
    <dgm:pt modelId="{4BE52707-9130-9E4A-99EF-262E42E27BB0}">
      <dgm:prSet phldrT="[Texto]"/>
      <dgm:spPr>
        <a:solidFill>
          <a:schemeClr val="bg2">
            <a:lumMod val="75000"/>
          </a:schemeClr>
        </a:solidFill>
      </dgm:spPr>
      <dgm:t>
        <a:bodyPr/>
        <a:lstStyle/>
        <a:p>
          <a:r>
            <a:rPr lang="es-MX" dirty="0"/>
            <a:t>Desarrolladores</a:t>
          </a:r>
        </a:p>
      </dgm:t>
    </dgm:pt>
    <dgm:pt modelId="{7841D94C-5B93-0C45-B3C3-8B15B88ADAD5}" type="parTrans" cxnId="{09804563-1BEE-CB49-8380-AA3D058F665F}">
      <dgm:prSet/>
      <dgm:spPr/>
      <dgm:t>
        <a:bodyPr/>
        <a:lstStyle/>
        <a:p>
          <a:endParaRPr lang="es-MX"/>
        </a:p>
      </dgm:t>
    </dgm:pt>
    <dgm:pt modelId="{E7697449-A9B4-A548-85CD-CD37B6843AFA}" type="sibTrans" cxnId="{09804563-1BEE-CB49-8380-AA3D058F665F}">
      <dgm:prSet/>
      <dgm:spPr>
        <a:solidFill>
          <a:schemeClr val="bg2">
            <a:lumMod val="75000"/>
          </a:schemeClr>
        </a:solidFill>
      </dgm:spPr>
      <dgm:t>
        <a:bodyPr/>
        <a:lstStyle/>
        <a:p>
          <a:endParaRPr lang="es-MX"/>
        </a:p>
      </dgm:t>
    </dgm:pt>
    <dgm:pt modelId="{294E6A21-C3E8-5E47-B8A7-C0720660E323}" type="pres">
      <dgm:prSet presAssocID="{E347FE12-7A6C-2348-B429-DE756B05835D}" presName="Name0" presStyleCnt="0">
        <dgm:presLayoutVars>
          <dgm:chMax val="1"/>
          <dgm:dir/>
          <dgm:animLvl val="ctr"/>
          <dgm:resizeHandles val="exact"/>
        </dgm:presLayoutVars>
      </dgm:prSet>
      <dgm:spPr/>
    </dgm:pt>
    <dgm:pt modelId="{50A85E21-A738-C044-93E1-9A1B60D9664A}" type="pres">
      <dgm:prSet presAssocID="{3112EEF5-459E-3448-9F4C-B0C5F3392B5C}" presName="centerShape" presStyleLbl="node0" presStyleIdx="0" presStyleCnt="1"/>
      <dgm:spPr/>
    </dgm:pt>
    <dgm:pt modelId="{C2B5F560-C4CF-E24A-B37B-10EA1790781F}" type="pres">
      <dgm:prSet presAssocID="{A6BCA246-CFE9-8F4F-AF0F-0ECB4494CBC7}" presName="node" presStyleLbl="node1" presStyleIdx="0" presStyleCnt="3">
        <dgm:presLayoutVars>
          <dgm:bulletEnabled val="1"/>
        </dgm:presLayoutVars>
      </dgm:prSet>
      <dgm:spPr/>
    </dgm:pt>
    <dgm:pt modelId="{341FAD38-CBDE-D44E-8ADE-599246239576}" type="pres">
      <dgm:prSet presAssocID="{A6BCA246-CFE9-8F4F-AF0F-0ECB4494CBC7}" presName="dummy" presStyleCnt="0"/>
      <dgm:spPr/>
    </dgm:pt>
    <dgm:pt modelId="{2C7E0240-128B-6E42-9F16-CED1F01A3A60}" type="pres">
      <dgm:prSet presAssocID="{E68521C1-3E4B-E44B-A231-0DBEF60CAE3A}" presName="sibTrans" presStyleLbl="sibTrans2D1" presStyleIdx="0" presStyleCnt="3"/>
      <dgm:spPr/>
    </dgm:pt>
    <dgm:pt modelId="{29763027-6ECF-F642-97CF-F72612402956}" type="pres">
      <dgm:prSet presAssocID="{2E8E10EA-6B2F-724F-888E-5228C7F0A085}" presName="node" presStyleLbl="node1" presStyleIdx="1" presStyleCnt="3">
        <dgm:presLayoutVars>
          <dgm:bulletEnabled val="1"/>
        </dgm:presLayoutVars>
      </dgm:prSet>
      <dgm:spPr/>
    </dgm:pt>
    <dgm:pt modelId="{A45EAF0E-86DA-154C-86D2-EE46F0AC994E}" type="pres">
      <dgm:prSet presAssocID="{2E8E10EA-6B2F-724F-888E-5228C7F0A085}" presName="dummy" presStyleCnt="0"/>
      <dgm:spPr/>
    </dgm:pt>
    <dgm:pt modelId="{12D37894-6B65-3E4D-9A76-A1DFD8851BA4}" type="pres">
      <dgm:prSet presAssocID="{F2E94A7C-78B5-1B4F-B112-089D808B1A6A}" presName="sibTrans" presStyleLbl="sibTrans2D1" presStyleIdx="1" presStyleCnt="3"/>
      <dgm:spPr/>
    </dgm:pt>
    <dgm:pt modelId="{D6B16A52-547E-A440-B0D1-3101281B7995}" type="pres">
      <dgm:prSet presAssocID="{4BE52707-9130-9E4A-99EF-262E42E27BB0}" presName="node" presStyleLbl="node1" presStyleIdx="2" presStyleCnt="3">
        <dgm:presLayoutVars>
          <dgm:bulletEnabled val="1"/>
        </dgm:presLayoutVars>
      </dgm:prSet>
      <dgm:spPr/>
    </dgm:pt>
    <dgm:pt modelId="{4FDCBE63-D16B-034B-91A8-6B0556A97F4C}" type="pres">
      <dgm:prSet presAssocID="{4BE52707-9130-9E4A-99EF-262E42E27BB0}" presName="dummy" presStyleCnt="0"/>
      <dgm:spPr/>
    </dgm:pt>
    <dgm:pt modelId="{FB4F1FB4-031E-2B4F-942A-FF5D3B066F9B}" type="pres">
      <dgm:prSet presAssocID="{E7697449-A9B4-A548-85CD-CD37B6843AFA}" presName="sibTrans" presStyleLbl="sibTrans2D1" presStyleIdx="2" presStyleCnt="3"/>
      <dgm:spPr/>
    </dgm:pt>
  </dgm:ptLst>
  <dgm:cxnLst>
    <dgm:cxn modelId="{259DB402-D8AA-2248-A029-930E8380D9E4}" type="presOf" srcId="{E347FE12-7A6C-2348-B429-DE756B05835D}" destId="{294E6A21-C3E8-5E47-B8A7-C0720660E323}" srcOrd="0" destOrd="0" presId="urn:microsoft.com/office/officeart/2005/8/layout/radial6"/>
    <dgm:cxn modelId="{8EA36506-35D6-8C4F-8109-FB8F9109B5E2}" type="presOf" srcId="{F2E94A7C-78B5-1B4F-B112-089D808B1A6A}" destId="{12D37894-6B65-3E4D-9A76-A1DFD8851BA4}" srcOrd="0" destOrd="0" presId="urn:microsoft.com/office/officeart/2005/8/layout/radial6"/>
    <dgm:cxn modelId="{CE2FAD14-300C-A848-9DFD-1F2DFE6E17AC}" type="presOf" srcId="{E7697449-A9B4-A548-85CD-CD37B6843AFA}" destId="{FB4F1FB4-031E-2B4F-942A-FF5D3B066F9B}" srcOrd="0" destOrd="0" presId="urn:microsoft.com/office/officeart/2005/8/layout/radial6"/>
    <dgm:cxn modelId="{617E651D-EF14-2848-83BF-0BDA74E33E9A}" type="presOf" srcId="{2E8E10EA-6B2F-724F-888E-5228C7F0A085}" destId="{29763027-6ECF-F642-97CF-F72612402956}" srcOrd="0" destOrd="0" presId="urn:microsoft.com/office/officeart/2005/8/layout/radial6"/>
    <dgm:cxn modelId="{716C5237-6C93-E743-B747-CD0DECB5E935}" srcId="{3112EEF5-459E-3448-9F4C-B0C5F3392B5C}" destId="{A6BCA246-CFE9-8F4F-AF0F-0ECB4494CBC7}" srcOrd="0" destOrd="0" parTransId="{9E3F3AB9-B630-2B46-A215-017F09DAD754}" sibTransId="{E68521C1-3E4B-E44B-A231-0DBEF60CAE3A}"/>
    <dgm:cxn modelId="{0A55DF3F-116F-B543-B523-F5B387C24D57}" srcId="{E347FE12-7A6C-2348-B429-DE756B05835D}" destId="{3112EEF5-459E-3448-9F4C-B0C5F3392B5C}" srcOrd="0" destOrd="0" parTransId="{0F405455-87CE-1841-ACE4-03FA17C9E53B}" sibTransId="{1B1107A5-61D5-AD4F-9B71-CBF1A00A2A8C}"/>
    <dgm:cxn modelId="{34687D5F-8A6A-FA47-816C-8E61F85DFDF4}" srcId="{3112EEF5-459E-3448-9F4C-B0C5F3392B5C}" destId="{2E8E10EA-6B2F-724F-888E-5228C7F0A085}" srcOrd="1" destOrd="0" parTransId="{73A8B529-532F-8043-BFD4-BFB40478C479}" sibTransId="{F2E94A7C-78B5-1B4F-B112-089D808B1A6A}"/>
    <dgm:cxn modelId="{09804563-1BEE-CB49-8380-AA3D058F665F}" srcId="{3112EEF5-459E-3448-9F4C-B0C5F3392B5C}" destId="{4BE52707-9130-9E4A-99EF-262E42E27BB0}" srcOrd="2" destOrd="0" parTransId="{7841D94C-5B93-0C45-B3C3-8B15B88ADAD5}" sibTransId="{E7697449-A9B4-A548-85CD-CD37B6843AFA}"/>
    <dgm:cxn modelId="{93E73D58-DABF-3E41-ADC5-9A063BD98DF4}" type="presOf" srcId="{E68521C1-3E4B-E44B-A231-0DBEF60CAE3A}" destId="{2C7E0240-128B-6E42-9F16-CED1F01A3A60}" srcOrd="0" destOrd="0" presId="urn:microsoft.com/office/officeart/2005/8/layout/radial6"/>
    <dgm:cxn modelId="{2DFFDF8B-07F1-B447-AE03-5498AE5C9C13}" type="presOf" srcId="{4BE52707-9130-9E4A-99EF-262E42E27BB0}" destId="{D6B16A52-547E-A440-B0D1-3101281B7995}" srcOrd="0" destOrd="0" presId="urn:microsoft.com/office/officeart/2005/8/layout/radial6"/>
    <dgm:cxn modelId="{347B27CD-DC63-A04B-B864-A81278B6D28C}" type="presOf" srcId="{A6BCA246-CFE9-8F4F-AF0F-0ECB4494CBC7}" destId="{C2B5F560-C4CF-E24A-B37B-10EA1790781F}" srcOrd="0" destOrd="0" presId="urn:microsoft.com/office/officeart/2005/8/layout/radial6"/>
    <dgm:cxn modelId="{6D4916E0-6B6A-6F40-944A-3E4E5F49205C}" type="presOf" srcId="{3112EEF5-459E-3448-9F4C-B0C5F3392B5C}" destId="{50A85E21-A738-C044-93E1-9A1B60D9664A}" srcOrd="0" destOrd="0" presId="urn:microsoft.com/office/officeart/2005/8/layout/radial6"/>
    <dgm:cxn modelId="{31DE76C1-92CB-6D4F-939F-4A88DBAE95B7}" type="presParOf" srcId="{294E6A21-C3E8-5E47-B8A7-C0720660E323}" destId="{50A85E21-A738-C044-93E1-9A1B60D9664A}" srcOrd="0" destOrd="0" presId="urn:microsoft.com/office/officeart/2005/8/layout/radial6"/>
    <dgm:cxn modelId="{519ADF20-B663-6E40-A32C-F3469104A2F2}" type="presParOf" srcId="{294E6A21-C3E8-5E47-B8A7-C0720660E323}" destId="{C2B5F560-C4CF-E24A-B37B-10EA1790781F}" srcOrd="1" destOrd="0" presId="urn:microsoft.com/office/officeart/2005/8/layout/radial6"/>
    <dgm:cxn modelId="{63FDF646-C808-734C-B972-E0A7929267CE}" type="presParOf" srcId="{294E6A21-C3E8-5E47-B8A7-C0720660E323}" destId="{341FAD38-CBDE-D44E-8ADE-599246239576}" srcOrd="2" destOrd="0" presId="urn:microsoft.com/office/officeart/2005/8/layout/radial6"/>
    <dgm:cxn modelId="{E1FD1BFF-E28A-5C45-BC24-241B30060A4A}" type="presParOf" srcId="{294E6A21-C3E8-5E47-B8A7-C0720660E323}" destId="{2C7E0240-128B-6E42-9F16-CED1F01A3A60}" srcOrd="3" destOrd="0" presId="urn:microsoft.com/office/officeart/2005/8/layout/radial6"/>
    <dgm:cxn modelId="{7B6941F1-C8C1-4248-B12E-DE01A11AB7E2}" type="presParOf" srcId="{294E6A21-C3E8-5E47-B8A7-C0720660E323}" destId="{29763027-6ECF-F642-97CF-F72612402956}" srcOrd="4" destOrd="0" presId="urn:microsoft.com/office/officeart/2005/8/layout/radial6"/>
    <dgm:cxn modelId="{17D3F3BB-6D65-2549-9FE5-6FD388087D17}" type="presParOf" srcId="{294E6A21-C3E8-5E47-B8A7-C0720660E323}" destId="{A45EAF0E-86DA-154C-86D2-EE46F0AC994E}" srcOrd="5" destOrd="0" presId="urn:microsoft.com/office/officeart/2005/8/layout/radial6"/>
    <dgm:cxn modelId="{6C34AC12-B8CC-6445-B053-74AD22257A3F}" type="presParOf" srcId="{294E6A21-C3E8-5E47-B8A7-C0720660E323}" destId="{12D37894-6B65-3E4D-9A76-A1DFD8851BA4}" srcOrd="6" destOrd="0" presId="urn:microsoft.com/office/officeart/2005/8/layout/radial6"/>
    <dgm:cxn modelId="{18423370-C1AF-C840-9604-C2E1E6D39751}" type="presParOf" srcId="{294E6A21-C3E8-5E47-B8A7-C0720660E323}" destId="{D6B16A52-547E-A440-B0D1-3101281B7995}" srcOrd="7" destOrd="0" presId="urn:microsoft.com/office/officeart/2005/8/layout/radial6"/>
    <dgm:cxn modelId="{0CBA103F-1793-7249-9C7E-4AC268762986}" type="presParOf" srcId="{294E6A21-C3E8-5E47-B8A7-C0720660E323}" destId="{4FDCBE63-D16B-034B-91A8-6B0556A97F4C}" srcOrd="8" destOrd="0" presId="urn:microsoft.com/office/officeart/2005/8/layout/radial6"/>
    <dgm:cxn modelId="{05EF8E98-C85A-814F-8F5E-0E0113D667C2}" type="presParOf" srcId="{294E6A21-C3E8-5E47-B8A7-C0720660E323}" destId="{FB4F1FB4-031E-2B4F-942A-FF5D3B066F9B}" srcOrd="9"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F1FB4-031E-2B4F-942A-FF5D3B066F9B}">
      <dsp:nvSpPr>
        <dsp:cNvPr id="0" name=""/>
        <dsp:cNvSpPr/>
      </dsp:nvSpPr>
      <dsp:spPr>
        <a:xfrm>
          <a:off x="1833742" y="668065"/>
          <a:ext cx="4460515" cy="4460515"/>
        </a:xfrm>
        <a:prstGeom prst="blockArc">
          <a:avLst>
            <a:gd name="adj1" fmla="val 9000000"/>
            <a:gd name="adj2" fmla="val 16200000"/>
            <a:gd name="adj3" fmla="val 4637"/>
          </a:avLst>
        </a:prstGeom>
        <a:solidFill>
          <a:schemeClr val="bg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12D37894-6B65-3E4D-9A76-A1DFD8851BA4}">
      <dsp:nvSpPr>
        <dsp:cNvPr id="0" name=""/>
        <dsp:cNvSpPr/>
      </dsp:nvSpPr>
      <dsp:spPr>
        <a:xfrm>
          <a:off x="1833742" y="668065"/>
          <a:ext cx="4460515" cy="4460515"/>
        </a:xfrm>
        <a:prstGeom prst="blockArc">
          <a:avLst>
            <a:gd name="adj1" fmla="val 1800000"/>
            <a:gd name="adj2" fmla="val 9000000"/>
            <a:gd name="adj3" fmla="val 463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C7E0240-128B-6E42-9F16-CED1F01A3A60}">
      <dsp:nvSpPr>
        <dsp:cNvPr id="0" name=""/>
        <dsp:cNvSpPr/>
      </dsp:nvSpPr>
      <dsp:spPr>
        <a:xfrm>
          <a:off x="1833742" y="668065"/>
          <a:ext cx="4460515" cy="4460515"/>
        </a:xfrm>
        <a:prstGeom prst="blockArc">
          <a:avLst>
            <a:gd name="adj1" fmla="val 16200000"/>
            <a:gd name="adj2" fmla="val 1800000"/>
            <a:gd name="adj3" fmla="val 463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A85E21-A738-C044-93E1-9A1B60D9664A}">
      <dsp:nvSpPr>
        <dsp:cNvPr id="0" name=""/>
        <dsp:cNvSpPr/>
      </dsp:nvSpPr>
      <dsp:spPr>
        <a:xfrm>
          <a:off x="3038078" y="1872401"/>
          <a:ext cx="2051843" cy="2051843"/>
        </a:xfrm>
        <a:prstGeom prst="ellipse">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MX" sz="1700" kern="1200"/>
            <a:t>Automatización</a:t>
          </a:r>
        </a:p>
      </dsp:txBody>
      <dsp:txXfrm>
        <a:off x="3338563" y="2172886"/>
        <a:ext cx="1450873" cy="1450873"/>
      </dsp:txXfrm>
    </dsp:sp>
    <dsp:sp modelId="{C2B5F560-C4CF-E24A-B37B-10EA1790781F}">
      <dsp:nvSpPr>
        <dsp:cNvPr id="0" name=""/>
        <dsp:cNvSpPr/>
      </dsp:nvSpPr>
      <dsp:spPr>
        <a:xfrm>
          <a:off x="3345854" y="1626"/>
          <a:ext cx="1436290" cy="1436290"/>
        </a:xfrm>
        <a:prstGeom prst="ellipse">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MX" sz="1200" kern="1200" dirty="0"/>
            <a:t>Ingenieros QA</a:t>
          </a:r>
        </a:p>
      </dsp:txBody>
      <dsp:txXfrm>
        <a:off x="3556194" y="211966"/>
        <a:ext cx="1015610" cy="1015610"/>
      </dsp:txXfrm>
    </dsp:sp>
    <dsp:sp modelId="{29763027-6ECF-F642-97CF-F72612402956}">
      <dsp:nvSpPr>
        <dsp:cNvPr id="0" name=""/>
        <dsp:cNvSpPr/>
      </dsp:nvSpPr>
      <dsp:spPr>
        <a:xfrm>
          <a:off x="5232535" y="3269453"/>
          <a:ext cx="1436290" cy="1436290"/>
        </a:xfrm>
        <a:prstGeom prst="ellipse">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MX" sz="1200" kern="1200" dirty="0"/>
            <a:t>Negocio</a:t>
          </a:r>
        </a:p>
      </dsp:txBody>
      <dsp:txXfrm>
        <a:off x="5442875" y="3479793"/>
        <a:ext cx="1015610" cy="1015610"/>
      </dsp:txXfrm>
    </dsp:sp>
    <dsp:sp modelId="{D6B16A52-547E-A440-B0D1-3101281B7995}">
      <dsp:nvSpPr>
        <dsp:cNvPr id="0" name=""/>
        <dsp:cNvSpPr/>
      </dsp:nvSpPr>
      <dsp:spPr>
        <a:xfrm>
          <a:off x="1459173" y="3269453"/>
          <a:ext cx="1436290" cy="1436290"/>
        </a:xfrm>
        <a:prstGeom prst="ellipse">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MX" sz="1200" kern="1200" dirty="0"/>
            <a:t>Desarrolladores</a:t>
          </a:r>
        </a:p>
      </dsp:txBody>
      <dsp:txXfrm>
        <a:off x="1669513" y="3479793"/>
        <a:ext cx="1015610" cy="1015610"/>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16-08-2024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542925" y="3533775"/>
            <a:ext cx="5457825" cy="1051947"/>
          </a:xfrm>
        </p:spPr>
        <p:txBody>
          <a:bodyPr anchor="ctr">
            <a:normAutofit/>
          </a:bodyPr>
          <a:lstStyle>
            <a:lvl1pPr algn="l">
              <a:defRPr>
                <a:solidFill>
                  <a:schemeClr val="bg1"/>
                </a:solidFill>
              </a:defRPr>
            </a:lvl1pPr>
          </a:lstStyle>
          <a:p>
            <a:pPr algn="l"/>
            <a:r>
              <a:rPr lang="es-CL" sz="3600" b="1" dirty="0" err="1">
                <a:solidFill>
                  <a:schemeClr val="bg1"/>
                </a:solidFill>
                <a:latin typeface="Gotham" panose="02000603040000020004" pitchFamily="50" charset="0"/>
              </a:rPr>
              <a:t>Lorem</a:t>
            </a:r>
            <a:r>
              <a:rPr lang="es-CL" sz="3600" b="1" dirty="0">
                <a:solidFill>
                  <a:schemeClr val="bg1"/>
                </a:solidFill>
                <a:latin typeface="Gotham" panose="02000603040000020004" pitchFamily="50" charset="0"/>
              </a:rPr>
              <a:t> </a:t>
            </a:r>
            <a:r>
              <a:rPr lang="es-CL" sz="3600" b="1" dirty="0" err="1">
                <a:solidFill>
                  <a:schemeClr val="bg1"/>
                </a:solidFill>
                <a:latin typeface="Gotham" panose="02000603040000020004" pitchFamily="50" charset="0"/>
              </a:rPr>
              <a:t>ipsum</a:t>
            </a:r>
            <a:endParaRPr lang="es-CL" sz="3600" b="1" dirty="0">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hasCustomPrompt="1"/>
          </p:nvPr>
        </p:nvSpPr>
        <p:spPr>
          <a:xfrm>
            <a:off x="542923" y="4680972"/>
            <a:ext cx="5457825" cy="635654"/>
          </a:xfrm>
        </p:spPr>
        <p:txBody>
          <a:bodyPr anchor="ctr">
            <a:noAutofit/>
          </a:bodyPr>
          <a:lstStyle>
            <a:lvl1pPr algn="l">
              <a:defRPr>
                <a:solidFill>
                  <a:schemeClr val="bg1"/>
                </a:solidFill>
              </a:defRPr>
            </a:lvl1pPr>
          </a:lstStyle>
          <a:p>
            <a:pPr algn="l"/>
            <a:r>
              <a:rPr lang="es-CL" sz="1800" dirty="0" err="1">
                <a:solidFill>
                  <a:schemeClr val="bg1"/>
                </a:solidFill>
                <a:latin typeface="Gotham" panose="02000603040000020004" pitchFamily="50" charset="0"/>
              </a:rPr>
              <a:t>Lorem</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ipsum</a:t>
            </a:r>
            <a:r>
              <a:rPr lang="es-CL" sz="1800" dirty="0">
                <a:solidFill>
                  <a:schemeClr val="bg1"/>
                </a:solidFill>
                <a:latin typeface="Gotham" panose="02000603040000020004" pitchFamily="50" charset="0"/>
              </a:rPr>
              <a:t> dolor </a:t>
            </a:r>
            <a:r>
              <a:rPr lang="es-CL" sz="1800" dirty="0" err="1">
                <a:solidFill>
                  <a:schemeClr val="bg1"/>
                </a:solidFill>
                <a:latin typeface="Gotham" panose="02000603040000020004" pitchFamily="50" charset="0"/>
              </a:rPr>
              <a:t>sit</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amet</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consectetuer</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adipiscing</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elit</a:t>
            </a:r>
            <a:r>
              <a:rPr lang="es-CL" sz="1800" dirty="0">
                <a:solidFill>
                  <a:schemeClr val="bg1"/>
                </a:solidFill>
                <a:latin typeface="Gotham" panose="02000603040000020004" pitchFamily="50" charset="0"/>
              </a:rPr>
              <a:t>, sed </a:t>
            </a:r>
            <a:r>
              <a:rPr lang="es-CL" sz="1800" dirty="0" err="1">
                <a:solidFill>
                  <a:schemeClr val="bg1"/>
                </a:solidFill>
                <a:latin typeface="Gotham" panose="02000603040000020004" pitchFamily="50" charset="0"/>
              </a:rPr>
              <a:t>diam</a:t>
            </a:r>
            <a:r>
              <a:rPr lang="es-CL" sz="1800" dirty="0">
                <a:solidFill>
                  <a:schemeClr val="bg1"/>
                </a:solidFill>
                <a:latin typeface="Gotham" panose="02000603040000020004" pitchFamily="50" charset="0"/>
              </a:rPr>
              <a:t>.</a:t>
            </a:r>
          </a:p>
        </p:txBody>
      </p:sp>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gina Interio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3476625" y="256143"/>
            <a:ext cx="5048250" cy="602137"/>
          </a:xfrm>
        </p:spPr>
        <p:txBody>
          <a:bodyPr/>
          <a:lstStyle>
            <a:lvl1pPr marL="0" algn="l">
              <a:defRPr>
                <a:solidFill>
                  <a:srgbClr val="102B42"/>
                </a:solidFill>
                <a:latin typeface="Gotham" panose="02000603040000020004" pitchFamily="50" charset="0"/>
              </a:defRPr>
            </a:lvl1pPr>
          </a:lstStyle>
          <a:p>
            <a:r>
              <a:rPr lang="es-ES" b="1" dirty="0" err="1">
                <a:solidFill>
                  <a:srgbClr val="102B42"/>
                </a:solidFill>
                <a:latin typeface="Gotham" panose="02000603040000020004" pitchFamily="2" charset="0"/>
              </a:rPr>
              <a:t>Lorem</a:t>
            </a:r>
            <a:r>
              <a:rPr lang="es-ES" b="1" dirty="0">
                <a:solidFill>
                  <a:srgbClr val="102B42"/>
                </a:solidFill>
                <a:latin typeface="Gotham" panose="02000603040000020004" pitchFamily="2" charset="0"/>
              </a:rPr>
              <a:t> </a:t>
            </a:r>
            <a:r>
              <a:rPr lang="es-ES" b="1" dirty="0" err="1">
                <a:solidFill>
                  <a:srgbClr val="102B42"/>
                </a:solidFill>
                <a:latin typeface="Gotham" panose="02000603040000020004" pitchFamily="2" charset="0"/>
              </a:rPr>
              <a:t>Ipsum</a:t>
            </a:r>
            <a:endParaRPr lang="en-US" dirty="0"/>
          </a:p>
        </p:txBody>
      </p:sp>
      <p:sp>
        <p:nvSpPr>
          <p:cNvPr id="11" name="Content Placeholder 2"/>
          <p:cNvSpPr>
            <a:spLocks noGrp="1"/>
          </p:cNvSpPr>
          <p:nvPr>
            <p:ph idx="1"/>
          </p:nvPr>
        </p:nvSpPr>
        <p:spPr>
          <a:xfrm>
            <a:off x="323850" y="1057275"/>
            <a:ext cx="11687175" cy="5391149"/>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193636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mbio Capi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ubtítulo 2">
            <a:extLst>
              <a:ext uri="{FF2B5EF4-FFF2-40B4-BE49-F238E27FC236}">
                <a16:creationId xmlns:a16="http://schemas.microsoft.com/office/drawing/2014/main" id="{3F4D12D4-8C14-83E1-5B2F-7EEFB0B28225}"/>
              </a:ext>
            </a:extLst>
          </p:cNvPr>
          <p:cNvSpPr>
            <a:spLocks noGrp="1"/>
          </p:cNvSpPr>
          <p:nvPr>
            <p:ph type="subTitle" idx="1"/>
          </p:nvPr>
        </p:nvSpPr>
        <p:spPr>
          <a:xfrm>
            <a:off x="3373006" y="3985648"/>
            <a:ext cx="5445988" cy="635654"/>
          </a:xfrm>
        </p:spPr>
        <p:txBody>
          <a:bodyPr>
            <a:noAutofit/>
          </a:bodyPr>
          <a:lstStyle>
            <a:lvl1pPr algn="ctr">
              <a:defRPr sz="1600" b="0">
                <a:solidFill>
                  <a:schemeClr val="bg1"/>
                </a:solidFill>
              </a:defRPr>
            </a:lvl1pPr>
          </a:lstStyle>
          <a:p>
            <a:pPr algn="l"/>
            <a:r>
              <a:rPr lang="es-CL" sz="1800" dirty="0" err="1">
                <a:solidFill>
                  <a:schemeClr val="bg1"/>
                </a:solidFill>
                <a:latin typeface="Gotham" panose="02000603040000020004" pitchFamily="50" charset="0"/>
              </a:rPr>
              <a:t>Lorem</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ipsum</a:t>
            </a:r>
            <a:r>
              <a:rPr lang="es-CL" sz="1800" dirty="0">
                <a:solidFill>
                  <a:schemeClr val="bg1"/>
                </a:solidFill>
                <a:latin typeface="Gotham" panose="02000603040000020004" pitchFamily="50" charset="0"/>
              </a:rPr>
              <a:t> dolor </a:t>
            </a:r>
            <a:r>
              <a:rPr lang="es-CL" sz="1800" dirty="0" err="1">
                <a:solidFill>
                  <a:schemeClr val="bg1"/>
                </a:solidFill>
                <a:latin typeface="Gotham" panose="02000603040000020004" pitchFamily="50" charset="0"/>
              </a:rPr>
              <a:t>sit</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amet</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consectetuer</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adipiscing</a:t>
            </a:r>
            <a:r>
              <a:rPr lang="es-CL" sz="1800" dirty="0">
                <a:solidFill>
                  <a:schemeClr val="bg1"/>
                </a:solidFill>
                <a:latin typeface="Gotham" panose="02000603040000020004" pitchFamily="50" charset="0"/>
              </a:rPr>
              <a:t> </a:t>
            </a:r>
            <a:r>
              <a:rPr lang="es-CL" sz="1800" dirty="0" err="1">
                <a:solidFill>
                  <a:schemeClr val="bg1"/>
                </a:solidFill>
                <a:latin typeface="Gotham" panose="02000603040000020004" pitchFamily="50" charset="0"/>
              </a:rPr>
              <a:t>elit</a:t>
            </a:r>
            <a:r>
              <a:rPr lang="es-CL" sz="1800" dirty="0">
                <a:solidFill>
                  <a:schemeClr val="bg1"/>
                </a:solidFill>
                <a:latin typeface="Gotham" panose="02000603040000020004" pitchFamily="50" charset="0"/>
              </a:rPr>
              <a:t>, sed </a:t>
            </a:r>
            <a:r>
              <a:rPr lang="es-CL" sz="1800" dirty="0" err="1">
                <a:solidFill>
                  <a:schemeClr val="bg1"/>
                </a:solidFill>
                <a:latin typeface="Gotham" panose="02000603040000020004" pitchFamily="50" charset="0"/>
              </a:rPr>
              <a:t>diam</a:t>
            </a:r>
            <a:r>
              <a:rPr lang="es-CL" sz="1800" dirty="0">
                <a:solidFill>
                  <a:schemeClr val="bg1"/>
                </a:solidFill>
                <a:latin typeface="Gotham" panose="02000603040000020004" pitchFamily="50" charset="0"/>
              </a:rPr>
              <a:t>.</a:t>
            </a:r>
          </a:p>
        </p:txBody>
      </p:sp>
      <p:sp>
        <p:nvSpPr>
          <p:cNvPr id="3" name="Título 1">
            <a:extLst>
              <a:ext uri="{FF2B5EF4-FFF2-40B4-BE49-F238E27FC236}">
                <a16:creationId xmlns:a16="http://schemas.microsoft.com/office/drawing/2014/main" id="{564C8285-42B1-53CF-3E6E-0B2173629AB8}"/>
              </a:ext>
            </a:extLst>
          </p:cNvPr>
          <p:cNvSpPr>
            <a:spLocks noGrp="1"/>
          </p:cNvSpPr>
          <p:nvPr>
            <p:ph type="ctrTitle" hasCustomPrompt="1"/>
          </p:nvPr>
        </p:nvSpPr>
        <p:spPr>
          <a:xfrm>
            <a:off x="3373006" y="2802449"/>
            <a:ext cx="5445988" cy="1051947"/>
          </a:xfrm>
        </p:spPr>
        <p:txBody>
          <a:bodyPr anchor="ctr">
            <a:normAutofit/>
          </a:bodyPr>
          <a:lstStyle>
            <a:lvl1pPr algn="ctr">
              <a:defRPr>
                <a:solidFill>
                  <a:schemeClr val="bg1"/>
                </a:solidFill>
              </a:defRPr>
            </a:lvl1pPr>
          </a:lstStyle>
          <a:p>
            <a:pPr algn="l"/>
            <a:r>
              <a:rPr lang="es-CL" sz="3600" b="1" dirty="0">
                <a:solidFill>
                  <a:schemeClr val="bg1"/>
                </a:solidFill>
                <a:latin typeface="Gotham" panose="02000603040000020004" pitchFamily="50" charset="0"/>
              </a:rPr>
              <a:t>Cambio Capitulo</a:t>
            </a:r>
          </a:p>
        </p:txBody>
      </p:sp>
    </p:spTree>
    <p:extLst>
      <p:ext uri="{BB962C8B-B14F-4D97-AF65-F5344CB8AC3E}">
        <p14:creationId xmlns:p14="http://schemas.microsoft.com/office/powerpoint/2010/main" val="21740273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5366" y="3712677"/>
            <a:ext cx="7543284" cy="145075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705366" y="5163434"/>
            <a:ext cx="4925814" cy="1173009"/>
          </a:xfrm>
          <a:prstGeom prst="rect">
            <a:avLst/>
          </a:prstGeom>
        </p:spPr>
        <p:txBody>
          <a:bodyPr vert="horz" lIns="0" tIns="45720" rIns="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1" r:id="rId2"/>
    <p:sldLayoutId id="2147483663" r:id="rId3"/>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5D1CFC-FA10-DE0A-8844-F2EDBA64721F}"/>
              </a:ext>
            </a:extLst>
          </p:cNvPr>
          <p:cNvSpPr>
            <a:spLocks noGrp="1"/>
          </p:cNvSpPr>
          <p:nvPr>
            <p:ph type="ctrTitle"/>
          </p:nvPr>
        </p:nvSpPr>
        <p:spPr>
          <a:xfrm>
            <a:off x="721552" y="3714339"/>
            <a:ext cx="9595773" cy="1551983"/>
          </a:xfrm>
        </p:spPr>
        <p:txBody>
          <a:bodyPr>
            <a:normAutofit/>
          </a:bodyPr>
          <a:lstStyle/>
          <a:p>
            <a:r>
              <a:rPr lang="es-MX" dirty="0">
                <a:latin typeface="Gotham"/>
              </a:rPr>
              <a:t>Planificación y Selección de Pruebas en el Desarrollo de Software</a:t>
            </a:r>
            <a:endParaRPr lang="es-ES" dirty="0">
              <a:latin typeface="Gotham"/>
            </a:endParaRPr>
          </a:p>
        </p:txBody>
      </p:sp>
      <p:sp>
        <p:nvSpPr>
          <p:cNvPr id="3" name="Subtítulo 2">
            <a:extLst>
              <a:ext uri="{FF2B5EF4-FFF2-40B4-BE49-F238E27FC236}">
                <a16:creationId xmlns:a16="http://schemas.microsoft.com/office/drawing/2014/main" id="{28DEA359-E0E1-68C6-7B2C-F314A58A191D}"/>
              </a:ext>
            </a:extLst>
          </p:cNvPr>
          <p:cNvSpPr>
            <a:spLocks noGrp="1"/>
          </p:cNvSpPr>
          <p:nvPr>
            <p:ph type="subTitle" idx="1"/>
          </p:nvPr>
        </p:nvSpPr>
        <p:spPr>
          <a:xfrm>
            <a:off x="721751" y="5266322"/>
            <a:ext cx="8736876" cy="635654"/>
          </a:xfrm>
        </p:spPr>
        <p:txBody>
          <a:bodyPr/>
          <a:lstStyle/>
          <a:p>
            <a:r>
              <a:rPr lang="es-ES_tradnl" sz="2400">
                <a:latin typeface="Gotham"/>
              </a:rPr>
              <a:t>Automatización de Pruebas y CI/CD</a:t>
            </a:r>
            <a:endParaRPr lang="es-ES_tradnl" sz="2400"/>
          </a:p>
        </p:txBody>
      </p:sp>
    </p:spTree>
    <p:extLst>
      <p:ext uri="{BB962C8B-B14F-4D97-AF65-F5344CB8AC3E}">
        <p14:creationId xmlns:p14="http://schemas.microsoft.com/office/powerpoint/2010/main" val="521901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1A26B8-2D2D-4B7C-DD7B-33D4FEE1F0AF}"/>
              </a:ext>
            </a:extLst>
          </p:cNvPr>
          <p:cNvSpPr>
            <a:spLocks noGrp="1"/>
          </p:cNvSpPr>
          <p:nvPr>
            <p:ph type="title"/>
          </p:nvPr>
        </p:nvSpPr>
        <p:spPr>
          <a:xfrm>
            <a:off x="3476624" y="256143"/>
            <a:ext cx="8105775" cy="1138317"/>
          </a:xfrm>
        </p:spPr>
        <p:txBody>
          <a:bodyPr/>
          <a:lstStyle/>
          <a:p>
            <a:r>
              <a:rPr lang="es-CL" dirty="0"/>
              <a:t>¿Qué veremos hoy en este módulo?</a:t>
            </a:r>
          </a:p>
        </p:txBody>
      </p:sp>
      <p:sp>
        <p:nvSpPr>
          <p:cNvPr id="3" name="Marcador de contenido 2">
            <a:extLst>
              <a:ext uri="{FF2B5EF4-FFF2-40B4-BE49-F238E27FC236}">
                <a16:creationId xmlns:a16="http://schemas.microsoft.com/office/drawing/2014/main" id="{EBC4473B-B66A-6370-8DF7-C923CE64E4CC}"/>
              </a:ext>
            </a:extLst>
          </p:cNvPr>
          <p:cNvSpPr>
            <a:spLocks noGrp="1"/>
          </p:cNvSpPr>
          <p:nvPr>
            <p:ph idx="1"/>
          </p:nvPr>
        </p:nvSpPr>
        <p:spPr>
          <a:xfrm>
            <a:off x="740496" y="1775460"/>
            <a:ext cx="10128787" cy="4672964"/>
          </a:xfrm>
        </p:spPr>
        <p:txBody>
          <a:bodyPr>
            <a:normAutofit/>
          </a:bodyPr>
          <a:lstStyle/>
          <a:p>
            <a:pPr marL="342900" lvl="0" indent="-342900" algn="just">
              <a:lnSpc>
                <a:spcPct val="150000"/>
              </a:lnSpc>
              <a:buFont typeface="Courier New" panose="02070309020205020404" pitchFamily="49" charset="0"/>
              <a:buChar char="o"/>
            </a:pPr>
            <a:r>
              <a:rPr lang="es-ES"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Introducción a la Automatización de Pruebas</a:t>
            </a:r>
            <a:endParaRPr lang="es-CL"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a:lnSpc>
                <a:spcPct val="150000"/>
              </a:lnSpc>
              <a:buFont typeface="Wingdings" pitchFamily="2" charset="2"/>
              <a:buChar char=""/>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Fundamentos de la Automatización de Pruebas</a:t>
            </a:r>
            <a:endParaRPr lang="es-CL" sz="2000"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a:lnSpc>
                <a:spcPct val="150000"/>
              </a:lnSpc>
              <a:buFont typeface="Wingdings" pitchFamily="2" charset="2"/>
              <a:buChar char=""/>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Tipos de Pruebas Automatizadas</a:t>
            </a:r>
            <a:endParaRPr lang="es-CL" sz="2000"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a:lnSpc>
                <a:spcPct val="150000"/>
              </a:lnSpc>
              <a:buFont typeface="Wingdings" pitchFamily="2" charset="2"/>
              <a:buChar char=""/>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Herramientas para la Automatización de pruebas</a:t>
            </a:r>
            <a:endParaRPr lang="es-CL" sz="2000"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a:lnSpc>
                <a:spcPct val="150000"/>
              </a:lnSpc>
              <a:buFont typeface="Wingdings" pitchFamily="2" charset="2"/>
              <a:buChar char=""/>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Frameworks de Automatización de Pruebas</a:t>
            </a:r>
            <a:endParaRPr lang="es-CL" sz="2000" b="1" dirty="0">
              <a:solidFill>
                <a:srgbClr val="3C3C3B"/>
              </a:solidFill>
              <a:effectLst/>
              <a:highlight>
                <a:srgbClr val="FFFFFF"/>
              </a:highlight>
              <a:latin typeface="Times New Roman" panose="02020603050405020304" pitchFamily="18" charset="0"/>
              <a:ea typeface="Times New Roman" panose="02020603050405020304" pitchFamily="18" charset="0"/>
              <a:cs typeface="Open Sans" panose="020B0606030504020204" pitchFamily="34" charset="0"/>
            </a:endParaRPr>
          </a:p>
          <a:p>
            <a:pPr marL="742950" lvl="1" indent="-285750" algn="just">
              <a:lnSpc>
                <a:spcPct val="150000"/>
              </a:lnSpc>
              <a:buFont typeface="Wingdings" pitchFamily="2" charset="2"/>
              <a:buChar char=""/>
            </a:pPr>
            <a:endParaRPr lang="es-CL" sz="1000" b="1" dirty="0">
              <a:highlight>
                <a:srgbClr val="FFFFFF"/>
              </a:highlight>
              <a:latin typeface="Times New Roman" panose="02020603050405020304" pitchFamily="18" charset="0"/>
              <a:ea typeface="Times New Roman" panose="02020603050405020304" pitchFamily="18" charset="0"/>
              <a:cs typeface="Open Sans" panose="020B0606030504020204" pitchFamily="34" charset="0"/>
            </a:endParaRPr>
          </a:p>
        </p:txBody>
      </p:sp>
    </p:spTree>
    <p:extLst>
      <p:ext uri="{BB962C8B-B14F-4D97-AF65-F5344CB8AC3E}">
        <p14:creationId xmlns:p14="http://schemas.microsoft.com/office/powerpoint/2010/main" val="1670926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E6373AF-7F77-232F-FD10-9640D74453A6}"/>
              </a:ext>
            </a:extLst>
          </p:cNvPr>
          <p:cNvSpPr>
            <a:spLocks noGrp="1"/>
          </p:cNvSpPr>
          <p:nvPr>
            <p:ph type="ctrTitle"/>
          </p:nvPr>
        </p:nvSpPr>
        <p:spPr/>
        <p:txBody>
          <a:bodyPr/>
          <a:lstStyle/>
          <a:p>
            <a:r>
              <a:rPr lang="es-ES" dirty="0"/>
              <a:t>Introducción</a:t>
            </a:r>
            <a:endParaRPr lang="es-CL" dirty="0"/>
          </a:p>
        </p:txBody>
      </p:sp>
      <p:sp>
        <p:nvSpPr>
          <p:cNvPr id="4" name="Subtítulo 3">
            <a:extLst>
              <a:ext uri="{FF2B5EF4-FFF2-40B4-BE49-F238E27FC236}">
                <a16:creationId xmlns:a16="http://schemas.microsoft.com/office/drawing/2014/main" id="{C6435DE5-602C-0C9F-1A54-22F44162A6F5}"/>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285219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7698D47-D3A4-1233-92C0-91D491FC3264}"/>
              </a:ext>
            </a:extLst>
          </p:cNvPr>
          <p:cNvSpPr>
            <a:spLocks noGrp="1"/>
          </p:cNvSpPr>
          <p:nvPr>
            <p:ph idx="1"/>
          </p:nvPr>
        </p:nvSpPr>
        <p:spPr>
          <a:xfrm>
            <a:off x="1230230" y="1482672"/>
            <a:ext cx="9718880" cy="4165958"/>
          </a:xfrm>
        </p:spPr>
        <p:txBody>
          <a:bodyPr anchor="t">
            <a:noAutofit/>
          </a:bodyPr>
          <a:lstStyle/>
          <a:p>
            <a:pPr marL="0" indent="0" algn="just">
              <a:lnSpc>
                <a:spcPct val="200000"/>
              </a:lnSpc>
              <a:buNone/>
            </a:pPr>
            <a:r>
              <a:rPr lang="es-ES" sz="1600" dirty="0">
                <a:highlight>
                  <a:srgbClr val="FFFFFF"/>
                </a:highlight>
                <a:latin typeface="Montserrat" pitchFamily="2" charset="77"/>
                <a:cs typeface="Open Sans" panose="020B0606030504020204" pitchFamily="34" charset="0"/>
              </a:rPr>
              <a:t>La automatización de pruebas es fundamental en el desarrollo moderno de software, permitiendo validación continua y eficiente. Utiliza herramientas y scripts para ejecutar pruebas automáticamente, mejorando la eficiencia y precisión. Históricamente, se desarrolló para reducir el tiempo y esfuerzo de las pruebas manuales. Las herramientas han avanzado, integrándose con métodos de entrega continua y ágiles. Las principales ventajas son la reducción de tiempo y la consistencia de los resultados, aunque presenta desafíos como el mantenimiento de scripts. En resumen, es esencial para asegurar la calidad del software en un entorno ágil.</a:t>
            </a:r>
          </a:p>
        </p:txBody>
      </p:sp>
    </p:spTree>
    <p:extLst>
      <p:ext uri="{BB962C8B-B14F-4D97-AF65-F5344CB8AC3E}">
        <p14:creationId xmlns:p14="http://schemas.microsoft.com/office/powerpoint/2010/main" val="336712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E6373AF-7F77-232F-FD10-9640D74453A6}"/>
              </a:ext>
            </a:extLst>
          </p:cNvPr>
          <p:cNvSpPr>
            <a:spLocks noGrp="1"/>
          </p:cNvSpPr>
          <p:nvPr>
            <p:ph type="ctrTitle"/>
          </p:nvPr>
        </p:nvSpPr>
        <p:spPr>
          <a:xfrm>
            <a:off x="3373006" y="2903026"/>
            <a:ext cx="7096874" cy="1051947"/>
          </a:xfrm>
        </p:spPr>
        <p:txBody>
          <a:bodyPr>
            <a:normAutofit fontScale="90000"/>
          </a:bodyPr>
          <a:lstStyle/>
          <a:p>
            <a:r>
              <a:rPr lang="es-ES" dirty="0"/>
              <a:t>Fundamentos de la Automatización de Pruebas </a:t>
            </a:r>
            <a:endParaRPr lang="es-CL" dirty="0"/>
          </a:p>
        </p:txBody>
      </p:sp>
    </p:spTree>
    <p:extLst>
      <p:ext uri="{BB962C8B-B14F-4D97-AF65-F5344CB8AC3E}">
        <p14:creationId xmlns:p14="http://schemas.microsoft.com/office/powerpoint/2010/main" val="2005921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188AEE28-8823-2357-1972-7688EF9AD159}"/>
              </a:ext>
            </a:extLst>
          </p:cNvPr>
          <p:cNvSpPr txBox="1"/>
          <p:nvPr/>
        </p:nvSpPr>
        <p:spPr>
          <a:xfrm>
            <a:off x="1023581" y="1164821"/>
            <a:ext cx="9974240" cy="4851969"/>
          </a:xfrm>
          <a:prstGeom prst="rect">
            <a:avLst/>
          </a:prstGeom>
          <a:noFill/>
        </p:spPr>
        <p:txBody>
          <a:bodyPr wrap="square" lIns="91440" tIns="45720" rIns="91440" bIns="45720" anchor="t">
            <a:spAutoFit/>
          </a:bodyPr>
          <a:lstStyle/>
          <a:p>
            <a:pPr>
              <a:lnSpc>
                <a:spcPct val="150000"/>
              </a:lnSpc>
            </a:pPr>
            <a:r>
              <a:rPr lang="es-ES_tradnl" sz="1600" dirty="0">
                <a:solidFill>
                  <a:srgbClr val="3C3C3B"/>
                </a:solidFill>
                <a:highlight>
                  <a:srgbClr val="FFFFFF"/>
                </a:highlight>
                <a:latin typeface="Montserrat" pitchFamily="2" charset="77"/>
                <a:cs typeface="Open Sans" panose="020B0606030504020204" pitchFamily="34" charset="0"/>
              </a:rPr>
              <a:t>La automatización de pruebas ha avanzado desde los años 1980, impulsada por la complejidad del software y la necesidad de eficiencia. </a:t>
            </a:r>
          </a:p>
          <a:p>
            <a:pPr>
              <a:lnSpc>
                <a:spcPct val="150000"/>
              </a:lnSpc>
            </a:pPr>
            <a:endParaRPr lang="es-ES_tradnl" sz="1600" dirty="0">
              <a:solidFill>
                <a:srgbClr val="3C3C3B"/>
              </a:solidFill>
              <a:highlight>
                <a:srgbClr val="FFFFFF"/>
              </a:highlight>
              <a:latin typeface="Montserrat" pitchFamily="2" charset="77"/>
              <a:cs typeface="Open Sans" panose="020B0606030504020204" pitchFamily="34" charset="0"/>
            </a:endParaRPr>
          </a:p>
          <a:p>
            <a:pPr>
              <a:lnSpc>
                <a:spcPct val="150000"/>
              </a:lnSpc>
            </a:pPr>
            <a:r>
              <a:rPr lang="es-ES_tradnl" sz="1600" b="1" dirty="0">
                <a:solidFill>
                  <a:srgbClr val="3C3C3B"/>
                </a:solidFill>
                <a:highlight>
                  <a:srgbClr val="FFFFFF"/>
                </a:highlight>
                <a:latin typeface="Montserrat"/>
                <a:cs typeface="Open Sans"/>
              </a:rPr>
              <a:t>Años 1980: </a:t>
            </a:r>
            <a:r>
              <a:rPr lang="es-ES_tradnl" sz="1600" dirty="0">
                <a:solidFill>
                  <a:srgbClr val="3C3C3B"/>
                </a:solidFill>
                <a:highlight>
                  <a:srgbClr val="FFFFFF"/>
                </a:highlight>
                <a:latin typeface="Montserrat"/>
                <a:cs typeface="Open Sans"/>
              </a:rPr>
              <a:t>Aparecen herramientas rudimentarias, específicas para ciertos lenguajes, reduciendo el tiempo y esfuerzo de pruebas manuales.</a:t>
            </a:r>
          </a:p>
          <a:p>
            <a:pPr>
              <a:lnSpc>
                <a:spcPct val="150000"/>
              </a:lnSpc>
            </a:pPr>
            <a:endParaRPr lang="es-ES_tradnl" sz="1600" b="1" dirty="0">
              <a:solidFill>
                <a:srgbClr val="3C3C3B"/>
              </a:solidFill>
              <a:highlight>
                <a:srgbClr val="FFFFFF"/>
              </a:highlight>
              <a:latin typeface="Montserrat" pitchFamily="2" charset="77"/>
              <a:cs typeface="Open Sans" panose="020B0606030504020204" pitchFamily="34" charset="0"/>
            </a:endParaRPr>
          </a:p>
          <a:p>
            <a:pPr>
              <a:lnSpc>
                <a:spcPct val="150000"/>
              </a:lnSpc>
            </a:pPr>
            <a:r>
              <a:rPr lang="es-ES_tradnl" sz="1600" b="1" dirty="0">
                <a:solidFill>
                  <a:srgbClr val="3C3C3B"/>
                </a:solidFill>
                <a:highlight>
                  <a:srgbClr val="FFFFFF"/>
                </a:highlight>
                <a:latin typeface="Montserrat"/>
                <a:cs typeface="Open Sans"/>
              </a:rPr>
              <a:t>Años 1990: </a:t>
            </a:r>
            <a:r>
              <a:rPr lang="es-ES_tradnl" sz="1600" dirty="0">
                <a:solidFill>
                  <a:srgbClr val="3C3C3B"/>
                </a:solidFill>
                <a:highlight>
                  <a:srgbClr val="FFFFFF"/>
                </a:highlight>
                <a:latin typeface="Montserrat"/>
                <a:cs typeface="Open Sans"/>
              </a:rPr>
              <a:t>Se producen avances tecnológicos que mejoran las herramientas de automatización, como el desarrollo ágil. Herramientas comerciales como </a:t>
            </a:r>
            <a:r>
              <a:rPr lang="es-ES_tradnl" sz="1600" err="1">
                <a:solidFill>
                  <a:srgbClr val="3C3C3B"/>
                </a:solidFill>
                <a:highlight>
                  <a:srgbClr val="FFFFFF"/>
                </a:highlight>
                <a:latin typeface="Montserrat"/>
                <a:cs typeface="Open Sans"/>
              </a:rPr>
              <a:t>WinRunner</a:t>
            </a:r>
            <a:r>
              <a:rPr lang="es-ES_tradnl" sz="1600" dirty="0">
                <a:solidFill>
                  <a:srgbClr val="3C3C3B"/>
                </a:solidFill>
                <a:highlight>
                  <a:srgbClr val="FFFFFF"/>
                </a:highlight>
                <a:latin typeface="Montserrat"/>
                <a:cs typeface="Open Sans"/>
              </a:rPr>
              <a:t> ganan popularidad, estableciendo estándares.</a:t>
            </a:r>
          </a:p>
          <a:p>
            <a:pPr>
              <a:lnSpc>
                <a:spcPct val="150000"/>
              </a:lnSpc>
            </a:pPr>
            <a:endParaRPr lang="es-ES_tradnl" sz="1600" b="1" dirty="0">
              <a:solidFill>
                <a:srgbClr val="3C3C3B"/>
              </a:solidFill>
              <a:highlight>
                <a:srgbClr val="FFFFFF"/>
              </a:highlight>
              <a:latin typeface="Montserrat" pitchFamily="2" charset="77"/>
              <a:cs typeface="Open Sans" panose="020B0606030504020204" pitchFamily="34" charset="0"/>
            </a:endParaRPr>
          </a:p>
          <a:p>
            <a:pPr>
              <a:lnSpc>
                <a:spcPct val="150000"/>
              </a:lnSpc>
            </a:pPr>
            <a:r>
              <a:rPr lang="es-ES_tradnl" sz="1600" b="1" dirty="0">
                <a:solidFill>
                  <a:srgbClr val="3C3C3B"/>
                </a:solidFill>
                <a:highlight>
                  <a:srgbClr val="FFFFFF"/>
                </a:highlight>
                <a:latin typeface="Montserrat"/>
                <a:cs typeface="Open Sans"/>
              </a:rPr>
              <a:t>Años 2000:</a:t>
            </a:r>
            <a:r>
              <a:rPr lang="es-ES_tradnl" sz="1600" dirty="0">
                <a:solidFill>
                  <a:srgbClr val="3C3C3B"/>
                </a:solidFill>
                <a:highlight>
                  <a:srgbClr val="FFFFFF"/>
                </a:highlight>
                <a:latin typeface="Montserrat"/>
                <a:cs typeface="Open Sans"/>
              </a:rPr>
              <a:t> Se da una expansión significativa con herramientas como Selenium y QTP, mejorando la integración con metodologías de entrega continua (CI/CD) y aumentando la flexibilidad y eficiencia de las pruebas.</a:t>
            </a:r>
          </a:p>
        </p:txBody>
      </p:sp>
      <p:sp>
        <p:nvSpPr>
          <p:cNvPr id="3" name="Título 1">
            <a:extLst>
              <a:ext uri="{FF2B5EF4-FFF2-40B4-BE49-F238E27FC236}">
                <a16:creationId xmlns:a16="http://schemas.microsoft.com/office/drawing/2014/main" id="{8B5D709A-903D-4FA1-6A69-A268F697909F}"/>
              </a:ext>
            </a:extLst>
          </p:cNvPr>
          <p:cNvSpPr>
            <a:spLocks noGrp="1"/>
          </p:cNvSpPr>
          <p:nvPr>
            <p:ph type="title"/>
          </p:nvPr>
        </p:nvSpPr>
        <p:spPr>
          <a:xfrm>
            <a:off x="3476624" y="256143"/>
            <a:ext cx="8163743" cy="602137"/>
          </a:xfrm>
        </p:spPr>
        <p:txBody>
          <a:bodyPr/>
          <a:lstStyle/>
          <a:p>
            <a:r>
              <a:rPr lang="es-CL" dirty="0"/>
              <a:t>Historia</a:t>
            </a:r>
          </a:p>
        </p:txBody>
      </p:sp>
    </p:spTree>
    <p:extLst>
      <p:ext uri="{BB962C8B-B14F-4D97-AF65-F5344CB8AC3E}">
        <p14:creationId xmlns:p14="http://schemas.microsoft.com/office/powerpoint/2010/main" val="1194126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Definición</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5" name="CuadroTexto 4">
            <a:extLst>
              <a:ext uri="{FF2B5EF4-FFF2-40B4-BE49-F238E27FC236}">
                <a16:creationId xmlns:a16="http://schemas.microsoft.com/office/drawing/2014/main" id="{F43A9CE1-F407-CE86-3FD6-B5D08D9FBF72}"/>
              </a:ext>
            </a:extLst>
          </p:cNvPr>
          <p:cNvSpPr txBox="1"/>
          <p:nvPr/>
        </p:nvSpPr>
        <p:spPr>
          <a:xfrm>
            <a:off x="910653" y="1711627"/>
            <a:ext cx="10357580" cy="3271280"/>
          </a:xfrm>
          <a:prstGeom prst="rect">
            <a:avLst/>
          </a:prstGeom>
          <a:noFill/>
        </p:spPr>
        <p:txBody>
          <a:bodyPr wrap="square">
            <a:spAutoFit/>
          </a:bodyPr>
          <a:lstStyle/>
          <a:p>
            <a:pPr lvl="0" algn="just">
              <a:lnSpc>
                <a:spcPct val="150000"/>
              </a:lnSpc>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La automatización de pruebas utiliza herramientas y scripts para ejecutar pruebas de software automáticamente, simulando interacciones del usuario y verificando resultados. Abarca diversos tipos de pruebas (funcionales, regresión, carga, rendimiento) y genera informes detallados para identificar y corregir errores. Estas herramientas son flexibles y escalables, integrándose con sistemas de integración continua (CI/CD) para asegurar la estabilidad y funcionalidad del software durante su ciclo de vida.</a:t>
            </a:r>
            <a:endParaRPr lang="es-CL" sz="2000" dirty="0">
              <a:effectLst/>
              <a:highlight>
                <a:srgbClr val="FFFFFF"/>
              </a:highligh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09309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Propósito</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6" name="CuadroTexto 5">
            <a:extLst>
              <a:ext uri="{FF2B5EF4-FFF2-40B4-BE49-F238E27FC236}">
                <a16:creationId xmlns:a16="http://schemas.microsoft.com/office/drawing/2014/main" id="{B4CBBC6B-50D5-14C3-DFDB-51947822183E}"/>
              </a:ext>
            </a:extLst>
          </p:cNvPr>
          <p:cNvSpPr txBox="1"/>
          <p:nvPr/>
        </p:nvSpPr>
        <p:spPr>
          <a:xfrm>
            <a:off x="1052282" y="1427255"/>
            <a:ext cx="10022609" cy="4194610"/>
          </a:xfrm>
          <a:prstGeom prst="rect">
            <a:avLst/>
          </a:prstGeom>
          <a:noFill/>
        </p:spPr>
        <p:txBody>
          <a:bodyPr wrap="square">
            <a:spAutoFit/>
          </a:bodyPr>
          <a:lstStyle/>
          <a:p>
            <a:pPr lvl="0" algn="just">
              <a:lnSpc>
                <a:spcPct val="150000"/>
              </a:lnSpc>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La automatización de pruebas aumenta la eficiencia y efectividad del proceso de pruebas de software al permitir la ejecución rápida y exhaustiva de numerosos casos de prueba, reduciendo costos y tiempos. Libera a los testers de tareas repetitivas, mejorando su productividad y la calidad del software. Además, garantiza una mayor cobertura y consistencia en las pruebas, asegurando que todas las partes del software sean probadas exhaustivamente, incluyendo integraciones y detección de errores. Es crucial en el desarrollo moderno de software, permitiendo validación continua y mejor calidad en menos tiempo.</a:t>
            </a:r>
            <a:endParaRPr lang="es-CL" sz="2000" dirty="0">
              <a:effectLst/>
              <a:highlight>
                <a:srgbClr val="FFFFFF"/>
              </a:highligh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7943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2" name="Título 1">
            <a:extLst>
              <a:ext uri="{FF2B5EF4-FFF2-40B4-BE49-F238E27FC236}">
                <a16:creationId xmlns:a16="http://schemas.microsoft.com/office/drawing/2014/main" id="{21CD6FA4-1DB3-50C2-FA04-BEC5359566A3}"/>
              </a:ext>
            </a:extLst>
          </p:cNvPr>
          <p:cNvSpPr>
            <a:spLocks noGrp="1"/>
          </p:cNvSpPr>
          <p:nvPr>
            <p:ph type="title"/>
          </p:nvPr>
        </p:nvSpPr>
        <p:spPr>
          <a:xfrm>
            <a:off x="3476624" y="256143"/>
            <a:ext cx="8163743" cy="602137"/>
          </a:xfrm>
        </p:spPr>
        <p:txBody>
          <a:bodyPr/>
          <a:lstStyle/>
          <a:p>
            <a:r>
              <a:rPr lang="es-CL" dirty="0"/>
              <a:t>Proceso</a:t>
            </a:r>
          </a:p>
        </p:txBody>
      </p:sp>
      <p:pic>
        <p:nvPicPr>
          <p:cNvPr id="4" name="Imagen 3">
            <a:extLst>
              <a:ext uri="{FF2B5EF4-FFF2-40B4-BE49-F238E27FC236}">
                <a16:creationId xmlns:a16="http://schemas.microsoft.com/office/drawing/2014/main" id="{4BFAA49D-5125-0DCA-FE41-04AF7CCAB3E8}"/>
              </a:ext>
            </a:extLst>
          </p:cNvPr>
          <p:cNvPicPr>
            <a:picLocks noChangeAspect="1"/>
          </p:cNvPicPr>
          <p:nvPr/>
        </p:nvPicPr>
        <p:blipFill>
          <a:blip r:embed="rId2"/>
          <a:stretch>
            <a:fillRect/>
          </a:stretch>
        </p:blipFill>
        <p:spPr>
          <a:xfrm>
            <a:off x="388709" y="849567"/>
            <a:ext cx="11403457" cy="5509999"/>
          </a:xfrm>
          <a:prstGeom prst="rect">
            <a:avLst/>
          </a:prstGeom>
        </p:spPr>
      </p:pic>
    </p:spTree>
    <p:extLst>
      <p:ext uri="{BB962C8B-B14F-4D97-AF65-F5344CB8AC3E}">
        <p14:creationId xmlns:p14="http://schemas.microsoft.com/office/powerpoint/2010/main" val="392080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2" name="Título 1">
            <a:extLst>
              <a:ext uri="{FF2B5EF4-FFF2-40B4-BE49-F238E27FC236}">
                <a16:creationId xmlns:a16="http://schemas.microsoft.com/office/drawing/2014/main" id="{21CD6FA4-1DB3-50C2-FA04-BEC5359566A3}"/>
              </a:ext>
            </a:extLst>
          </p:cNvPr>
          <p:cNvSpPr>
            <a:spLocks noGrp="1"/>
          </p:cNvSpPr>
          <p:nvPr>
            <p:ph type="title"/>
          </p:nvPr>
        </p:nvSpPr>
        <p:spPr>
          <a:xfrm>
            <a:off x="3476624" y="256143"/>
            <a:ext cx="8163743" cy="602137"/>
          </a:xfrm>
        </p:spPr>
        <p:txBody>
          <a:bodyPr/>
          <a:lstStyle/>
          <a:p>
            <a:r>
              <a:rPr lang="es-CL" dirty="0"/>
              <a:t>Ciclo de Vida</a:t>
            </a:r>
          </a:p>
        </p:txBody>
      </p:sp>
      <p:pic>
        <p:nvPicPr>
          <p:cNvPr id="4" name="Imagen 3">
            <a:extLst>
              <a:ext uri="{FF2B5EF4-FFF2-40B4-BE49-F238E27FC236}">
                <a16:creationId xmlns:a16="http://schemas.microsoft.com/office/drawing/2014/main" id="{EA7C10B7-9F28-8B4E-47A9-D19F50514B86}"/>
              </a:ext>
            </a:extLst>
          </p:cNvPr>
          <p:cNvPicPr>
            <a:picLocks noChangeAspect="1"/>
          </p:cNvPicPr>
          <p:nvPr/>
        </p:nvPicPr>
        <p:blipFill>
          <a:blip r:embed="rId2"/>
          <a:srcRect l="8514" t="2893" r="9597" b="1808"/>
          <a:stretch/>
        </p:blipFill>
        <p:spPr>
          <a:xfrm>
            <a:off x="4095167" y="252597"/>
            <a:ext cx="6016873" cy="5998064"/>
          </a:xfrm>
          <a:prstGeom prst="rect">
            <a:avLst/>
          </a:prstGeom>
        </p:spPr>
      </p:pic>
    </p:spTree>
    <p:extLst>
      <p:ext uri="{BB962C8B-B14F-4D97-AF65-F5344CB8AC3E}">
        <p14:creationId xmlns:p14="http://schemas.microsoft.com/office/powerpoint/2010/main" val="751700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4033908" y="256143"/>
            <a:ext cx="8163743" cy="602137"/>
          </a:xfrm>
        </p:spPr>
        <p:txBody>
          <a:bodyPr/>
          <a:lstStyle/>
          <a:p>
            <a:r>
              <a:rPr lang="es-CL" dirty="0"/>
              <a:t>Roles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6" name="CuadroTexto 5">
            <a:extLst>
              <a:ext uri="{FF2B5EF4-FFF2-40B4-BE49-F238E27FC236}">
                <a16:creationId xmlns:a16="http://schemas.microsoft.com/office/drawing/2014/main" id="{B4CBBC6B-50D5-14C3-DFDB-51947822183E}"/>
              </a:ext>
            </a:extLst>
          </p:cNvPr>
          <p:cNvSpPr txBox="1"/>
          <p:nvPr/>
        </p:nvSpPr>
        <p:spPr>
          <a:xfrm>
            <a:off x="1222879" y="1279404"/>
            <a:ext cx="10295564" cy="5077031"/>
          </a:xfrm>
          <a:prstGeom prst="rect">
            <a:avLst/>
          </a:prstGeom>
          <a:noFill/>
        </p:spPr>
        <p:txBody>
          <a:bodyPr wrap="square">
            <a:spAutoFit/>
          </a:bodyPr>
          <a:lstStyle/>
          <a:p>
            <a:pPr lvl="0" algn="just">
              <a:lnSpc>
                <a:spcPct val="150000"/>
              </a:lnSpc>
            </a:pPr>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El proceso de automatización de pruebas involucra a diversos roles clave:</a:t>
            </a:r>
          </a:p>
          <a:p>
            <a:pPr lvl="0" algn="just">
              <a:lnSpc>
                <a:spcPct val="150000"/>
              </a:lnSpc>
            </a:pPr>
            <a:r>
              <a:rPr lang="es-ES"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a:t>
            </a:r>
            <a:r>
              <a:rPr lang="es-ES" dirty="0" err="1">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Automatizadores</a:t>
            </a:r>
            <a:r>
              <a:rPr lang="es-ES"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de Pruebas: Especialistas en la creación y mantenimiento de scripts de automatización. Diseñan, implementan, ejecutan y mantienen los scripts para asegurar su efectividad a lo largo del tiempo.</a:t>
            </a:r>
          </a:p>
          <a:p>
            <a:pPr lvl="0" algn="just">
              <a:lnSpc>
                <a:spcPct val="150000"/>
              </a:lnSpc>
            </a:pPr>
            <a:r>
              <a:rPr lang="es-ES"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Desarrolladores de Software: Colaboran con los </a:t>
            </a:r>
            <a:r>
              <a:rPr lang="es-ES" dirty="0" err="1">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automatizadores</a:t>
            </a:r>
            <a:r>
              <a:rPr lang="es-ES"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para integrar las pruebas automatizadas en el ciclo de desarrollo, proporcionando información sobre nuevas funcionalidades y corrigiendo errores detectados. Ayudan a escribir y mantener scripts, especialmente en entornos ágiles con integración continua.</a:t>
            </a:r>
          </a:p>
          <a:p>
            <a:pPr lvl="0" algn="just">
              <a:lnSpc>
                <a:spcPct val="150000"/>
              </a:lnSpc>
            </a:pPr>
            <a:r>
              <a:rPr lang="es-ES"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Analistas de Calidad (QA): Revisan los resultados de las pruebas automatizadas y realizan pruebas manuales complementarias. Aseguran que los casos de prueba cubran todas las funcionalidades críticas y los resultados sean precisos. Identifican áreas que requieren pruebas manuales detalladas cuando la automatización no es viable.</a:t>
            </a:r>
            <a:endParaRPr lang="es-CL" dirty="0">
              <a:effectLst/>
              <a:highlight>
                <a:srgbClr val="FFFFFF"/>
              </a:highligh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04159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Mejores Prácticas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6" name="CuadroTexto 5">
            <a:extLst>
              <a:ext uri="{FF2B5EF4-FFF2-40B4-BE49-F238E27FC236}">
                <a16:creationId xmlns:a16="http://schemas.microsoft.com/office/drawing/2014/main" id="{B4CBBC6B-50D5-14C3-DFDB-51947822183E}"/>
              </a:ext>
            </a:extLst>
          </p:cNvPr>
          <p:cNvSpPr txBox="1"/>
          <p:nvPr/>
        </p:nvSpPr>
        <p:spPr>
          <a:xfrm>
            <a:off x="1382103" y="1381762"/>
            <a:ext cx="9533565" cy="4708981"/>
          </a:xfrm>
          <a:prstGeom prst="rect">
            <a:avLst/>
          </a:prstGeom>
          <a:noFill/>
        </p:spPr>
        <p:txBody>
          <a:bodyPr wrap="square" lIns="91440" tIns="45720" rIns="91440" bIns="45720" anchor="t">
            <a:spAutoFit/>
          </a:bodyPr>
          <a:lstStyle/>
          <a:p>
            <a:pPr lvl="0" algn="just"/>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Para maximizar la efectividad de la automatización de pruebas, se deben seguir buenas prácticas:</a:t>
            </a:r>
            <a:endParaRPr lang="es-ES"/>
          </a:p>
          <a:p>
            <a:pPr lvl="0" algn="just"/>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Selección de Casos de Prueba: Elegir casos repetitivos, críticos y con alta frecuencia de errores humanos para la automatización. Priorizar pruebas de funcionalidades críticas del sistema.</a:t>
            </a:r>
          </a:p>
          <a:p>
            <a:pPr algn="just"/>
            <a:endParaRPr lang="es-ES" sz="2000" dirty="0">
              <a:solidFill>
                <a:srgbClr val="3C3C3B"/>
              </a:solidFill>
              <a:highlight>
                <a:srgbClr val="FFFFFF"/>
              </a:highlight>
              <a:latin typeface="Montserrat"/>
              <a:ea typeface="Times New Roman" panose="02020603050405020304" pitchFamily="18" charset="0"/>
              <a:cs typeface="Open Sans"/>
            </a:endParaRPr>
          </a:p>
          <a:p>
            <a:pPr lvl="0" algn="just"/>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Modularidad y Reusabilidad: Escribir scripts modulares y reutilizables para facilitar mantenimiento y expansión. Reutilizar componentes en múltiples pruebas ahorra tiempo y esfuerzo, mejorando la claridad y organización del código.</a:t>
            </a:r>
          </a:p>
          <a:p>
            <a:pPr algn="just"/>
            <a:endParaRPr lang="es-ES" sz="2000" dirty="0">
              <a:solidFill>
                <a:srgbClr val="3C3C3B"/>
              </a:solidFill>
              <a:highlight>
                <a:srgbClr val="FFFFFF"/>
              </a:highlight>
              <a:latin typeface="Montserrat"/>
              <a:ea typeface="Times New Roman" panose="02020603050405020304" pitchFamily="18" charset="0"/>
              <a:cs typeface="Open Sans"/>
            </a:endParaRPr>
          </a:p>
          <a:p>
            <a:pPr lvl="0" algn="just"/>
            <a:r>
              <a:rPr lang="es-ES" sz="2000" dirty="0">
                <a:solidFill>
                  <a:srgbClr val="3C3C3B"/>
                </a:solidFill>
                <a:effectLst/>
                <a:highlight>
                  <a:srgbClr val="FFFFFF"/>
                </a:highlight>
                <a:latin typeface="Montserrat" pitchFamily="2" charset="77"/>
                <a:ea typeface="Times New Roman" panose="02020603050405020304" pitchFamily="18" charset="0"/>
                <a:cs typeface="Open Sans" panose="020B0606030504020204" pitchFamily="34" charset="0"/>
              </a:rPr>
              <a:t>- Mantenimiento Regular: Actualizar y mantener scripts regularmente para adaptarse a cambios en la aplicación, reflejar nuevas funcionalidades, corregir errores y asegurar precisión y efectividad de las pruebas.</a:t>
            </a:r>
            <a:endParaRPr lang="es-CL"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7488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Protocolos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6" name="CuadroTexto 5">
            <a:extLst>
              <a:ext uri="{FF2B5EF4-FFF2-40B4-BE49-F238E27FC236}">
                <a16:creationId xmlns:a16="http://schemas.microsoft.com/office/drawing/2014/main" id="{B4CBBC6B-50D5-14C3-DFDB-51947822183E}"/>
              </a:ext>
            </a:extLst>
          </p:cNvPr>
          <p:cNvSpPr txBox="1"/>
          <p:nvPr/>
        </p:nvSpPr>
        <p:spPr>
          <a:xfrm>
            <a:off x="972671" y="1017822"/>
            <a:ext cx="10238698" cy="5324535"/>
          </a:xfrm>
          <a:prstGeom prst="rect">
            <a:avLst/>
          </a:prstGeom>
          <a:noFill/>
        </p:spPr>
        <p:txBody>
          <a:bodyPr wrap="square" lIns="91440" tIns="45720" rIns="91440" bIns="45720" anchor="t">
            <a:spAutoFit/>
          </a:bodyPr>
          <a:lstStyle/>
          <a:p>
            <a:pPr lvl="0" algn="just"/>
            <a:r>
              <a:rPr lang="es-ES" sz="2000" dirty="0">
                <a:solidFill>
                  <a:srgbClr val="3C3C3B"/>
                </a:solidFill>
                <a:effectLst/>
                <a:highlight>
                  <a:srgbClr val="FFFFFF"/>
                </a:highlight>
                <a:latin typeface="Montserrat"/>
                <a:ea typeface="Times New Roman" panose="02020603050405020304" pitchFamily="18" charset="0"/>
                <a:cs typeface="Open Sans" panose="020B0606030504020204" pitchFamily="34" charset="0"/>
              </a:rPr>
              <a:t>La implementación de protocolos estándar es crucial para integrar la automatización de pruebas en el desarrollo de software, asegurando que las pruebas se ejecuten consistentemente y proporcionando validación continua.</a:t>
            </a:r>
            <a:endParaRPr lang="es-ES"/>
          </a:p>
          <a:p>
            <a:pPr algn="just"/>
            <a:endParaRPr lang="es-ES" sz="2000" dirty="0">
              <a:solidFill>
                <a:srgbClr val="3C3C3B"/>
              </a:solidFill>
              <a:highlight>
                <a:srgbClr val="FFFFFF"/>
              </a:highlight>
              <a:latin typeface="Montserrat"/>
              <a:ea typeface="Times New Roman" panose="02020603050405020304" pitchFamily="18" charset="0"/>
              <a:cs typeface="Open Sans"/>
            </a:endParaRPr>
          </a:p>
          <a:p>
            <a:pPr marL="285750" lvl="0" indent="-285750" algn="just">
              <a:buFont typeface="Arial" panose="020B0604020202020204" pitchFamily="34" charset="0"/>
              <a:buChar char="•"/>
            </a:pPr>
            <a:r>
              <a:rPr lang="es-ES" sz="2000" dirty="0">
                <a:solidFill>
                  <a:srgbClr val="3C3C3B"/>
                </a:solidFill>
                <a:effectLst/>
                <a:highlight>
                  <a:srgbClr val="FFFFFF"/>
                </a:highlight>
                <a:latin typeface="Montserrat"/>
                <a:ea typeface="Times New Roman" panose="02020603050405020304" pitchFamily="18" charset="0"/>
                <a:cs typeface="Open Sans" panose="020B0606030504020204" pitchFamily="34" charset="0"/>
              </a:rPr>
              <a:t>Integración Continua (CI): Integra pruebas automatizadas en el proceso de CI para ejecutar pruebas en cada cambio de código, permitiendo la detección temprana de errores y mejorando la estabilidad y calidad del software. Herramientas como Jenkins, CircleCI y Travis CI son comunes.</a:t>
            </a:r>
          </a:p>
          <a:p>
            <a:pPr marL="285750" indent="-285750" algn="just">
              <a:buFont typeface="Arial" panose="020B0604020202020204" pitchFamily="34" charset="0"/>
              <a:buChar char="•"/>
            </a:pPr>
            <a:endParaRPr lang="es-ES" sz="2000" dirty="0">
              <a:solidFill>
                <a:srgbClr val="3C3C3B"/>
              </a:solidFill>
              <a:highlight>
                <a:srgbClr val="FFFFFF"/>
              </a:highlight>
              <a:latin typeface="Montserrat"/>
              <a:ea typeface="Times New Roman" panose="02020603050405020304" pitchFamily="18" charset="0"/>
              <a:cs typeface="Open Sans"/>
            </a:endParaRPr>
          </a:p>
          <a:p>
            <a:pPr marL="285750" lvl="0" indent="-285750" algn="just">
              <a:buFont typeface="Arial" panose="020B0604020202020204" pitchFamily="34" charset="0"/>
              <a:buChar char="•"/>
            </a:pPr>
            <a:r>
              <a:rPr lang="es-ES" sz="2000" dirty="0">
                <a:solidFill>
                  <a:srgbClr val="3C3C3B"/>
                </a:solidFill>
                <a:effectLst/>
                <a:highlight>
                  <a:srgbClr val="FFFFFF"/>
                </a:highlight>
                <a:latin typeface="Montserrat"/>
                <a:ea typeface="Times New Roman" panose="02020603050405020304" pitchFamily="18" charset="0"/>
                <a:cs typeface="Open Sans" panose="020B0606030504020204" pitchFamily="34" charset="0"/>
              </a:rPr>
              <a:t>Desarrollo Continuo (CD): Usa la automatización en pipelines de CD para garantizar calidad en el despliegue. Las pruebas automatizadas son obligatorias antes de desplegar en producción, asegurando que solo el software que pasa todas las pruebas se despliega, reduciendo riesgos y mejorando la confiabilidad.</a:t>
            </a:r>
          </a:p>
          <a:p>
            <a:pPr lvl="0" algn="just"/>
            <a:r>
              <a:rPr lang="es-ES" sz="2000" dirty="0">
                <a:solidFill>
                  <a:srgbClr val="3C3C3B"/>
                </a:solidFill>
                <a:effectLst/>
                <a:highlight>
                  <a:srgbClr val="FFFFFF"/>
                </a:highlight>
                <a:latin typeface="Montserrat"/>
                <a:ea typeface="Times New Roman" panose="02020603050405020304" pitchFamily="18" charset="0"/>
                <a:cs typeface="Open Sans"/>
              </a:rPr>
              <a:t>La colaboración entre </a:t>
            </a:r>
            <a:r>
              <a:rPr lang="es-ES" sz="2000" err="1">
                <a:solidFill>
                  <a:srgbClr val="3C3C3B"/>
                </a:solidFill>
                <a:effectLst/>
                <a:highlight>
                  <a:srgbClr val="FFFFFF"/>
                </a:highlight>
                <a:latin typeface="Montserrat"/>
                <a:ea typeface="Times New Roman" panose="02020603050405020304" pitchFamily="18" charset="0"/>
                <a:cs typeface="Open Sans"/>
              </a:rPr>
              <a:t>automatizadores</a:t>
            </a:r>
            <a:r>
              <a:rPr lang="es-ES" sz="2000" dirty="0">
                <a:solidFill>
                  <a:srgbClr val="3C3C3B"/>
                </a:solidFill>
                <a:effectLst/>
                <a:highlight>
                  <a:srgbClr val="FFFFFF"/>
                </a:highlight>
                <a:latin typeface="Montserrat"/>
                <a:ea typeface="Times New Roman" panose="02020603050405020304" pitchFamily="18" charset="0"/>
                <a:cs typeface="Open Sans"/>
              </a:rPr>
              <a:t> de pruebas, desarrolladores y analistas de calidad, junto con la aplicación de mejores prácticas y mantenimiento regular, asegura una validación continua y eficiente del software.</a:t>
            </a:r>
            <a:endParaRPr lang="es-CL" sz="2000" dirty="0">
              <a:effectLst/>
              <a:highlight>
                <a:srgbClr val="FFFFFF"/>
              </a:highlight>
              <a:latin typeface="Montserrat"/>
              <a:ea typeface="Times New Roman" panose="02020603050405020304" pitchFamily="18" charset="0"/>
              <a:cs typeface="Open Sans"/>
            </a:endParaRPr>
          </a:p>
        </p:txBody>
      </p:sp>
    </p:spTree>
    <p:extLst>
      <p:ext uri="{BB962C8B-B14F-4D97-AF65-F5344CB8AC3E}">
        <p14:creationId xmlns:p14="http://schemas.microsoft.com/office/powerpoint/2010/main" val="1877152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Ventajas y Desventajas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pic>
        <p:nvPicPr>
          <p:cNvPr id="4" name="Imagen 3">
            <a:extLst>
              <a:ext uri="{FF2B5EF4-FFF2-40B4-BE49-F238E27FC236}">
                <a16:creationId xmlns:a16="http://schemas.microsoft.com/office/drawing/2014/main" id="{F81691A3-37FB-AB03-476E-D058B4A0CCDD}"/>
              </a:ext>
            </a:extLst>
          </p:cNvPr>
          <p:cNvPicPr>
            <a:picLocks noChangeAspect="1"/>
          </p:cNvPicPr>
          <p:nvPr/>
        </p:nvPicPr>
        <p:blipFill>
          <a:blip r:embed="rId2"/>
          <a:stretch>
            <a:fillRect/>
          </a:stretch>
        </p:blipFill>
        <p:spPr>
          <a:xfrm>
            <a:off x="640308" y="1711716"/>
            <a:ext cx="10911384" cy="3650655"/>
          </a:xfrm>
          <a:prstGeom prst="rect">
            <a:avLst/>
          </a:prstGeom>
        </p:spPr>
      </p:pic>
    </p:spTree>
    <p:extLst>
      <p:ext uri="{BB962C8B-B14F-4D97-AF65-F5344CB8AC3E}">
        <p14:creationId xmlns:p14="http://schemas.microsoft.com/office/powerpoint/2010/main" val="1733002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E6373AF-7F77-232F-FD10-9640D74453A6}"/>
              </a:ext>
            </a:extLst>
          </p:cNvPr>
          <p:cNvSpPr>
            <a:spLocks noGrp="1"/>
          </p:cNvSpPr>
          <p:nvPr>
            <p:ph type="ctrTitle"/>
          </p:nvPr>
        </p:nvSpPr>
        <p:spPr>
          <a:xfrm>
            <a:off x="3373006" y="2903026"/>
            <a:ext cx="5445988" cy="1051947"/>
          </a:xfrm>
        </p:spPr>
        <p:txBody>
          <a:bodyPr>
            <a:normAutofit fontScale="90000"/>
          </a:bodyPr>
          <a:lstStyle/>
          <a:p>
            <a:r>
              <a:rPr lang="es-ES" dirty="0"/>
              <a:t>Tipos de Pruebas Automatizadas </a:t>
            </a:r>
            <a:endParaRPr lang="es-CL" dirty="0"/>
          </a:p>
        </p:txBody>
      </p:sp>
    </p:spTree>
    <p:extLst>
      <p:ext uri="{BB962C8B-B14F-4D97-AF65-F5344CB8AC3E}">
        <p14:creationId xmlns:p14="http://schemas.microsoft.com/office/powerpoint/2010/main" val="2245647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2" name="Título 1">
            <a:extLst>
              <a:ext uri="{FF2B5EF4-FFF2-40B4-BE49-F238E27FC236}">
                <a16:creationId xmlns:a16="http://schemas.microsoft.com/office/drawing/2014/main" id="{6D618EFF-B551-589D-3E59-6B42B48CC228}"/>
              </a:ext>
            </a:extLst>
          </p:cNvPr>
          <p:cNvSpPr>
            <a:spLocks noGrp="1"/>
          </p:cNvSpPr>
          <p:nvPr>
            <p:ph type="title"/>
          </p:nvPr>
        </p:nvSpPr>
        <p:spPr>
          <a:xfrm>
            <a:off x="3476624" y="256143"/>
            <a:ext cx="8163743" cy="602137"/>
          </a:xfrm>
        </p:spPr>
        <p:txBody>
          <a:bodyPr/>
          <a:lstStyle/>
          <a:p>
            <a:r>
              <a:rPr lang="es-CL" dirty="0"/>
              <a:t>Historia</a:t>
            </a:r>
          </a:p>
        </p:txBody>
      </p:sp>
      <p:pic>
        <p:nvPicPr>
          <p:cNvPr id="4" name="Imagen 3">
            <a:extLst>
              <a:ext uri="{FF2B5EF4-FFF2-40B4-BE49-F238E27FC236}">
                <a16:creationId xmlns:a16="http://schemas.microsoft.com/office/drawing/2014/main" id="{AA3C5BFD-E6B5-A220-6594-AB79D220A11E}"/>
              </a:ext>
            </a:extLst>
          </p:cNvPr>
          <p:cNvPicPr>
            <a:picLocks noChangeAspect="1"/>
          </p:cNvPicPr>
          <p:nvPr/>
        </p:nvPicPr>
        <p:blipFill>
          <a:blip r:embed="rId2"/>
          <a:srcRect l="282" r="1507" b="-249"/>
          <a:stretch/>
        </p:blipFill>
        <p:spPr>
          <a:xfrm>
            <a:off x="147854" y="1096408"/>
            <a:ext cx="11832510" cy="4804146"/>
          </a:xfrm>
          <a:prstGeom prst="rect">
            <a:avLst/>
          </a:prstGeom>
        </p:spPr>
      </p:pic>
    </p:spTree>
    <p:extLst>
      <p:ext uri="{BB962C8B-B14F-4D97-AF65-F5344CB8AC3E}">
        <p14:creationId xmlns:p14="http://schemas.microsoft.com/office/powerpoint/2010/main" val="3230792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2" name="Título 1">
            <a:extLst>
              <a:ext uri="{FF2B5EF4-FFF2-40B4-BE49-F238E27FC236}">
                <a16:creationId xmlns:a16="http://schemas.microsoft.com/office/drawing/2014/main" id="{C2D7CC36-69DA-1FBA-E97C-8DF7C1580CDC}"/>
              </a:ext>
            </a:extLst>
          </p:cNvPr>
          <p:cNvSpPr>
            <a:spLocks noGrp="1"/>
          </p:cNvSpPr>
          <p:nvPr>
            <p:ph type="title"/>
          </p:nvPr>
        </p:nvSpPr>
        <p:spPr>
          <a:xfrm>
            <a:off x="3476624" y="256143"/>
            <a:ext cx="8163743" cy="602137"/>
          </a:xfrm>
        </p:spPr>
        <p:txBody>
          <a:bodyPr/>
          <a:lstStyle/>
          <a:p>
            <a:r>
              <a:rPr lang="es-CL" dirty="0"/>
              <a:t>Procesos y Pruebas	</a:t>
            </a:r>
          </a:p>
        </p:txBody>
      </p:sp>
      <p:pic>
        <p:nvPicPr>
          <p:cNvPr id="4" name="Imagen 3">
            <a:extLst>
              <a:ext uri="{FF2B5EF4-FFF2-40B4-BE49-F238E27FC236}">
                <a16:creationId xmlns:a16="http://schemas.microsoft.com/office/drawing/2014/main" id="{F159647B-E25B-C2E5-5FCE-4BB6B9932423}"/>
              </a:ext>
            </a:extLst>
          </p:cNvPr>
          <p:cNvPicPr>
            <a:picLocks noChangeAspect="1"/>
          </p:cNvPicPr>
          <p:nvPr/>
        </p:nvPicPr>
        <p:blipFill>
          <a:blip r:embed="rId2"/>
          <a:stretch>
            <a:fillRect/>
          </a:stretch>
        </p:blipFill>
        <p:spPr>
          <a:xfrm>
            <a:off x="4015" y="1630678"/>
            <a:ext cx="12193480" cy="3967266"/>
          </a:xfrm>
          <a:prstGeom prst="rect">
            <a:avLst/>
          </a:prstGeom>
        </p:spPr>
      </p:pic>
    </p:spTree>
    <p:extLst>
      <p:ext uri="{BB962C8B-B14F-4D97-AF65-F5344CB8AC3E}">
        <p14:creationId xmlns:p14="http://schemas.microsoft.com/office/powerpoint/2010/main" val="1428675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Roles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graphicFrame>
        <p:nvGraphicFramePr>
          <p:cNvPr id="4" name="Diagrama 3">
            <a:extLst>
              <a:ext uri="{FF2B5EF4-FFF2-40B4-BE49-F238E27FC236}">
                <a16:creationId xmlns:a16="http://schemas.microsoft.com/office/drawing/2014/main" id="{72669C72-4B36-B599-C47B-D78512264003}"/>
              </a:ext>
            </a:extLst>
          </p:cNvPr>
          <p:cNvGraphicFramePr/>
          <p:nvPr>
            <p:extLst>
              <p:ext uri="{D42A27DB-BD31-4B8C-83A1-F6EECF244321}">
                <p14:modId xmlns:p14="http://schemas.microsoft.com/office/powerpoint/2010/main" val="12840714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6740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Mejores prácticas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pic>
        <p:nvPicPr>
          <p:cNvPr id="4" name="Imagen 3">
            <a:extLst>
              <a:ext uri="{FF2B5EF4-FFF2-40B4-BE49-F238E27FC236}">
                <a16:creationId xmlns:a16="http://schemas.microsoft.com/office/drawing/2014/main" id="{41DA90EA-A865-76AA-C6C5-B4925A5D30BE}"/>
              </a:ext>
            </a:extLst>
          </p:cNvPr>
          <p:cNvPicPr>
            <a:picLocks noChangeAspect="1"/>
          </p:cNvPicPr>
          <p:nvPr/>
        </p:nvPicPr>
        <p:blipFill>
          <a:blip r:embed="rId2"/>
          <a:stretch>
            <a:fillRect/>
          </a:stretch>
        </p:blipFill>
        <p:spPr>
          <a:xfrm>
            <a:off x="394072" y="1812083"/>
            <a:ext cx="11398450" cy="3773866"/>
          </a:xfrm>
          <a:prstGeom prst="rect">
            <a:avLst/>
          </a:prstGeom>
        </p:spPr>
      </p:pic>
    </p:spTree>
    <p:extLst>
      <p:ext uri="{BB962C8B-B14F-4D97-AF65-F5344CB8AC3E}">
        <p14:creationId xmlns:p14="http://schemas.microsoft.com/office/powerpoint/2010/main" val="3599458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Protocolos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pic>
        <p:nvPicPr>
          <p:cNvPr id="4" name="Imagen 3">
            <a:extLst>
              <a:ext uri="{FF2B5EF4-FFF2-40B4-BE49-F238E27FC236}">
                <a16:creationId xmlns:a16="http://schemas.microsoft.com/office/drawing/2014/main" id="{613FFD1F-0077-01EB-152C-7B7CF9D43FCA}"/>
              </a:ext>
            </a:extLst>
          </p:cNvPr>
          <p:cNvPicPr>
            <a:picLocks noChangeAspect="1"/>
          </p:cNvPicPr>
          <p:nvPr/>
        </p:nvPicPr>
        <p:blipFill>
          <a:blip r:embed="rId2"/>
          <a:srcRect l="565" t="1413" r="1130"/>
          <a:stretch/>
        </p:blipFill>
        <p:spPr>
          <a:xfrm>
            <a:off x="102842" y="1481923"/>
            <a:ext cx="12089181" cy="4246121"/>
          </a:xfrm>
          <a:prstGeom prst="rect">
            <a:avLst/>
          </a:prstGeom>
        </p:spPr>
      </p:pic>
    </p:spTree>
    <p:extLst>
      <p:ext uri="{BB962C8B-B14F-4D97-AF65-F5344CB8AC3E}">
        <p14:creationId xmlns:p14="http://schemas.microsoft.com/office/powerpoint/2010/main" val="2667740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E6373AF-7F77-232F-FD10-9640D74453A6}"/>
              </a:ext>
            </a:extLst>
          </p:cNvPr>
          <p:cNvSpPr>
            <a:spLocks noGrp="1"/>
          </p:cNvSpPr>
          <p:nvPr>
            <p:ph type="ctrTitle"/>
          </p:nvPr>
        </p:nvSpPr>
        <p:spPr>
          <a:xfrm>
            <a:off x="3373005" y="2903026"/>
            <a:ext cx="6531015" cy="1051947"/>
          </a:xfrm>
        </p:spPr>
        <p:txBody>
          <a:bodyPr>
            <a:normAutofit fontScale="90000"/>
          </a:bodyPr>
          <a:lstStyle/>
          <a:p>
            <a:r>
              <a:rPr lang="es-ES" dirty="0"/>
              <a:t>Herramientas para la Automatización de pruebas </a:t>
            </a:r>
            <a:endParaRPr lang="es-CL" dirty="0"/>
          </a:p>
        </p:txBody>
      </p:sp>
    </p:spTree>
    <p:extLst>
      <p:ext uri="{BB962C8B-B14F-4D97-AF65-F5344CB8AC3E}">
        <p14:creationId xmlns:p14="http://schemas.microsoft.com/office/powerpoint/2010/main" val="2541130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FAE1-7405-4B38-B74B-F89BCE06DC04}"/>
              </a:ext>
            </a:extLst>
          </p:cNvPr>
          <p:cNvSpPr>
            <a:spLocks noGrp="1"/>
          </p:cNvSpPr>
          <p:nvPr>
            <p:ph type="title"/>
          </p:nvPr>
        </p:nvSpPr>
        <p:spPr>
          <a:xfrm>
            <a:off x="3476624" y="256143"/>
            <a:ext cx="8163743" cy="602137"/>
          </a:xfrm>
        </p:spPr>
        <p:txBody>
          <a:bodyPr/>
          <a:lstStyle/>
          <a:p>
            <a:r>
              <a:rPr lang="es-CL" dirty="0"/>
              <a:t>Herramientas</a:t>
            </a:r>
          </a:p>
        </p:txBody>
      </p:sp>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pic>
        <p:nvPicPr>
          <p:cNvPr id="4" name="Imagen 3">
            <a:extLst>
              <a:ext uri="{FF2B5EF4-FFF2-40B4-BE49-F238E27FC236}">
                <a16:creationId xmlns:a16="http://schemas.microsoft.com/office/drawing/2014/main" id="{5E5CCBAC-CD94-184F-AAEB-FD048333455E}"/>
              </a:ext>
            </a:extLst>
          </p:cNvPr>
          <p:cNvPicPr>
            <a:picLocks noChangeAspect="1"/>
          </p:cNvPicPr>
          <p:nvPr/>
        </p:nvPicPr>
        <p:blipFill>
          <a:blip r:embed="rId2"/>
          <a:srcRect l="683" t="2488" r="2469" b="995"/>
          <a:stretch/>
        </p:blipFill>
        <p:spPr>
          <a:xfrm>
            <a:off x="119006" y="1015428"/>
            <a:ext cx="12068591" cy="4822212"/>
          </a:xfrm>
          <a:prstGeom prst="rect">
            <a:avLst/>
          </a:prstGeom>
        </p:spPr>
      </p:pic>
    </p:spTree>
    <p:extLst>
      <p:ext uri="{BB962C8B-B14F-4D97-AF65-F5344CB8AC3E}">
        <p14:creationId xmlns:p14="http://schemas.microsoft.com/office/powerpoint/2010/main" val="1749751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E6373AF-7F77-232F-FD10-9640D74453A6}"/>
              </a:ext>
            </a:extLst>
          </p:cNvPr>
          <p:cNvSpPr>
            <a:spLocks noGrp="1"/>
          </p:cNvSpPr>
          <p:nvPr>
            <p:ph type="ctrTitle"/>
          </p:nvPr>
        </p:nvSpPr>
        <p:spPr>
          <a:xfrm>
            <a:off x="3373005" y="2903026"/>
            <a:ext cx="6531015" cy="1051947"/>
          </a:xfrm>
        </p:spPr>
        <p:txBody>
          <a:bodyPr>
            <a:normAutofit fontScale="90000"/>
          </a:bodyPr>
          <a:lstStyle/>
          <a:p>
            <a:r>
              <a:rPr lang="es-ES" sz="4000" dirty="0"/>
              <a:t>Frameworks de Automatización de Pruebas</a:t>
            </a:r>
            <a:r>
              <a:rPr lang="es-CL" sz="4000" dirty="0"/>
              <a:t> </a:t>
            </a:r>
          </a:p>
        </p:txBody>
      </p:sp>
      <p:sp>
        <p:nvSpPr>
          <p:cNvPr id="4" name="Subtítulo 3">
            <a:extLst>
              <a:ext uri="{FF2B5EF4-FFF2-40B4-BE49-F238E27FC236}">
                <a16:creationId xmlns:a16="http://schemas.microsoft.com/office/drawing/2014/main" id="{EBBCAA21-CAC3-D291-59D7-E02A534E261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1058319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6" name="CuadroTexto 5">
            <a:extLst>
              <a:ext uri="{FF2B5EF4-FFF2-40B4-BE49-F238E27FC236}">
                <a16:creationId xmlns:a16="http://schemas.microsoft.com/office/drawing/2014/main" id="{9EF6F3B9-9BBB-254A-A461-F767AEA5B256}"/>
              </a:ext>
            </a:extLst>
          </p:cNvPr>
          <p:cNvSpPr txBox="1"/>
          <p:nvPr/>
        </p:nvSpPr>
        <p:spPr>
          <a:xfrm>
            <a:off x="852984" y="1367998"/>
            <a:ext cx="10482456" cy="4661276"/>
          </a:xfrm>
          <a:prstGeom prst="rect">
            <a:avLst/>
          </a:prstGeom>
          <a:noFill/>
        </p:spPr>
        <p:txBody>
          <a:bodyPr wrap="square">
            <a:spAutoFit/>
          </a:bodyPr>
          <a:lstStyle/>
          <a:p>
            <a:pPr algn="just">
              <a:lnSpc>
                <a:spcPct val="150000"/>
              </a:lnSpc>
            </a:pPr>
            <a:r>
              <a:rPr lang="es-CL" sz="2000" dirty="0">
                <a:solidFill>
                  <a:srgbClr val="0E0E0E"/>
                </a:solidFill>
                <a:effectLst/>
                <a:latin typeface=".SF NS"/>
              </a:rPr>
              <a:t>La automatización de pruebas ha evolucionado significativamente desde la década de 1990, impulsada por frameworks robustos que facilitan la creación, ejecución y mantenimiento de pruebas automatizadas.</a:t>
            </a:r>
          </a:p>
          <a:p>
            <a:pPr algn="just">
              <a:lnSpc>
                <a:spcPct val="150000"/>
              </a:lnSpc>
            </a:pPr>
            <a:r>
              <a:rPr lang="es-CL" sz="2000" dirty="0">
                <a:solidFill>
                  <a:srgbClr val="0E0E0E"/>
                </a:solidFill>
                <a:effectLst/>
                <a:latin typeface=".SF NS"/>
              </a:rPr>
              <a:t>Años 1990: Surgieron los primeros frameworks como JUnit, desarrollado por Kent Beck y Erich Gamma, estandarizando las pruebas unitarias automatizadas y permitiendo la verificación de pequeñas unidades de código de manera repetible y automatizada.</a:t>
            </a:r>
          </a:p>
          <a:p>
            <a:pPr algn="just">
              <a:lnSpc>
                <a:spcPct val="150000"/>
              </a:lnSpc>
            </a:pPr>
            <a:r>
              <a:rPr lang="es-CL" sz="2000" dirty="0">
                <a:solidFill>
                  <a:srgbClr val="0E0E0E"/>
                </a:solidFill>
                <a:effectLst/>
                <a:latin typeface=".SF NS"/>
              </a:rPr>
              <a:t>Años 2000: La automatización de pruebas se diversificó con herramientas como Selenium en 2004, que permitieron la interacción avanzada con navegadores web y pruebas de regresión, mejorando la flexibilidad y compatibilidad con múltiples lenguajes de programación. También se introdujo el Page </a:t>
            </a:r>
            <a:r>
              <a:rPr lang="es-CL" sz="2000" dirty="0" err="1">
                <a:solidFill>
                  <a:srgbClr val="0E0E0E"/>
                </a:solidFill>
                <a:effectLst/>
                <a:latin typeface=".SF NS"/>
              </a:rPr>
              <a:t>Object</a:t>
            </a:r>
            <a:r>
              <a:rPr lang="es-CL" sz="2000" dirty="0">
                <a:solidFill>
                  <a:srgbClr val="0E0E0E"/>
                </a:solidFill>
                <a:effectLst/>
                <a:latin typeface=".SF NS"/>
              </a:rPr>
              <a:t> </a:t>
            </a:r>
            <a:r>
              <a:rPr lang="es-CL" sz="2000" dirty="0" err="1">
                <a:solidFill>
                  <a:srgbClr val="0E0E0E"/>
                </a:solidFill>
                <a:effectLst/>
                <a:latin typeface=".SF NS"/>
              </a:rPr>
              <a:t>Pattern</a:t>
            </a:r>
            <a:r>
              <a:rPr lang="es-CL" sz="2000" dirty="0">
                <a:solidFill>
                  <a:srgbClr val="0E0E0E"/>
                </a:solidFill>
                <a:effectLst/>
                <a:latin typeface=".SF NS"/>
              </a:rPr>
              <a:t>, facilitando la creación y mantenimiento de pruebas automatizadas.</a:t>
            </a:r>
          </a:p>
        </p:txBody>
      </p:sp>
      <p:sp>
        <p:nvSpPr>
          <p:cNvPr id="2" name="Título 1">
            <a:extLst>
              <a:ext uri="{FF2B5EF4-FFF2-40B4-BE49-F238E27FC236}">
                <a16:creationId xmlns:a16="http://schemas.microsoft.com/office/drawing/2014/main" id="{08156A48-075D-2A61-1E9C-5109221D9937}"/>
              </a:ext>
            </a:extLst>
          </p:cNvPr>
          <p:cNvSpPr>
            <a:spLocks noGrp="1"/>
          </p:cNvSpPr>
          <p:nvPr>
            <p:ph type="title"/>
          </p:nvPr>
        </p:nvSpPr>
        <p:spPr>
          <a:xfrm>
            <a:off x="3476624" y="256143"/>
            <a:ext cx="8163743" cy="602137"/>
          </a:xfrm>
        </p:spPr>
        <p:txBody>
          <a:bodyPr/>
          <a:lstStyle/>
          <a:p>
            <a:r>
              <a:rPr lang="es-CL" dirty="0"/>
              <a:t>Historia</a:t>
            </a:r>
          </a:p>
        </p:txBody>
      </p:sp>
    </p:spTree>
    <p:extLst>
      <p:ext uri="{BB962C8B-B14F-4D97-AF65-F5344CB8AC3E}">
        <p14:creationId xmlns:p14="http://schemas.microsoft.com/office/powerpoint/2010/main" val="1905734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8" name="Título 7">
            <a:extLst>
              <a:ext uri="{FF2B5EF4-FFF2-40B4-BE49-F238E27FC236}">
                <a16:creationId xmlns:a16="http://schemas.microsoft.com/office/drawing/2014/main" id="{B433CB91-BB23-9540-1131-FE9EAC635DFC}"/>
              </a:ext>
            </a:extLst>
          </p:cNvPr>
          <p:cNvSpPr>
            <a:spLocks noGrp="1"/>
          </p:cNvSpPr>
          <p:nvPr>
            <p:ph type="title"/>
          </p:nvPr>
        </p:nvSpPr>
        <p:spPr/>
        <p:txBody>
          <a:bodyPr/>
          <a:lstStyle/>
          <a:p>
            <a:r>
              <a:rPr lang="es-ES_tradnl" dirty="0"/>
              <a:t>Proceso</a:t>
            </a:r>
          </a:p>
        </p:txBody>
      </p:sp>
      <p:sp>
        <p:nvSpPr>
          <p:cNvPr id="2" name="Título 1">
            <a:extLst>
              <a:ext uri="{FF2B5EF4-FFF2-40B4-BE49-F238E27FC236}">
                <a16:creationId xmlns:a16="http://schemas.microsoft.com/office/drawing/2014/main" id="{E1A72CEC-77C2-5598-F7CC-4B197A3CFCBC}"/>
              </a:ext>
            </a:extLst>
          </p:cNvPr>
          <p:cNvSpPr txBox="1">
            <a:spLocks/>
          </p:cNvSpPr>
          <p:nvPr/>
        </p:nvSpPr>
        <p:spPr>
          <a:xfrm>
            <a:off x="3476624" y="256143"/>
            <a:ext cx="8163743" cy="602137"/>
          </a:xfrm>
          <a:prstGeom prst="rect">
            <a:avLst/>
          </a:prstGeom>
        </p:spPr>
        <p:txBody>
          <a:bodyPr vert="horz" lIns="91440" tIns="45720" rIns="91440" bIns="45720" rtlCol="0" anchor="b">
            <a:noAutofit/>
          </a:bodyPr>
          <a:lstStyle>
            <a:lvl1pPr marL="0" algn="l" defTabSz="914400" rtl="0" eaLnBrk="1" latinLnBrk="0" hangingPunct="1">
              <a:lnSpc>
                <a:spcPct val="85000"/>
              </a:lnSpc>
              <a:spcBef>
                <a:spcPct val="0"/>
              </a:spcBef>
              <a:buNone/>
              <a:defRPr sz="4400" b="1" kern="1200" spc="-50" baseline="0">
                <a:solidFill>
                  <a:srgbClr val="102B42"/>
                </a:solidFill>
                <a:latin typeface="Gotham" panose="02000603040000020004" pitchFamily="50" charset="0"/>
                <a:ea typeface="+mj-ea"/>
                <a:cs typeface="+mj-cs"/>
              </a:defRPr>
            </a:lvl1pPr>
          </a:lstStyle>
          <a:p>
            <a:endParaRPr lang="es-CL" dirty="0"/>
          </a:p>
        </p:txBody>
      </p:sp>
      <p:pic>
        <p:nvPicPr>
          <p:cNvPr id="5" name="Imagen 4">
            <a:extLst>
              <a:ext uri="{FF2B5EF4-FFF2-40B4-BE49-F238E27FC236}">
                <a16:creationId xmlns:a16="http://schemas.microsoft.com/office/drawing/2014/main" id="{3F8B23E5-88AD-5D02-0AE8-6C261541A76D}"/>
              </a:ext>
            </a:extLst>
          </p:cNvPr>
          <p:cNvPicPr>
            <a:picLocks noChangeAspect="1"/>
          </p:cNvPicPr>
          <p:nvPr/>
        </p:nvPicPr>
        <p:blipFill>
          <a:blip r:embed="rId2"/>
          <a:stretch>
            <a:fillRect/>
          </a:stretch>
        </p:blipFill>
        <p:spPr>
          <a:xfrm>
            <a:off x="2426" y="846265"/>
            <a:ext cx="12178201" cy="5470005"/>
          </a:xfrm>
          <a:prstGeom prst="rect">
            <a:avLst/>
          </a:prstGeom>
        </p:spPr>
      </p:pic>
    </p:spTree>
    <p:extLst>
      <p:ext uri="{BB962C8B-B14F-4D97-AF65-F5344CB8AC3E}">
        <p14:creationId xmlns:p14="http://schemas.microsoft.com/office/powerpoint/2010/main" val="3266592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2CB21A-E4C3-1AFA-C092-8C79124651B4}"/>
              </a:ext>
            </a:extLst>
          </p:cNvPr>
          <p:cNvSpPr>
            <a:spLocks noChangeArrowheads="1"/>
          </p:cNvSpPr>
          <p:nvPr/>
        </p:nvSpPr>
        <p:spPr bwMode="auto">
          <a:xfrm>
            <a:off x="2389631" y="1914143"/>
            <a:ext cx="1525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3" name="Rectangle 2">
            <a:extLst>
              <a:ext uri="{FF2B5EF4-FFF2-40B4-BE49-F238E27FC236}">
                <a16:creationId xmlns:a16="http://schemas.microsoft.com/office/drawing/2014/main" id="{BDD0C85C-38C2-8DA0-4DFD-E1AD5DF0BDF6}"/>
              </a:ext>
            </a:extLst>
          </p:cNvPr>
          <p:cNvSpPr>
            <a:spLocks noChangeArrowheads="1"/>
          </p:cNvSpPr>
          <p:nvPr/>
        </p:nvSpPr>
        <p:spPr bwMode="auto">
          <a:xfrm>
            <a:off x="2914318" y="1584959"/>
            <a:ext cx="179301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sp>
        <p:nvSpPr>
          <p:cNvPr id="8" name="Título 7">
            <a:extLst>
              <a:ext uri="{FF2B5EF4-FFF2-40B4-BE49-F238E27FC236}">
                <a16:creationId xmlns:a16="http://schemas.microsoft.com/office/drawing/2014/main" id="{B433CB91-BB23-9540-1131-FE9EAC635DFC}"/>
              </a:ext>
            </a:extLst>
          </p:cNvPr>
          <p:cNvSpPr>
            <a:spLocks noGrp="1"/>
          </p:cNvSpPr>
          <p:nvPr>
            <p:ph type="title"/>
          </p:nvPr>
        </p:nvSpPr>
        <p:spPr/>
        <p:txBody>
          <a:bodyPr/>
          <a:lstStyle/>
          <a:p>
            <a:r>
              <a:rPr lang="es-ES_tradnl" dirty="0"/>
              <a:t>Mejores prácticas</a:t>
            </a:r>
          </a:p>
        </p:txBody>
      </p:sp>
      <p:sp>
        <p:nvSpPr>
          <p:cNvPr id="2" name="Título 1">
            <a:extLst>
              <a:ext uri="{FF2B5EF4-FFF2-40B4-BE49-F238E27FC236}">
                <a16:creationId xmlns:a16="http://schemas.microsoft.com/office/drawing/2014/main" id="{E1A72CEC-77C2-5598-F7CC-4B197A3CFCBC}"/>
              </a:ext>
            </a:extLst>
          </p:cNvPr>
          <p:cNvSpPr txBox="1">
            <a:spLocks/>
          </p:cNvSpPr>
          <p:nvPr/>
        </p:nvSpPr>
        <p:spPr>
          <a:xfrm>
            <a:off x="3476624" y="256143"/>
            <a:ext cx="8163743" cy="602137"/>
          </a:xfrm>
          <a:prstGeom prst="rect">
            <a:avLst/>
          </a:prstGeom>
        </p:spPr>
        <p:txBody>
          <a:bodyPr vert="horz" lIns="91440" tIns="45720" rIns="91440" bIns="45720" rtlCol="0" anchor="b">
            <a:noAutofit/>
          </a:bodyPr>
          <a:lstStyle>
            <a:lvl1pPr marL="0" algn="l" defTabSz="914400" rtl="0" eaLnBrk="1" latinLnBrk="0" hangingPunct="1">
              <a:lnSpc>
                <a:spcPct val="85000"/>
              </a:lnSpc>
              <a:spcBef>
                <a:spcPct val="0"/>
              </a:spcBef>
              <a:buNone/>
              <a:defRPr sz="4400" b="1" kern="1200" spc="-50" baseline="0">
                <a:solidFill>
                  <a:srgbClr val="102B42"/>
                </a:solidFill>
                <a:latin typeface="Gotham" panose="02000603040000020004" pitchFamily="50" charset="0"/>
                <a:ea typeface="+mj-ea"/>
                <a:cs typeface="+mj-cs"/>
              </a:defRPr>
            </a:lvl1pPr>
          </a:lstStyle>
          <a:p>
            <a:endParaRPr lang="es-CL" dirty="0"/>
          </a:p>
        </p:txBody>
      </p:sp>
      <p:pic>
        <p:nvPicPr>
          <p:cNvPr id="4" name="Imagen 3">
            <a:extLst>
              <a:ext uri="{FF2B5EF4-FFF2-40B4-BE49-F238E27FC236}">
                <a16:creationId xmlns:a16="http://schemas.microsoft.com/office/drawing/2014/main" id="{DC4DA310-329F-0CE8-A2F2-517C620C55A5}"/>
              </a:ext>
            </a:extLst>
          </p:cNvPr>
          <p:cNvPicPr>
            <a:picLocks noChangeAspect="1"/>
          </p:cNvPicPr>
          <p:nvPr/>
        </p:nvPicPr>
        <p:blipFill>
          <a:blip r:embed="rId2"/>
          <a:srcRect l="746" t="-3568" r="1399" b="-505"/>
          <a:stretch/>
        </p:blipFill>
        <p:spPr>
          <a:xfrm>
            <a:off x="0" y="1937894"/>
            <a:ext cx="12123777" cy="3120339"/>
          </a:xfrm>
          <a:prstGeom prst="rect">
            <a:avLst/>
          </a:prstGeom>
        </p:spPr>
      </p:pic>
    </p:spTree>
    <p:extLst>
      <p:ext uri="{BB962C8B-B14F-4D97-AF65-F5344CB8AC3E}">
        <p14:creationId xmlns:p14="http://schemas.microsoft.com/office/powerpoint/2010/main" val="3752291624"/>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Plantilla_Institucional-2021_A</Template>
  <TotalTime>262</TotalTime>
  <Words>1033</Words>
  <Application>Microsoft Office PowerPoint</Application>
  <PresentationFormat>Panorámica</PresentationFormat>
  <Paragraphs>60</Paragraphs>
  <Slides>26</Slides>
  <Notes>0</Notes>
  <HiddenSlides>0</HiddenSlides>
  <MMClips>0</MMClips>
  <ScaleCrop>false</ScaleCrop>
  <HeadingPairs>
    <vt:vector size="4" baseType="variant">
      <vt:variant>
        <vt:lpstr>Tema</vt:lpstr>
      </vt:variant>
      <vt:variant>
        <vt:i4>1</vt:i4>
      </vt:variant>
      <vt:variant>
        <vt:lpstr>Títulos de diapositiva</vt:lpstr>
      </vt:variant>
      <vt:variant>
        <vt:i4>26</vt:i4>
      </vt:variant>
    </vt:vector>
  </HeadingPairs>
  <TitlesOfParts>
    <vt:vector size="27" baseType="lpstr">
      <vt:lpstr>Retrospección</vt:lpstr>
      <vt:lpstr>Planificación y Selección de Pruebas en el Desarrollo de Software</vt:lpstr>
      <vt:lpstr>¿Qué veremos hoy en este módulo?</vt:lpstr>
      <vt:lpstr>Introducción</vt:lpstr>
      <vt:lpstr>Presentación de PowerPoint</vt:lpstr>
      <vt:lpstr>Fundamentos de la Automatización de Pruebas </vt:lpstr>
      <vt:lpstr>Historia</vt:lpstr>
      <vt:lpstr>Definición</vt:lpstr>
      <vt:lpstr>Propósito</vt:lpstr>
      <vt:lpstr>Proceso</vt:lpstr>
      <vt:lpstr>Ciclo de Vida</vt:lpstr>
      <vt:lpstr>Roles</vt:lpstr>
      <vt:lpstr>Mejores Prácticas</vt:lpstr>
      <vt:lpstr>Protocolos</vt:lpstr>
      <vt:lpstr>Ventajas y Desventajas</vt:lpstr>
      <vt:lpstr>Tipos de Pruebas Automatizadas </vt:lpstr>
      <vt:lpstr>Historia</vt:lpstr>
      <vt:lpstr>Procesos y Pruebas </vt:lpstr>
      <vt:lpstr>Roles</vt:lpstr>
      <vt:lpstr>Mejores prácticas</vt:lpstr>
      <vt:lpstr>Protocolos</vt:lpstr>
      <vt:lpstr>Herramientas para la Automatización de pruebas </vt:lpstr>
      <vt:lpstr>Herramientas</vt:lpstr>
      <vt:lpstr>Frameworks de Automatización de Pruebas </vt:lpstr>
      <vt:lpstr>Historia</vt:lpstr>
      <vt:lpstr>Proceso</vt:lpstr>
      <vt:lpstr>Mejores prácticas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Alejandra Bravo Garcia</cp:lastModifiedBy>
  <cp:revision>79</cp:revision>
  <dcterms:created xsi:type="dcterms:W3CDTF">2023-07-19T16:06:31Z</dcterms:created>
  <dcterms:modified xsi:type="dcterms:W3CDTF">2024-08-16T08:53:00Z</dcterms:modified>
</cp:coreProperties>
</file>