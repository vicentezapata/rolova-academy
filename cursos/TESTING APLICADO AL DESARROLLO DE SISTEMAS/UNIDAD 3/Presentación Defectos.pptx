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076137705" r:id="rId5"/>
    <p:sldId id="2076137706" r:id="rId6"/>
    <p:sldId id="2076137717" r:id="rId7"/>
    <p:sldId id="2076137702" r:id="rId8"/>
    <p:sldId id="2076137722" r:id="rId9"/>
    <p:sldId id="2076137752" r:id="rId10"/>
    <p:sldId id="2076137753" r:id="rId11"/>
    <p:sldId id="2076137754" r:id="rId12"/>
    <p:sldId id="2076137755" r:id="rId13"/>
    <p:sldId id="2076137756" r:id="rId14"/>
    <p:sldId id="207613775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C5AA2A-7322-24C3-9B68-AD7395C41981}" name="Alejandra Bravo Garcia" initials="AG" userId="S::abravo@ciisa.cl::4cf5125d-f567-4a98-9bb5-4ea9ae908f0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96073"/>
    <a:srgbClr val="798998"/>
    <a:srgbClr val="3C3C3B"/>
    <a:srgbClr val="C7AC7A"/>
    <a:srgbClr val="102B42"/>
    <a:srgbClr val="304B61"/>
    <a:srgbClr val="00263E"/>
    <a:srgbClr val="13A438"/>
    <a:srgbClr val="671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051402-9D19-EAB6-B3EE-6B6E8A2CB5A8}" v="156" dt="2024-08-16T08:50:40.99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17"/>
    <p:restoredTop sz="94694"/>
  </p:normalViewPr>
  <p:slideViewPr>
    <p:cSldViewPr snapToGrid="0">
      <p:cViewPr varScale="1">
        <p:scale>
          <a:sx n="121" d="100"/>
          <a:sy n="121" d="100"/>
        </p:scale>
        <p:origin x="808" y="176"/>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ge Alejandro Bravo Pizarro" userId="866f4d59-4e3d-4420-8a8b-3d6ddbb5c639" providerId="ADAL" clId="{524D6C03-291C-4944-AD03-AE97280217EF}"/>
    <pc:docChg chg="undo custSel addSld delSld modSld sldOrd">
      <pc:chgData name="Jorge Alejandro Bravo Pizarro" userId="866f4d59-4e3d-4420-8a8b-3d6ddbb5c639" providerId="ADAL" clId="{524D6C03-291C-4944-AD03-AE97280217EF}" dt="2024-06-05T14:51:05.918" v="450" actId="1076"/>
      <pc:docMkLst>
        <pc:docMk/>
      </pc:docMkLst>
      <pc:sldChg chg="addSp delSp modSp mod modCm">
        <pc:chgData name="Jorge Alejandro Bravo Pizarro" userId="866f4d59-4e3d-4420-8a8b-3d6ddbb5c639" providerId="ADAL" clId="{524D6C03-291C-4944-AD03-AE97280217EF}" dt="2024-06-05T14:29:31.378" v="279" actId="1076"/>
        <pc:sldMkLst>
          <pc:docMk/>
          <pc:sldMk cId="1136515697" sldId="2076137702"/>
        </pc:sldMkLst>
        <pc:spChg chg="add del mod">
          <ac:chgData name="Jorge Alejandro Bravo Pizarro" userId="866f4d59-4e3d-4420-8a8b-3d6ddbb5c639" providerId="ADAL" clId="{524D6C03-291C-4944-AD03-AE97280217EF}" dt="2024-06-05T14:28:33.836" v="271"/>
          <ac:spMkLst>
            <pc:docMk/>
            <pc:sldMk cId="1136515697" sldId="2076137702"/>
            <ac:spMk id="2" creationId="{20BC3918-4CF2-C3E7-92C5-24EA2E1983AF}"/>
          </ac:spMkLst>
        </pc:spChg>
        <pc:spChg chg="add mod">
          <ac:chgData name="Jorge Alejandro Bravo Pizarro" userId="866f4d59-4e3d-4420-8a8b-3d6ddbb5c639" providerId="ADAL" clId="{524D6C03-291C-4944-AD03-AE97280217EF}" dt="2024-06-05T14:29:31.378" v="279" actId="1076"/>
          <ac:spMkLst>
            <pc:docMk/>
            <pc:sldMk cId="1136515697" sldId="2076137702"/>
            <ac:spMk id="3" creationId="{2A7BF873-53DC-D508-8E6A-31A26DB43DA6}"/>
          </ac:spMkLst>
        </pc:spChg>
        <pc:picChg chg="del">
          <ac:chgData name="Jorge Alejandro Bravo Pizarro" userId="866f4d59-4e3d-4420-8a8b-3d6ddbb5c639" providerId="ADAL" clId="{524D6C03-291C-4944-AD03-AE97280217EF}" dt="2024-06-05T14:25:59.644" v="236" actId="478"/>
          <ac:picMkLst>
            <pc:docMk/>
            <pc:sldMk cId="1136515697" sldId="2076137702"/>
            <ac:picMk id="4" creationId="{7E0A5725-EB83-A829-7460-CA7FA618AF8E}"/>
          </ac:picMkLst>
        </pc:pic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25:59.803" v="237" actId="2056"/>
              <pc2:cmMkLst xmlns:pc2="http://schemas.microsoft.com/office/powerpoint/2019/9/main/command">
                <pc:docMk/>
                <pc:sldMk cId="1136515697" sldId="2076137702"/>
                <pc2:cmMk id="{E30EEDB4-A314-47FD-8D64-D776ED46A02F}"/>
              </pc2:cmMkLst>
            </pc226:cmChg>
          </p:ext>
        </pc:extLst>
      </pc:sldChg>
      <pc:sldChg chg="modSp mod">
        <pc:chgData name="Jorge Alejandro Bravo Pizarro" userId="866f4d59-4e3d-4420-8a8b-3d6ddbb5c639" providerId="ADAL" clId="{524D6C03-291C-4944-AD03-AE97280217EF}" dt="2024-06-05T14:25:56.320" v="235" actId="20577"/>
        <pc:sldMkLst>
          <pc:docMk/>
          <pc:sldMk cId="868812523" sldId="2076137703"/>
        </pc:sldMkLst>
        <pc:spChg chg="mod">
          <ac:chgData name="Jorge Alejandro Bravo Pizarro" userId="866f4d59-4e3d-4420-8a8b-3d6ddbb5c639" providerId="ADAL" clId="{524D6C03-291C-4944-AD03-AE97280217EF}" dt="2024-06-05T14:25:56.320" v="235" actId="20577"/>
          <ac:spMkLst>
            <pc:docMk/>
            <pc:sldMk cId="868812523" sldId="2076137703"/>
            <ac:spMk id="2" creationId="{A3C1683D-3F2C-514D-52C2-E5502AEA6BCB}"/>
          </ac:spMkLst>
        </pc:spChg>
      </pc:sldChg>
      <pc:sldChg chg="addSp delSp modSp mod modCm">
        <pc:chgData name="Jorge Alejandro Bravo Pizarro" userId="866f4d59-4e3d-4420-8a8b-3d6ddbb5c639" providerId="ADAL" clId="{524D6C03-291C-4944-AD03-AE97280217EF}" dt="2024-06-05T14:42:59.669" v="373" actId="12"/>
        <pc:sldMkLst>
          <pc:docMk/>
          <pc:sldMk cId="1943926825" sldId="2076137704"/>
        </pc:sldMkLst>
        <pc:spChg chg="mod">
          <ac:chgData name="Jorge Alejandro Bravo Pizarro" userId="866f4d59-4e3d-4420-8a8b-3d6ddbb5c639" providerId="ADAL" clId="{524D6C03-291C-4944-AD03-AE97280217EF}" dt="2024-06-05T14:42:59.669" v="373" actId="12"/>
          <ac:spMkLst>
            <pc:docMk/>
            <pc:sldMk cId="1943926825" sldId="2076137704"/>
            <ac:spMk id="2" creationId="{65692239-D7A4-8289-9A70-5DE5384D5E01}"/>
          </ac:spMkLst>
        </pc:spChg>
        <pc:spChg chg="add mod">
          <ac:chgData name="Jorge Alejandro Bravo Pizarro" userId="866f4d59-4e3d-4420-8a8b-3d6ddbb5c639" providerId="ADAL" clId="{524D6C03-291C-4944-AD03-AE97280217EF}" dt="2024-06-05T14:33:32.196" v="319" actId="20577"/>
          <ac:spMkLst>
            <pc:docMk/>
            <pc:sldMk cId="1943926825" sldId="2076137704"/>
            <ac:spMk id="3" creationId="{21C67940-C0A3-CF45-BF15-5740B4BE67E0}"/>
          </ac:spMkLst>
        </pc:spChg>
        <pc:spChg chg="add mod">
          <ac:chgData name="Jorge Alejandro Bravo Pizarro" userId="866f4d59-4e3d-4420-8a8b-3d6ddbb5c639" providerId="ADAL" clId="{524D6C03-291C-4944-AD03-AE97280217EF}" dt="2024-06-05T14:35:01.004" v="359"/>
          <ac:spMkLst>
            <pc:docMk/>
            <pc:sldMk cId="1943926825" sldId="2076137704"/>
            <ac:spMk id="4" creationId="{B6038E9E-B23E-B759-B8DE-12F66AD9AB91}"/>
          </ac:spMkLst>
        </pc:spChg>
        <pc:picChg chg="del">
          <ac:chgData name="Jorge Alejandro Bravo Pizarro" userId="866f4d59-4e3d-4420-8a8b-3d6ddbb5c639" providerId="ADAL" clId="{524D6C03-291C-4944-AD03-AE97280217EF}" dt="2024-06-05T14:31:16.944" v="300" actId="478"/>
          <ac:picMkLst>
            <pc:docMk/>
            <pc:sldMk cId="1943926825" sldId="2076137704"/>
            <ac:picMk id="2050" creationId="{3F21FD4D-CAA2-76D4-8B35-B7D0509C8200}"/>
          </ac:picMkLst>
        </pc:pic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31:16.957" v="301" actId="2056"/>
              <pc2:cmMkLst xmlns:pc2="http://schemas.microsoft.com/office/powerpoint/2019/9/main/command">
                <pc:docMk/>
                <pc:sldMk cId="1943926825" sldId="2076137704"/>
                <pc2:cmMk id="{EA16C70D-1923-4304-A5D8-45ADC65883D6}"/>
              </pc2:cmMkLst>
            </pc226:cmChg>
          </p:ext>
        </pc:extLst>
      </pc:sldChg>
      <pc:sldChg chg="modSp mod modCm">
        <pc:chgData name="Jorge Alejandro Bravo Pizarro" userId="866f4d59-4e3d-4420-8a8b-3d6ddbb5c639" providerId="ADAL" clId="{524D6C03-291C-4944-AD03-AE97280217EF}" dt="2024-06-05T14:19:45.859" v="64" actId="20577"/>
        <pc:sldMkLst>
          <pc:docMk/>
          <pc:sldMk cId="3167001994" sldId="2076137705"/>
        </pc:sldMkLst>
        <pc:spChg chg="mod">
          <ac:chgData name="Jorge Alejandro Bravo Pizarro" userId="866f4d59-4e3d-4420-8a8b-3d6ddbb5c639" providerId="ADAL" clId="{524D6C03-291C-4944-AD03-AE97280217EF}" dt="2024-06-05T14:19:28.936" v="1" actId="20577"/>
          <ac:spMkLst>
            <pc:docMk/>
            <pc:sldMk cId="3167001994" sldId="2076137705"/>
            <ac:spMk id="2" creationId="{972BB412-0761-08C0-91B5-7D184FDF0428}"/>
          </ac:spMkLst>
        </pc:spChg>
        <pc:spChg chg="mod">
          <ac:chgData name="Jorge Alejandro Bravo Pizarro" userId="866f4d59-4e3d-4420-8a8b-3d6ddbb5c639" providerId="ADAL" clId="{524D6C03-291C-4944-AD03-AE97280217EF}" dt="2024-06-05T14:19:45.859" v="64"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19:45.859" v="64" actId="20577"/>
              <pc2:cmMkLst xmlns:pc2="http://schemas.microsoft.com/office/powerpoint/2019/9/main/command">
                <pc:docMk/>
                <pc:sldMk cId="3167001994" sldId="2076137705"/>
                <pc2:cmMk id="{6ACC9BD5-3395-4EED-95E2-0F111C252A4D}"/>
              </pc2:cmMkLst>
            </pc226:cmChg>
          </p:ext>
        </pc:extLst>
      </pc:sldChg>
      <pc:sldChg chg="addSp delSp modSp mod">
        <pc:chgData name="Jorge Alejandro Bravo Pizarro" userId="866f4d59-4e3d-4420-8a8b-3d6ddbb5c639" providerId="ADAL" clId="{524D6C03-291C-4944-AD03-AE97280217EF}" dt="2024-06-05T14:25:30.759" v="212" actId="20577"/>
        <pc:sldMkLst>
          <pc:docMk/>
          <pc:sldMk cId="2328334949" sldId="2076137706"/>
        </pc:sldMkLst>
        <pc:spChg chg="mod">
          <ac:chgData name="Jorge Alejandro Bravo Pizarro" userId="866f4d59-4e3d-4420-8a8b-3d6ddbb5c639" providerId="ADAL" clId="{524D6C03-291C-4944-AD03-AE97280217EF}" dt="2024-06-05T14:25:30.759" v="212" actId="20577"/>
          <ac:spMkLst>
            <pc:docMk/>
            <pc:sldMk cId="2328334949" sldId="2076137706"/>
            <ac:spMk id="3" creationId="{E13EDA60-EA13-DE58-247C-0BA1927DF33E}"/>
          </ac:spMkLst>
        </pc:spChg>
        <pc:spChg chg="add del mod">
          <ac:chgData name="Jorge Alejandro Bravo Pizarro" userId="866f4d59-4e3d-4420-8a8b-3d6ddbb5c639" providerId="ADAL" clId="{524D6C03-291C-4944-AD03-AE97280217EF}" dt="2024-06-05T14:20:15.244" v="97"/>
          <ac:spMkLst>
            <pc:docMk/>
            <pc:sldMk cId="2328334949" sldId="2076137706"/>
            <ac:spMk id="4" creationId="{242AF140-04F9-37F3-F72E-749FAE581430}"/>
          </ac:spMkLst>
        </pc:spChg>
        <pc:spChg chg="add del mod">
          <ac:chgData name="Jorge Alejandro Bravo Pizarro" userId="866f4d59-4e3d-4420-8a8b-3d6ddbb5c639" providerId="ADAL" clId="{524D6C03-291C-4944-AD03-AE97280217EF}" dt="2024-06-05T14:20:16.271" v="99"/>
          <ac:spMkLst>
            <pc:docMk/>
            <pc:sldMk cId="2328334949" sldId="2076137706"/>
            <ac:spMk id="5" creationId="{16AF99DC-C7D1-C468-B48D-E56E2418C25C}"/>
          </ac:spMkLst>
        </pc:spChg>
        <pc:spChg chg="add del mod">
          <ac:chgData name="Jorge Alejandro Bravo Pizarro" userId="866f4d59-4e3d-4420-8a8b-3d6ddbb5c639" providerId="ADAL" clId="{524D6C03-291C-4944-AD03-AE97280217EF}" dt="2024-06-05T14:20:32.021" v="114"/>
          <ac:spMkLst>
            <pc:docMk/>
            <pc:sldMk cId="2328334949" sldId="2076137706"/>
            <ac:spMk id="6" creationId="{8DB14618-48DE-F118-9C71-46E63C2EDFEE}"/>
          </ac:spMkLst>
        </pc:spChg>
      </pc:sldChg>
      <pc:sldChg chg="modSp mod">
        <pc:chgData name="Jorge Alejandro Bravo Pizarro" userId="866f4d59-4e3d-4420-8a8b-3d6ddbb5c639" providerId="ADAL" clId="{524D6C03-291C-4944-AD03-AE97280217EF}" dt="2024-06-05T14:29:43.599" v="291" actId="20577"/>
        <pc:sldMkLst>
          <pc:docMk/>
          <pc:sldMk cId="3736436638" sldId="2076137707"/>
        </pc:sldMkLst>
        <pc:spChg chg="mod">
          <ac:chgData name="Jorge Alejandro Bravo Pizarro" userId="866f4d59-4e3d-4420-8a8b-3d6ddbb5c639" providerId="ADAL" clId="{524D6C03-291C-4944-AD03-AE97280217EF}" dt="2024-06-05T14:29:43.599" v="291" actId="20577"/>
          <ac:spMkLst>
            <pc:docMk/>
            <pc:sldMk cId="3736436638" sldId="2076137707"/>
            <ac:spMk id="2" creationId="{A3C1683D-3F2C-514D-52C2-E5502AEA6BCB}"/>
          </ac:spMkLst>
        </pc:spChg>
      </pc:sldChg>
      <pc:sldChg chg="addSp modSp mod">
        <pc:chgData name="Jorge Alejandro Bravo Pizarro" userId="866f4d59-4e3d-4420-8a8b-3d6ddbb5c639" providerId="ADAL" clId="{524D6C03-291C-4944-AD03-AE97280217EF}" dt="2024-06-05T14:30:58.486" v="299" actId="20577"/>
        <pc:sldMkLst>
          <pc:docMk/>
          <pc:sldMk cId="829328944" sldId="2076137708"/>
        </pc:sldMkLst>
        <pc:spChg chg="add mod">
          <ac:chgData name="Jorge Alejandro Bravo Pizarro" userId="866f4d59-4e3d-4420-8a8b-3d6ddbb5c639" providerId="ADAL" clId="{524D6C03-291C-4944-AD03-AE97280217EF}" dt="2024-06-05T14:30:58.486" v="299" actId="20577"/>
          <ac:spMkLst>
            <pc:docMk/>
            <pc:sldMk cId="829328944" sldId="2076137708"/>
            <ac:spMk id="3" creationId="{41EA7C5A-B8A2-74CE-3F3C-D46254F8EDEF}"/>
          </ac:spMkLst>
        </pc:spChg>
      </pc:sldChg>
      <pc:sldChg chg="addSp delSp modSp mod">
        <pc:chgData name="Jorge Alejandro Bravo Pizarro" userId="866f4d59-4e3d-4420-8a8b-3d6ddbb5c639" providerId="ADAL" clId="{524D6C03-291C-4944-AD03-AE97280217EF}" dt="2024-06-05T14:46:24.126" v="403" actId="12"/>
        <pc:sldMkLst>
          <pc:docMk/>
          <pc:sldMk cId="694389719" sldId="2076137709"/>
        </pc:sldMkLst>
        <pc:spChg chg="add del mod">
          <ac:chgData name="Jorge Alejandro Bravo Pizarro" userId="866f4d59-4e3d-4420-8a8b-3d6ddbb5c639" providerId="ADAL" clId="{524D6C03-291C-4944-AD03-AE97280217EF}" dt="2024-06-05T14:45:33.071" v="401"/>
          <ac:spMkLst>
            <pc:docMk/>
            <pc:sldMk cId="694389719" sldId="2076137709"/>
            <ac:spMk id="3" creationId="{62A7D5B7-D664-FB3A-9715-6D3B0AE668C5}"/>
          </ac:spMkLst>
        </pc:spChg>
        <pc:spChg chg="add mod">
          <ac:chgData name="Jorge Alejandro Bravo Pizarro" userId="866f4d59-4e3d-4420-8a8b-3d6ddbb5c639" providerId="ADAL" clId="{524D6C03-291C-4944-AD03-AE97280217EF}" dt="2024-06-05T14:46:24.126" v="403" actId="12"/>
          <ac:spMkLst>
            <pc:docMk/>
            <pc:sldMk cId="694389719" sldId="2076137709"/>
            <ac:spMk id="4" creationId="{9823DD53-074A-AD44-7078-7DFF5F00BB41}"/>
          </ac:spMkLst>
        </pc:spChg>
      </pc:sldChg>
      <pc:sldChg chg="addSp modSp mod">
        <pc:chgData name="Jorge Alejandro Bravo Pizarro" userId="866f4d59-4e3d-4420-8a8b-3d6ddbb5c639" providerId="ADAL" clId="{524D6C03-291C-4944-AD03-AE97280217EF}" dt="2024-06-05T14:49:45.935" v="433" actId="1076"/>
        <pc:sldMkLst>
          <pc:docMk/>
          <pc:sldMk cId="3734186721" sldId="2076137710"/>
        </pc:sldMkLst>
        <pc:spChg chg="add mod">
          <ac:chgData name="Jorge Alejandro Bravo Pizarro" userId="866f4d59-4e3d-4420-8a8b-3d6ddbb5c639" providerId="ADAL" clId="{524D6C03-291C-4944-AD03-AE97280217EF}" dt="2024-06-05T14:49:45.935" v="433" actId="1076"/>
          <ac:spMkLst>
            <pc:docMk/>
            <pc:sldMk cId="3734186721" sldId="2076137710"/>
            <ac:spMk id="3" creationId="{6FB5D704-7EC5-2FD6-69CA-90F1F6A87857}"/>
          </ac:spMkLst>
        </pc:spChg>
      </pc:sldChg>
      <pc:sldChg chg="addSp delSp modSp mod">
        <pc:chgData name="Jorge Alejandro Bravo Pizarro" userId="866f4d59-4e3d-4420-8a8b-3d6ddbb5c639" providerId="ADAL" clId="{524D6C03-291C-4944-AD03-AE97280217EF}" dt="2024-06-05T14:50:33.666" v="443" actId="123"/>
        <pc:sldMkLst>
          <pc:docMk/>
          <pc:sldMk cId="571905608" sldId="2076137711"/>
        </pc:sldMkLst>
        <pc:spChg chg="del mod">
          <ac:chgData name="Jorge Alejandro Bravo Pizarro" userId="866f4d59-4e3d-4420-8a8b-3d6ddbb5c639" providerId="ADAL" clId="{524D6C03-291C-4944-AD03-AE97280217EF}" dt="2024-06-05T14:50:07.239" v="436" actId="478"/>
          <ac:spMkLst>
            <pc:docMk/>
            <pc:sldMk cId="571905608" sldId="2076137711"/>
            <ac:spMk id="2" creationId="{A3C1683D-3F2C-514D-52C2-E5502AEA6BCB}"/>
          </ac:spMkLst>
        </pc:spChg>
        <pc:spChg chg="add del mod">
          <ac:chgData name="Jorge Alejandro Bravo Pizarro" userId="866f4d59-4e3d-4420-8a8b-3d6ddbb5c639" providerId="ADAL" clId="{524D6C03-291C-4944-AD03-AE97280217EF}" dt="2024-06-05T14:50:08.980" v="437" actId="478"/>
          <ac:spMkLst>
            <pc:docMk/>
            <pc:sldMk cId="571905608" sldId="2076137711"/>
            <ac:spMk id="4" creationId="{A5A65666-52CB-26E0-A4CF-73EE85FF115E}"/>
          </ac:spMkLst>
        </pc:spChg>
        <pc:spChg chg="add mod">
          <ac:chgData name="Jorge Alejandro Bravo Pizarro" userId="866f4d59-4e3d-4420-8a8b-3d6ddbb5c639" providerId="ADAL" clId="{524D6C03-291C-4944-AD03-AE97280217EF}" dt="2024-06-05T14:50:33.666" v="443" actId="123"/>
          <ac:spMkLst>
            <pc:docMk/>
            <pc:sldMk cId="571905608" sldId="2076137711"/>
            <ac:spMk id="5" creationId="{A8789196-F472-F410-1820-3749FCB90315}"/>
          </ac:spMkLst>
        </pc:spChg>
      </pc:sldChg>
      <pc:sldChg chg="addSp delSp modSp mod">
        <pc:chgData name="Jorge Alejandro Bravo Pizarro" userId="866f4d59-4e3d-4420-8a8b-3d6ddbb5c639" providerId="ADAL" clId="{524D6C03-291C-4944-AD03-AE97280217EF}" dt="2024-06-05T14:47:37.339" v="415" actId="14100"/>
        <pc:sldMkLst>
          <pc:docMk/>
          <pc:sldMk cId="536104298" sldId="2076137713"/>
        </pc:sldMkLst>
        <pc:spChg chg="add mod">
          <ac:chgData name="Jorge Alejandro Bravo Pizarro" userId="866f4d59-4e3d-4420-8a8b-3d6ddbb5c639" providerId="ADAL" clId="{524D6C03-291C-4944-AD03-AE97280217EF}" dt="2024-06-05T14:47:37.339" v="415" actId="14100"/>
          <ac:spMkLst>
            <pc:docMk/>
            <pc:sldMk cId="536104298" sldId="2076137713"/>
            <ac:spMk id="2" creationId="{586DDEB3-B320-CE5D-2869-B75C2BE5A0A4}"/>
          </ac:spMkLst>
        </pc:spChg>
        <pc:spChg chg="del">
          <ac:chgData name="Jorge Alejandro Bravo Pizarro" userId="866f4d59-4e3d-4420-8a8b-3d6ddbb5c639" providerId="ADAL" clId="{524D6C03-291C-4944-AD03-AE97280217EF}" dt="2024-06-05T14:47:01.181" v="407" actId="478"/>
          <ac:spMkLst>
            <pc:docMk/>
            <pc:sldMk cId="536104298" sldId="2076137713"/>
            <ac:spMk id="4" creationId="{50FEBFAF-F16F-D3D3-04EB-C957FF331333}"/>
          </ac:spMkLst>
        </pc:spChg>
        <pc:spChg chg="del">
          <ac:chgData name="Jorge Alejandro Bravo Pizarro" userId="866f4d59-4e3d-4420-8a8b-3d6ddbb5c639" providerId="ADAL" clId="{524D6C03-291C-4944-AD03-AE97280217EF}" dt="2024-06-05T14:47:02.603" v="408" actId="478"/>
          <ac:spMkLst>
            <pc:docMk/>
            <pc:sldMk cId="536104298" sldId="2076137713"/>
            <ac:spMk id="5" creationId="{396D43B6-C001-8635-3ECC-22C243D08BBD}"/>
          </ac:spMkLst>
        </pc:spChg>
        <pc:spChg chg="del mod">
          <ac:chgData name="Jorge Alejandro Bravo Pizarro" userId="866f4d59-4e3d-4420-8a8b-3d6ddbb5c639" providerId="ADAL" clId="{524D6C03-291C-4944-AD03-AE97280217EF}" dt="2024-06-05T14:46:57.794" v="405" actId="478"/>
          <ac:spMkLst>
            <pc:docMk/>
            <pc:sldMk cId="536104298" sldId="2076137713"/>
            <ac:spMk id="6" creationId="{C5827CDD-A6E4-25EA-3A20-58D43697366D}"/>
          </ac:spMkLst>
        </pc:spChg>
        <pc:spChg chg="del">
          <ac:chgData name="Jorge Alejandro Bravo Pizarro" userId="866f4d59-4e3d-4420-8a8b-3d6ddbb5c639" providerId="ADAL" clId="{524D6C03-291C-4944-AD03-AE97280217EF}" dt="2024-06-05T14:46:59.706" v="406" actId="478"/>
          <ac:spMkLst>
            <pc:docMk/>
            <pc:sldMk cId="536104298" sldId="2076137713"/>
            <ac:spMk id="7" creationId="{22E3879B-FFF9-187A-E988-98E80FBEF22E}"/>
          </ac:spMkLst>
        </pc:spChg>
      </pc:sldChg>
      <pc:sldChg chg="del">
        <pc:chgData name="Jorge Alejandro Bravo Pizarro" userId="866f4d59-4e3d-4420-8a8b-3d6ddbb5c639" providerId="ADAL" clId="{524D6C03-291C-4944-AD03-AE97280217EF}" dt="2024-06-05T14:49:52.706" v="434" actId="2696"/>
        <pc:sldMkLst>
          <pc:docMk/>
          <pc:sldMk cId="4073713596" sldId="2076137714"/>
        </pc:sldMkLst>
      </pc:sldChg>
      <pc:sldChg chg="del">
        <pc:chgData name="Jorge Alejandro Bravo Pizarro" userId="866f4d59-4e3d-4420-8a8b-3d6ddbb5c639" providerId="ADAL" clId="{524D6C03-291C-4944-AD03-AE97280217EF}" dt="2024-06-05T14:50:44.639" v="444" actId="2696"/>
        <pc:sldMkLst>
          <pc:docMk/>
          <pc:sldMk cId="3308352145" sldId="2076137715"/>
        </pc:sldMkLst>
      </pc:sldChg>
      <pc:sldChg chg="addSp delSp modSp mod">
        <pc:chgData name="Jorge Alejandro Bravo Pizarro" userId="866f4d59-4e3d-4420-8a8b-3d6ddbb5c639" providerId="ADAL" clId="{524D6C03-291C-4944-AD03-AE97280217EF}" dt="2024-06-05T14:35:37.778" v="369" actId="242"/>
        <pc:sldMkLst>
          <pc:docMk/>
          <pc:sldMk cId="2456185182" sldId="2076137716"/>
        </pc:sldMkLst>
        <pc:spChg chg="del mod">
          <ac:chgData name="Jorge Alejandro Bravo Pizarro" userId="866f4d59-4e3d-4420-8a8b-3d6ddbb5c639" providerId="ADAL" clId="{524D6C03-291C-4944-AD03-AE97280217EF}" dt="2024-06-05T14:35:15.529" v="362" actId="478"/>
          <ac:spMkLst>
            <pc:docMk/>
            <pc:sldMk cId="2456185182" sldId="2076137716"/>
            <ac:spMk id="2" creationId="{65692239-D7A4-8289-9A70-5DE5384D5E01}"/>
          </ac:spMkLst>
        </pc:spChg>
        <pc:spChg chg="add mod">
          <ac:chgData name="Jorge Alejandro Bravo Pizarro" userId="866f4d59-4e3d-4420-8a8b-3d6ddbb5c639" providerId="ADAL" clId="{524D6C03-291C-4944-AD03-AE97280217EF}" dt="2024-06-05T14:35:37.778" v="369" actId="242"/>
          <ac:spMkLst>
            <pc:docMk/>
            <pc:sldMk cId="2456185182" sldId="2076137716"/>
            <ac:spMk id="4" creationId="{D7802C0A-C92E-A141-2177-66DDE9234D53}"/>
          </ac:spMkLst>
        </pc:spChg>
        <pc:picChg chg="del">
          <ac:chgData name="Jorge Alejandro Bravo Pizarro" userId="866f4d59-4e3d-4420-8a8b-3d6ddbb5c639" providerId="ADAL" clId="{524D6C03-291C-4944-AD03-AE97280217EF}" dt="2024-06-05T14:35:11.259" v="360" actId="478"/>
          <ac:picMkLst>
            <pc:docMk/>
            <pc:sldMk cId="2456185182" sldId="2076137716"/>
            <ac:picMk id="3074" creationId="{0E5561CE-0A7C-B717-8D59-304DF82310BC}"/>
          </ac:picMkLst>
        </pc:picChg>
      </pc:sldChg>
      <pc:sldChg chg="modSp mod">
        <pc:chgData name="Jorge Alejandro Bravo Pizarro" userId="866f4d59-4e3d-4420-8a8b-3d6ddbb5c639" providerId="ADAL" clId="{524D6C03-291C-4944-AD03-AE97280217EF}" dt="2024-06-05T14:29:23.614" v="278" actId="20577"/>
        <pc:sldMkLst>
          <pc:docMk/>
          <pc:sldMk cId="2546042947" sldId="2076137717"/>
        </pc:sldMkLst>
        <pc:spChg chg="mod">
          <ac:chgData name="Jorge Alejandro Bravo Pizarro" userId="866f4d59-4e3d-4420-8a8b-3d6ddbb5c639" providerId="ADAL" clId="{524D6C03-291C-4944-AD03-AE97280217EF}" dt="2024-06-05T14:29:23.614" v="278" actId="20577"/>
          <ac:spMkLst>
            <pc:docMk/>
            <pc:sldMk cId="2546042947" sldId="2076137717"/>
            <ac:spMk id="3" creationId="{E13EDA60-EA13-DE58-247C-0BA1927DF33E}"/>
          </ac:spMkLst>
        </pc:spChg>
      </pc:sldChg>
      <pc:sldChg chg="del">
        <pc:chgData name="Jorge Alejandro Bravo Pizarro" userId="866f4d59-4e3d-4420-8a8b-3d6ddbb5c639" providerId="ADAL" clId="{524D6C03-291C-4944-AD03-AE97280217EF}" dt="2024-06-05T14:50:49.254" v="445" actId="2696"/>
        <pc:sldMkLst>
          <pc:docMk/>
          <pc:sldMk cId="729372892" sldId="2076137718"/>
        </pc:sldMkLst>
      </pc:sldChg>
      <pc:sldChg chg="addSp delSp modSp mod">
        <pc:chgData name="Jorge Alejandro Bravo Pizarro" userId="866f4d59-4e3d-4420-8a8b-3d6ddbb5c639" providerId="ADAL" clId="{524D6C03-291C-4944-AD03-AE97280217EF}" dt="2024-06-05T14:51:05.918" v="450" actId="1076"/>
        <pc:sldMkLst>
          <pc:docMk/>
          <pc:sldMk cId="3564780999" sldId="2076137719"/>
        </pc:sldMkLst>
        <pc:spChg chg="del">
          <ac:chgData name="Jorge Alejandro Bravo Pizarro" userId="866f4d59-4e3d-4420-8a8b-3d6ddbb5c639" providerId="ADAL" clId="{524D6C03-291C-4944-AD03-AE97280217EF}" dt="2024-06-05T14:51:00.733" v="447" actId="478"/>
          <ac:spMkLst>
            <pc:docMk/>
            <pc:sldMk cId="3564780999" sldId="2076137719"/>
            <ac:spMk id="2" creationId="{79ED2681-8786-9A29-3A17-818CEFDCEBE8}"/>
          </ac:spMkLst>
        </pc:spChg>
        <pc:spChg chg="del">
          <ac:chgData name="Jorge Alejandro Bravo Pizarro" userId="866f4d59-4e3d-4420-8a8b-3d6ddbb5c639" providerId="ADAL" clId="{524D6C03-291C-4944-AD03-AE97280217EF}" dt="2024-06-05T14:50:58.306" v="446" actId="478"/>
          <ac:spMkLst>
            <pc:docMk/>
            <pc:sldMk cId="3564780999" sldId="2076137719"/>
            <ac:spMk id="3" creationId="{ED6698C0-0CA4-157D-BCF1-AB90DBD86803}"/>
          </ac:spMkLst>
        </pc:spChg>
        <pc:picChg chg="add mod">
          <ac:chgData name="Jorge Alejandro Bravo Pizarro" userId="866f4d59-4e3d-4420-8a8b-3d6ddbb5c639" providerId="ADAL" clId="{524D6C03-291C-4944-AD03-AE97280217EF}" dt="2024-06-05T14:51:05.918" v="450" actId="1076"/>
          <ac:picMkLst>
            <pc:docMk/>
            <pc:sldMk cId="3564780999" sldId="2076137719"/>
            <ac:picMk id="4" creationId="{FF006F95-BE4A-D449-9BE0-8FB091153E4A}"/>
          </ac:picMkLst>
        </pc:picChg>
      </pc:sldChg>
      <pc:sldChg chg="modSp add mod ord">
        <pc:chgData name="Jorge Alejandro Bravo Pizarro" userId="866f4d59-4e3d-4420-8a8b-3d6ddbb5c639" providerId="ADAL" clId="{524D6C03-291C-4944-AD03-AE97280217EF}" dt="2024-06-05T14:43:21.091" v="382" actId="20577"/>
        <pc:sldMkLst>
          <pc:docMk/>
          <pc:sldMk cId="907486124" sldId="2076137720"/>
        </pc:sldMkLst>
        <pc:spChg chg="mod">
          <ac:chgData name="Jorge Alejandro Bravo Pizarro" userId="866f4d59-4e3d-4420-8a8b-3d6ddbb5c639" providerId="ADAL" clId="{524D6C03-291C-4944-AD03-AE97280217EF}" dt="2024-06-05T14:43:21.091" v="382" actId="20577"/>
          <ac:spMkLst>
            <pc:docMk/>
            <pc:sldMk cId="907486124" sldId="2076137720"/>
            <ac:spMk id="2" creationId="{A3C1683D-3F2C-514D-52C2-E5502AEA6BCB}"/>
          </ac:spMkLst>
        </pc:spChg>
      </pc:sldChg>
      <pc:sldChg chg="modSp add mod ord">
        <pc:chgData name="Jorge Alejandro Bravo Pizarro" userId="866f4d59-4e3d-4420-8a8b-3d6ddbb5c639" providerId="ADAL" clId="{524D6C03-291C-4944-AD03-AE97280217EF}" dt="2024-06-05T14:49:22.747" v="428" actId="20577"/>
        <pc:sldMkLst>
          <pc:docMk/>
          <pc:sldMk cId="624138457" sldId="2076137721"/>
        </pc:sldMkLst>
        <pc:spChg chg="mod">
          <ac:chgData name="Jorge Alejandro Bravo Pizarro" userId="866f4d59-4e3d-4420-8a8b-3d6ddbb5c639" providerId="ADAL" clId="{524D6C03-291C-4944-AD03-AE97280217EF}" dt="2024-06-05T14:49:22.747" v="428" actId="20577"/>
          <ac:spMkLst>
            <pc:docMk/>
            <pc:sldMk cId="624138457" sldId="2076137721"/>
            <ac:spMk id="2" creationId="{A3C1683D-3F2C-514D-52C2-E5502AEA6BCB}"/>
          </ac:spMkLst>
        </pc:spChg>
      </pc:sldChg>
    </pc:docChg>
  </pc:docChgLst>
  <pc:docChgLst>
    <pc:chgData name="Alejandra Bravo Garcia" userId="S::abravo@ciisa.cl::4cf5125d-f567-4a98-9bb5-4ea9ae908f01" providerId="AD" clId="Web-{7BA15F0B-029B-E7C7-F931-CF0999763482}"/>
    <pc:docChg chg="mod addSld modSld">
      <pc:chgData name="Alejandra Bravo Garcia" userId="S::abravo@ciisa.cl::4cf5125d-f567-4a98-9bb5-4ea9ae908f01" providerId="AD" clId="Web-{7BA15F0B-029B-E7C7-F931-CF0999763482}" dt="2023-09-12T03:31:41.921" v="155" actId="20577"/>
      <pc:docMkLst>
        <pc:docMk/>
      </pc:docMkLst>
      <pc:sldChg chg="addCm">
        <pc:chgData name="Alejandra Bravo Garcia" userId="S::abravo@ciisa.cl::4cf5125d-f567-4a98-9bb5-4ea9ae908f01" providerId="AD" clId="Web-{7BA15F0B-029B-E7C7-F931-CF0999763482}" dt="2023-09-12T03:28:52.463" v="136"/>
        <pc:sldMkLst>
          <pc:docMk/>
          <pc:sldMk cId="1136515697" sldId="207613770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52.463" v="136"/>
              <pc2:cmMkLst xmlns:pc2="http://schemas.microsoft.com/office/powerpoint/2019/9/main/command">
                <pc:docMk/>
                <pc:sldMk cId="1136515697" sldId="2076137702"/>
                <pc2:cmMk id="{E30EEDB4-A314-47FD-8D64-D776ED46A02F}"/>
              </pc2:cmMkLst>
            </pc226:cmChg>
          </p:ext>
        </pc:extLst>
      </pc:sldChg>
      <pc:sldChg chg="addCm">
        <pc:chgData name="Alejandra Bravo Garcia" userId="S::abravo@ciisa.cl::4cf5125d-f567-4a98-9bb5-4ea9ae908f01" providerId="AD" clId="Web-{7BA15F0B-029B-E7C7-F931-CF0999763482}" dt="2023-09-12T03:26:05.270" v="133"/>
        <pc:sldMkLst>
          <pc:docMk/>
          <pc:sldMk cId="868812523" sldId="2076137703"/>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05.270" v="133"/>
              <pc2:cmMkLst xmlns:pc2="http://schemas.microsoft.com/office/powerpoint/2019/9/main/command">
                <pc:docMk/>
                <pc:sldMk cId="868812523" sldId="2076137703"/>
                <pc2:cmMk id="{1EA8D883-5044-4AAA-BBAD-F5A58475186B}"/>
              </pc2:cmMkLst>
            </pc226:cmChg>
          </p:ext>
        </pc:extLst>
      </pc:sldChg>
      <pc:sldChg chg="addCm">
        <pc:chgData name="Alejandra Bravo Garcia" userId="S::abravo@ciisa.cl::4cf5125d-f567-4a98-9bb5-4ea9ae908f01" providerId="AD" clId="Web-{7BA15F0B-029B-E7C7-F931-CF0999763482}" dt="2023-09-12T03:29:58.371" v="138"/>
        <pc:sldMkLst>
          <pc:docMk/>
          <pc:sldMk cId="1943926825" sldId="2076137704"/>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58.371" v="138"/>
              <pc2:cmMkLst xmlns:pc2="http://schemas.microsoft.com/office/powerpoint/2019/9/main/command">
                <pc:docMk/>
                <pc:sldMk cId="1943926825" sldId="2076137704"/>
                <pc2:cmMk id="{EA16C70D-1923-4304-A5D8-45ADC65883D6}"/>
              </pc2:cmMkLst>
            </pc226:cmChg>
          </p:ext>
        </pc:extLst>
      </pc:sldChg>
      <pc:sldChg chg="addCm">
        <pc:chgData name="Alejandra Bravo Garcia" userId="S::abravo@ciisa.cl::4cf5125d-f567-4a98-9bb5-4ea9ae908f01" providerId="AD" clId="Web-{7BA15F0B-029B-E7C7-F931-CF0999763482}" dt="2023-09-12T03:24:24.908" v="130"/>
        <pc:sldMkLst>
          <pc:docMk/>
          <pc:sldMk cId="3167001994" sldId="2076137705"/>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12.908" v="129"/>
              <pc2:cmMkLst xmlns:pc2="http://schemas.microsoft.com/office/powerpoint/2019/9/main/command">
                <pc:docMk/>
                <pc:sldMk cId="3167001994" sldId="2076137705"/>
                <pc2:cmMk id="{FDA31033-C313-481E-B661-B5FAF3DCBAFF}"/>
              </pc2:cmMkLst>
            </pc226:cmChg>
            <pc226:cmChg xmlns:pc226="http://schemas.microsoft.com/office/powerpoint/2022/06/main/command" chg="add">
              <pc226:chgData name="Alejandra Bravo Garcia" userId="S::abravo@ciisa.cl::4cf5125d-f567-4a98-9bb5-4ea9ae908f01" providerId="AD" clId="Web-{7BA15F0B-029B-E7C7-F931-CF0999763482}" dt="2023-09-12T03:24:24.908" v="130"/>
              <pc2:cmMkLst xmlns:pc2="http://schemas.microsoft.com/office/powerpoint/2019/9/main/command">
                <pc:docMk/>
                <pc:sldMk cId="3167001994" sldId="2076137705"/>
                <pc2:cmMk id="{6ACC9BD5-3395-4EED-95E2-0F111C252A4D}"/>
              </pc2:cmMkLst>
            </pc226:cmChg>
          </p:ext>
        </pc:extLst>
      </pc:sldChg>
      <pc:sldChg chg="modSp addCm">
        <pc:chgData name="Alejandra Bravo Garcia" userId="S::abravo@ciisa.cl::4cf5125d-f567-4a98-9bb5-4ea9ae908f01" providerId="AD" clId="Web-{7BA15F0B-029B-E7C7-F931-CF0999763482}" dt="2023-09-12T03:24:54.581" v="131"/>
        <pc:sldMkLst>
          <pc:docMk/>
          <pc:sldMk cId="2328334949" sldId="2076137706"/>
        </pc:sldMkLst>
        <pc:spChg chg="mod">
          <ac:chgData name="Alejandra Bravo Garcia" userId="S::abravo@ciisa.cl::4cf5125d-f567-4a98-9bb5-4ea9ae908f01" providerId="AD" clId="Web-{7BA15F0B-029B-E7C7-F931-CF0999763482}" dt="2023-09-12T03:21:55.591" v="4" actId="20577"/>
          <ac:spMkLst>
            <pc:docMk/>
            <pc:sldMk cId="2328334949" sldId="2076137706"/>
            <ac:spMk id="2" creationId="{B6EFDCBE-E499-3103-92A5-28F5D6427A64}"/>
          </ac:spMkLst>
        </pc:sp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54.581" v="131"/>
              <pc2:cmMkLst xmlns:pc2="http://schemas.microsoft.com/office/powerpoint/2019/9/main/command">
                <pc:docMk/>
                <pc:sldMk cId="2328334949" sldId="2076137706"/>
                <pc2:cmMk id="{389693A5-11B2-4C14-A119-775D20B2A22B}"/>
              </pc2:cmMkLst>
            </pc226:cmChg>
          </p:ext>
        </pc:extLst>
      </pc:sldChg>
      <pc:sldChg chg="addCm">
        <pc:chgData name="Alejandra Bravo Garcia" userId="S::abravo@ciisa.cl::4cf5125d-f567-4a98-9bb5-4ea9ae908f01" providerId="AD" clId="Web-{7BA15F0B-029B-E7C7-F931-CF0999763482}" dt="2023-09-12T03:26:16.771" v="134"/>
        <pc:sldMkLst>
          <pc:docMk/>
          <pc:sldMk cId="3736436638" sldId="2076137707"/>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16.771" v="134"/>
              <pc2:cmMkLst xmlns:pc2="http://schemas.microsoft.com/office/powerpoint/2019/9/main/command">
                <pc:docMk/>
                <pc:sldMk cId="3736436638" sldId="2076137707"/>
                <pc2:cmMk id="{07EF16F2-FDF7-459F-8065-373D6580A19D}"/>
              </pc2:cmMkLst>
            </pc226:cmChg>
          </p:ext>
        </pc:extLst>
      </pc:sldChg>
      <pc:sldChg chg="addCm">
        <pc:chgData name="Alejandra Bravo Garcia" userId="S::abravo@ciisa.cl::4cf5125d-f567-4a98-9bb5-4ea9ae908f01" providerId="AD" clId="Web-{7BA15F0B-029B-E7C7-F931-CF0999763482}" dt="2023-09-12T03:29:35.370" v="137"/>
        <pc:sldMkLst>
          <pc:docMk/>
          <pc:sldMk cId="829328944" sldId="2076137708"/>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35.370" v="137"/>
              <pc2:cmMkLst xmlns:pc2="http://schemas.microsoft.com/office/powerpoint/2019/9/main/command">
                <pc:docMk/>
                <pc:sldMk cId="829328944" sldId="2076137708"/>
                <pc2:cmMk id="{D267BE4A-61DE-40D3-A24C-59F6D7967C8C}"/>
              </pc2:cmMkLst>
            </pc226:cmChg>
          </p:ext>
        </pc:extLst>
      </pc:sldChg>
      <pc:sldChg chg="addCm">
        <pc:chgData name="Alejandra Bravo Garcia" userId="S::abravo@ciisa.cl::4cf5125d-f567-4a98-9bb5-4ea9ae908f01" providerId="AD" clId="Web-{7BA15F0B-029B-E7C7-F931-CF0999763482}" dt="2023-09-12T03:28:28.478" v="135"/>
        <pc:sldMkLst>
          <pc:docMk/>
          <pc:sldMk cId="3631252662" sldId="207613771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28.478" v="135"/>
              <pc2:cmMkLst xmlns:pc2="http://schemas.microsoft.com/office/powerpoint/2019/9/main/command">
                <pc:docMk/>
                <pc:sldMk cId="3631252662" sldId="2076137712"/>
                <pc2:cmMk id="{0D333014-9AC8-4346-BB09-9D720E4A3858}"/>
              </pc2:cmMkLst>
            </pc226:cmChg>
          </p:ext>
        </pc:extLst>
      </pc:sldChg>
      <pc:sldChg chg="modSp add replId addCm">
        <pc:chgData name="Alejandra Bravo Garcia" userId="S::abravo@ciisa.cl::4cf5125d-f567-4a98-9bb5-4ea9ae908f01" providerId="AD" clId="Web-{7BA15F0B-029B-E7C7-F931-CF0999763482}" dt="2023-09-12T03:25:38.613" v="132"/>
        <pc:sldMkLst>
          <pc:docMk/>
          <pc:sldMk cId="2546042947" sldId="2076137717"/>
        </pc:sldMkLst>
        <pc:spChg chg="mod">
          <ac:chgData name="Alejandra Bravo Garcia" userId="S::abravo@ciisa.cl::4cf5125d-f567-4a98-9bb5-4ea9ae908f01" providerId="AD" clId="Web-{7BA15F0B-029B-E7C7-F931-CF0999763482}" dt="2023-09-12T03:22:39.030" v="21" actId="20577"/>
          <ac:spMkLst>
            <pc:docMk/>
            <pc:sldMk cId="2546042947" sldId="2076137717"/>
            <ac:spMk id="2" creationId="{B6EFDCBE-E499-3103-92A5-28F5D6427A64}"/>
          </ac:spMkLst>
        </pc:spChg>
        <pc:spChg chg="mod">
          <ac:chgData name="Alejandra Bravo Garcia" userId="S::abravo@ciisa.cl::4cf5125d-f567-4a98-9bb5-4ea9ae908f01" providerId="AD" clId="Web-{7BA15F0B-029B-E7C7-F931-CF0999763482}" dt="2023-09-12T03:23:44.032" v="127" actId="20577"/>
          <ac:spMkLst>
            <pc:docMk/>
            <pc:sldMk cId="2546042947" sldId="2076137717"/>
            <ac:spMk id="3" creationId="{E13EDA60-EA13-DE58-247C-0BA1927DF33E}"/>
          </ac:spMkLst>
        </pc:sp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5:38.613" v="132"/>
              <pc2:cmMkLst xmlns:pc2="http://schemas.microsoft.com/office/powerpoint/2019/9/main/command">
                <pc:docMk/>
                <pc:sldMk cId="2546042947" sldId="2076137717"/>
                <pc2:cmMk id="{C1737562-6C8A-463E-B045-4829F6317B19}"/>
              </pc2:cmMkLst>
            </pc226:cmChg>
          </p:ext>
        </pc:extLst>
      </pc:sldChg>
      <pc:sldChg chg="addSp delSp modSp add replId addCm">
        <pc:chgData name="Alejandra Bravo Garcia" userId="S::abravo@ciisa.cl::4cf5125d-f567-4a98-9bb5-4ea9ae908f01" providerId="AD" clId="Web-{7BA15F0B-029B-E7C7-F931-CF0999763482}" dt="2023-09-12T03:31:41.921" v="155" actId="20577"/>
        <pc:sldMkLst>
          <pc:docMk/>
          <pc:sldMk cId="729372892" sldId="2076137718"/>
        </pc:sldMkLst>
        <pc:spChg chg="add mod">
          <ac:chgData name="Alejandra Bravo Garcia" userId="S::abravo@ciisa.cl::4cf5125d-f567-4a98-9bb5-4ea9ae908f01" providerId="AD" clId="Web-{7BA15F0B-029B-E7C7-F931-CF0999763482}" dt="2023-09-12T03:31:41.921" v="155" actId="20577"/>
          <ac:spMkLst>
            <pc:docMk/>
            <pc:sldMk cId="729372892" sldId="2076137718"/>
            <ac:spMk id="2" creationId="{7D6BBE6D-6364-2A96-9BD0-B43BAB212637}"/>
          </ac:spMkLst>
        </pc:spChg>
        <pc:spChg chg="del mod">
          <ac:chgData name="Alejandra Bravo Garcia" userId="S::abravo@ciisa.cl::4cf5125d-f567-4a98-9bb5-4ea9ae908f01" providerId="AD" clId="Web-{7BA15F0B-029B-E7C7-F931-CF0999763482}" dt="2023-09-12T03:30:25.028" v="142"/>
          <ac:spMkLst>
            <pc:docMk/>
            <pc:sldMk cId="729372892" sldId="2076137718"/>
            <ac:spMk id="4" creationId="{89401DFB-4589-4A40-1CF4-5D132DD2EF72}"/>
          </ac:spMkLst>
        </pc:spChg>
        <pc:spChg chg="del">
          <ac:chgData name="Alejandra Bravo Garcia" userId="S::abravo@ciisa.cl::4cf5125d-f567-4a98-9bb5-4ea9ae908f01" providerId="AD" clId="Web-{7BA15F0B-029B-E7C7-F931-CF0999763482}" dt="2023-09-12T03:30:19.637" v="140"/>
          <ac:spMkLst>
            <pc:docMk/>
            <pc:sldMk cId="729372892" sldId="2076137718"/>
            <ac:spMk id="5" creationId="{A2D74E4D-CBE6-A3D9-BD83-ED8A812243ED}"/>
          </ac:spMkLst>
        </pc:spChg>
        <pc:spChg chg="del">
          <ac:chgData name="Alejandra Bravo Garcia" userId="S::abravo@ciisa.cl::4cf5125d-f567-4a98-9bb5-4ea9ae908f01" providerId="AD" clId="Web-{7BA15F0B-029B-E7C7-F931-CF0999763482}" dt="2023-09-12T03:30:28.184" v="144"/>
          <ac:spMkLst>
            <pc:docMk/>
            <pc:sldMk cId="729372892" sldId="2076137718"/>
            <ac:spMk id="6" creationId="{E7A96764-862C-3475-9311-453A659389A3}"/>
          </ac:spMkLst>
        </pc:spChg>
        <pc:picChg chg="del">
          <ac:chgData name="Alejandra Bravo Garcia" userId="S::abravo@ciisa.cl::4cf5125d-f567-4a98-9bb5-4ea9ae908f01" providerId="AD" clId="Web-{7BA15F0B-029B-E7C7-F931-CF0999763482}" dt="2023-09-12T03:30:26.919" v="143"/>
          <ac:picMkLst>
            <pc:docMk/>
            <pc:sldMk cId="729372892" sldId="2076137718"/>
            <ac:picMk id="5122" creationId="{E54C5135-F610-A35E-7081-EC02C10B7FFC}"/>
          </ac:picMkLst>
        </pc:pic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31:39.765" v="154"/>
              <pc2:cmMkLst xmlns:pc2="http://schemas.microsoft.com/office/powerpoint/2019/9/main/command">
                <pc:docMk/>
                <pc:sldMk cId="729372892" sldId="2076137718"/>
                <pc2:cmMk id="{A4CF5ACE-D39B-432C-8A7B-88D220DC3AF0}"/>
              </pc2:cmMkLst>
            </pc226:cmChg>
          </p:ext>
        </pc:extLst>
      </pc:sldChg>
    </pc:docChg>
  </pc:docChgLst>
  <pc:docChgLst>
    <pc:chgData name="Carolina Lastra Avendaño" userId="S::clastra@ciisa.cl::81d2f08a-669f-4504-b713-9505f7f274c4" providerId="AD" clId="Web-{5CA01B3C-B536-6762-EAA4-E33501866A87}"/>
    <pc:docChg chg="addSld delSld modSld modMainMaster">
      <pc:chgData name="Carolina Lastra Avendaño" userId="S::clastra@ciisa.cl::81d2f08a-669f-4504-b713-9505f7f274c4" providerId="AD" clId="Web-{5CA01B3C-B536-6762-EAA4-E33501866A87}" dt="2024-05-22T15:43:42.882" v="61" actId="20577"/>
      <pc:docMkLst>
        <pc:docMk/>
      </pc:docMkLst>
      <pc:sldChg chg="del mod">
        <pc:chgData name="Carolina Lastra Avendaño" userId="S::clastra@ciisa.cl::81d2f08a-669f-4504-b713-9505f7f274c4" providerId="AD" clId="Web-{5CA01B3C-B536-6762-EAA4-E33501866A87}" dt="2024-05-22T15:41:22.611" v="45"/>
        <pc:sldMkLst>
          <pc:docMk/>
          <pc:sldMk cId="242947854" sldId="2076137701"/>
        </pc:sldMkLst>
      </pc:sldChg>
      <pc:sldChg chg="mod">
        <pc:chgData name="Carolina Lastra Avendaño" userId="S::clastra@ciisa.cl::81d2f08a-669f-4504-b713-9505f7f274c4" providerId="AD" clId="Web-{5CA01B3C-B536-6762-EAA4-E33501866A87}" dt="2024-05-22T15:38:24.043" v="1"/>
        <pc:sldMkLst>
          <pc:docMk/>
          <pc:sldMk cId="1136515697" sldId="2076137702"/>
        </pc:sldMkLst>
      </pc:sldChg>
      <pc:sldChg chg="modSp mod setBg modCm">
        <pc:chgData name="Carolina Lastra Avendaño" userId="S::clastra@ciisa.cl::81d2f08a-669f-4504-b713-9505f7f274c4" providerId="AD" clId="Web-{5CA01B3C-B536-6762-EAA4-E33501866A87}" dt="2024-05-22T15:40:20.562" v="31" actId="20577"/>
        <pc:sldMkLst>
          <pc:docMk/>
          <pc:sldMk cId="868812523" sldId="2076137703"/>
        </pc:sldMkLst>
        <pc:spChg chg="mod">
          <ac:chgData name="Carolina Lastra Avendaño" userId="S::clastra@ciisa.cl::81d2f08a-669f-4504-b713-9505f7f274c4" providerId="AD" clId="Web-{5CA01B3C-B536-6762-EAA4-E33501866A87}" dt="2024-05-22T15:40:20.562" v="31" actId="20577"/>
          <ac:spMkLst>
            <pc:docMk/>
            <pc:sldMk cId="868812523" sldId="2076137703"/>
            <ac:spMk id="2" creationId="{A3C1683D-3F2C-514D-52C2-E5502AEA6BCB}"/>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40:20.562" v="31" actId="20577"/>
              <pc2:cmMkLst xmlns:pc2="http://schemas.microsoft.com/office/powerpoint/2019/9/main/command">
                <pc:docMk/>
                <pc:sldMk cId="868812523" sldId="2076137703"/>
                <pc2:cmMk id="{1EA8D883-5044-4AAA-BBAD-F5A58475186B}"/>
              </pc2:cmMkLst>
            </pc226:cmChg>
          </p:ext>
        </pc:extLst>
      </pc:sldChg>
      <pc:sldChg chg="mod">
        <pc:chgData name="Carolina Lastra Avendaño" userId="S::clastra@ciisa.cl::81d2f08a-669f-4504-b713-9505f7f274c4" providerId="AD" clId="Web-{5CA01B3C-B536-6762-EAA4-E33501866A87}" dt="2024-05-22T15:38:24.043" v="1"/>
        <pc:sldMkLst>
          <pc:docMk/>
          <pc:sldMk cId="1943926825" sldId="2076137704"/>
        </pc:sldMkLst>
      </pc:sldChg>
      <pc:sldChg chg="modSp mod setBg modCm">
        <pc:chgData name="Carolina Lastra Avendaño" userId="S::clastra@ciisa.cl::81d2f08a-669f-4504-b713-9505f7f274c4" providerId="AD" clId="Web-{5CA01B3C-B536-6762-EAA4-E33501866A87}" dt="2024-05-22T15:39:11.748" v="25" actId="20577"/>
        <pc:sldMkLst>
          <pc:docMk/>
          <pc:sldMk cId="3167001994" sldId="2076137705"/>
        </pc:sldMkLst>
        <pc:spChg chg="mod">
          <ac:chgData name="Carolina Lastra Avendaño" userId="S::clastra@ciisa.cl::81d2f08a-669f-4504-b713-9505f7f274c4" providerId="AD" clId="Web-{5CA01B3C-B536-6762-EAA4-E33501866A87}" dt="2024-05-22T15:38:58.185" v="12" actId="20577"/>
          <ac:spMkLst>
            <pc:docMk/>
            <pc:sldMk cId="3167001994" sldId="2076137705"/>
            <ac:spMk id="2" creationId="{972BB412-0761-08C0-91B5-7D184FDF0428}"/>
          </ac:spMkLst>
        </pc:spChg>
        <pc:spChg chg="mod">
          <ac:chgData name="Carolina Lastra Avendaño" userId="S::clastra@ciisa.cl::81d2f08a-669f-4504-b713-9505f7f274c4" providerId="AD" clId="Web-{5CA01B3C-B536-6762-EAA4-E33501866A87}" dt="2024-05-22T15:39:11.748" v="25"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39:11.748" v="25" actId="20577"/>
              <pc2:cmMkLst xmlns:pc2="http://schemas.microsoft.com/office/powerpoint/2019/9/main/command">
                <pc:docMk/>
                <pc:sldMk cId="3167001994" sldId="2076137705"/>
                <pc2:cmMk id="{6ACC9BD5-3395-4EED-95E2-0F111C252A4D}"/>
              </pc2:cmMkLst>
            </pc226:cmChg>
          </p:ext>
        </pc:extLst>
      </pc:sldChg>
      <pc:sldChg chg="modSp mod">
        <pc:chgData name="Carolina Lastra Avendaño" userId="S::clastra@ciisa.cl::81d2f08a-669f-4504-b713-9505f7f274c4" providerId="AD" clId="Web-{5CA01B3C-B536-6762-EAA4-E33501866A87}" dt="2024-05-22T15:42:29.379" v="51" actId="1076"/>
        <pc:sldMkLst>
          <pc:docMk/>
          <pc:sldMk cId="2328334949" sldId="2076137706"/>
        </pc:sldMkLst>
        <pc:spChg chg="mod">
          <ac:chgData name="Carolina Lastra Avendaño" userId="S::clastra@ciisa.cl::81d2f08a-669f-4504-b713-9505f7f274c4" providerId="AD" clId="Web-{5CA01B3C-B536-6762-EAA4-E33501866A87}" dt="2024-05-22T15:42:15.316" v="49" actId="1076"/>
          <ac:spMkLst>
            <pc:docMk/>
            <pc:sldMk cId="2328334949" sldId="2076137706"/>
            <ac:spMk id="2" creationId="{B6EFDCBE-E499-3103-92A5-28F5D6427A64}"/>
          </ac:spMkLst>
        </pc:spChg>
        <pc:spChg chg="mod">
          <ac:chgData name="Carolina Lastra Avendaño" userId="S::clastra@ciisa.cl::81d2f08a-669f-4504-b713-9505f7f274c4" providerId="AD" clId="Web-{5CA01B3C-B536-6762-EAA4-E33501866A87}" dt="2024-05-22T15:42:29.379" v="51" actId="1076"/>
          <ac:spMkLst>
            <pc:docMk/>
            <pc:sldMk cId="2328334949" sldId="2076137706"/>
            <ac:spMk id="3" creationId="{E13EDA60-EA13-DE58-247C-0BA1927DF33E}"/>
          </ac:spMkLst>
        </pc:spChg>
      </pc:sldChg>
      <pc:sldChg chg="modSp mod setBg modCm">
        <pc:chgData name="Carolina Lastra Avendaño" userId="S::clastra@ciisa.cl::81d2f08a-669f-4504-b713-9505f7f274c4" providerId="AD" clId="Web-{5CA01B3C-B536-6762-EAA4-E33501866A87}" dt="2024-05-22T15:40:52.173" v="43" actId="20577"/>
        <pc:sldMkLst>
          <pc:docMk/>
          <pc:sldMk cId="3736436638" sldId="2076137707"/>
        </pc:sldMkLst>
        <pc:spChg chg="mod">
          <ac:chgData name="Carolina Lastra Avendaño" userId="S::clastra@ciisa.cl::81d2f08a-669f-4504-b713-9505f7f274c4" providerId="AD" clId="Web-{5CA01B3C-B536-6762-EAA4-E33501866A87}" dt="2024-05-22T15:40:52.173" v="43" actId="20577"/>
          <ac:spMkLst>
            <pc:docMk/>
            <pc:sldMk cId="3736436638" sldId="2076137707"/>
            <ac:spMk id="2" creationId="{A3C1683D-3F2C-514D-52C2-E5502AEA6BCB}"/>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40:52.173" v="43" actId="20577"/>
              <pc2:cmMkLst xmlns:pc2="http://schemas.microsoft.com/office/powerpoint/2019/9/main/command">
                <pc:docMk/>
                <pc:sldMk cId="3736436638" sldId="2076137707"/>
                <pc2:cmMk id="{07EF16F2-FDF7-459F-8065-373D6580A19D}"/>
              </pc2:cmMkLst>
            </pc226:cmChg>
          </p:ext>
        </pc:extLst>
      </pc:sldChg>
      <pc:sldChg chg="mod">
        <pc:chgData name="Carolina Lastra Avendaño" userId="S::clastra@ciisa.cl::81d2f08a-669f-4504-b713-9505f7f274c4" providerId="AD" clId="Web-{5CA01B3C-B536-6762-EAA4-E33501866A87}" dt="2024-05-22T15:38:24.043" v="1"/>
        <pc:sldMkLst>
          <pc:docMk/>
          <pc:sldMk cId="829328944" sldId="2076137708"/>
        </pc:sldMkLst>
      </pc:sldChg>
      <pc:sldChg chg="mod">
        <pc:chgData name="Carolina Lastra Avendaño" userId="S::clastra@ciisa.cl::81d2f08a-669f-4504-b713-9505f7f274c4" providerId="AD" clId="Web-{5CA01B3C-B536-6762-EAA4-E33501866A87}" dt="2024-05-22T15:38:24.043" v="1"/>
        <pc:sldMkLst>
          <pc:docMk/>
          <pc:sldMk cId="694389719" sldId="2076137709"/>
        </pc:sldMkLst>
      </pc:sldChg>
      <pc:sldChg chg="mod">
        <pc:chgData name="Carolina Lastra Avendaño" userId="S::clastra@ciisa.cl::81d2f08a-669f-4504-b713-9505f7f274c4" providerId="AD" clId="Web-{5CA01B3C-B536-6762-EAA4-E33501866A87}" dt="2024-05-22T15:38:24.043" v="1"/>
        <pc:sldMkLst>
          <pc:docMk/>
          <pc:sldMk cId="3734186721" sldId="2076137710"/>
        </pc:sldMkLst>
      </pc:sldChg>
      <pc:sldChg chg="mod">
        <pc:chgData name="Carolina Lastra Avendaño" userId="S::clastra@ciisa.cl::81d2f08a-669f-4504-b713-9505f7f274c4" providerId="AD" clId="Web-{5CA01B3C-B536-6762-EAA4-E33501866A87}" dt="2024-05-22T15:38:24.043" v="1"/>
        <pc:sldMkLst>
          <pc:docMk/>
          <pc:sldMk cId="571905608" sldId="2076137711"/>
        </pc:sldMkLst>
      </pc:sldChg>
      <pc:sldChg chg="del mod">
        <pc:chgData name="Carolina Lastra Avendaño" userId="S::clastra@ciisa.cl::81d2f08a-669f-4504-b713-9505f7f274c4" providerId="AD" clId="Web-{5CA01B3C-B536-6762-EAA4-E33501866A87}" dt="2024-05-22T15:41:06.033" v="44"/>
        <pc:sldMkLst>
          <pc:docMk/>
          <pc:sldMk cId="3631252662" sldId="2076137712"/>
        </pc:sldMkLst>
      </pc:sldChg>
      <pc:sldChg chg="mod">
        <pc:chgData name="Carolina Lastra Avendaño" userId="S::clastra@ciisa.cl::81d2f08a-669f-4504-b713-9505f7f274c4" providerId="AD" clId="Web-{5CA01B3C-B536-6762-EAA4-E33501866A87}" dt="2024-05-22T15:38:24.043" v="1"/>
        <pc:sldMkLst>
          <pc:docMk/>
          <pc:sldMk cId="536104298" sldId="2076137713"/>
        </pc:sldMkLst>
      </pc:sldChg>
      <pc:sldChg chg="mod">
        <pc:chgData name="Carolina Lastra Avendaño" userId="S::clastra@ciisa.cl::81d2f08a-669f-4504-b713-9505f7f274c4" providerId="AD" clId="Web-{5CA01B3C-B536-6762-EAA4-E33501866A87}" dt="2024-05-22T15:38:24.043" v="1"/>
        <pc:sldMkLst>
          <pc:docMk/>
          <pc:sldMk cId="4073713596" sldId="2076137714"/>
        </pc:sldMkLst>
      </pc:sldChg>
      <pc:sldChg chg="mod">
        <pc:chgData name="Carolina Lastra Avendaño" userId="S::clastra@ciisa.cl::81d2f08a-669f-4504-b713-9505f7f274c4" providerId="AD" clId="Web-{5CA01B3C-B536-6762-EAA4-E33501866A87}" dt="2024-05-22T15:38:24.043" v="1"/>
        <pc:sldMkLst>
          <pc:docMk/>
          <pc:sldMk cId="3308352145" sldId="2076137715"/>
        </pc:sldMkLst>
      </pc:sldChg>
      <pc:sldChg chg="mod">
        <pc:chgData name="Carolina Lastra Avendaño" userId="S::clastra@ciisa.cl::81d2f08a-669f-4504-b713-9505f7f274c4" providerId="AD" clId="Web-{5CA01B3C-B536-6762-EAA4-E33501866A87}" dt="2024-05-22T15:38:24.043" v="1"/>
        <pc:sldMkLst>
          <pc:docMk/>
          <pc:sldMk cId="2456185182" sldId="2076137716"/>
        </pc:sldMkLst>
      </pc:sldChg>
      <pc:sldChg chg="modSp mod">
        <pc:chgData name="Carolina Lastra Avendaño" userId="S::clastra@ciisa.cl::81d2f08a-669f-4504-b713-9505f7f274c4" providerId="AD" clId="Web-{5CA01B3C-B536-6762-EAA4-E33501866A87}" dt="2024-05-22T15:43:42.882" v="61" actId="20577"/>
        <pc:sldMkLst>
          <pc:docMk/>
          <pc:sldMk cId="2546042947" sldId="2076137717"/>
        </pc:sldMkLst>
        <pc:spChg chg="mod">
          <ac:chgData name="Carolina Lastra Avendaño" userId="S::clastra@ciisa.cl::81d2f08a-669f-4504-b713-9505f7f274c4" providerId="AD" clId="Web-{5CA01B3C-B536-6762-EAA4-E33501866A87}" dt="2024-05-22T15:43:42.882" v="61" actId="20577"/>
          <ac:spMkLst>
            <pc:docMk/>
            <pc:sldMk cId="2546042947" sldId="2076137717"/>
            <ac:spMk id="3" creationId="{E13EDA60-EA13-DE58-247C-0BA1927DF33E}"/>
          </ac:spMkLst>
        </pc:spChg>
      </pc:sldChg>
      <pc:sldChg chg="mod">
        <pc:chgData name="Carolina Lastra Avendaño" userId="S::clastra@ciisa.cl::81d2f08a-669f-4504-b713-9505f7f274c4" providerId="AD" clId="Web-{5CA01B3C-B536-6762-EAA4-E33501866A87}" dt="2024-05-22T15:38:24.043" v="1"/>
        <pc:sldMkLst>
          <pc:docMk/>
          <pc:sldMk cId="729372892" sldId="2076137718"/>
        </pc:sldMkLst>
      </pc:sldChg>
      <pc:sldChg chg="del mod">
        <pc:chgData name="Carolina Lastra Avendaño" userId="S::clastra@ciisa.cl::81d2f08a-669f-4504-b713-9505f7f274c4" providerId="AD" clId="Web-{5CA01B3C-B536-6762-EAA4-E33501866A87}" dt="2024-05-22T15:41:33.080" v="46"/>
        <pc:sldMkLst>
          <pc:docMk/>
          <pc:sldMk cId="2488761824" sldId="2076137719"/>
        </pc:sldMkLst>
      </pc:sldChg>
      <pc:sldChg chg="new">
        <pc:chgData name="Carolina Lastra Avendaño" userId="S::clastra@ciisa.cl::81d2f08a-669f-4504-b713-9505f7f274c4" providerId="AD" clId="Web-{5CA01B3C-B536-6762-EAA4-E33501866A87}" dt="2024-05-22T15:41:53.050" v="47"/>
        <pc:sldMkLst>
          <pc:docMk/>
          <pc:sldMk cId="3564780999" sldId="2076137719"/>
        </pc:sldMkLst>
      </pc:sldChg>
      <pc:sldMasterChg chg="mod setBg modSldLayout">
        <pc:chgData name="Carolina Lastra Avendaño" userId="S::clastra@ciisa.cl::81d2f08a-669f-4504-b713-9505f7f274c4" providerId="AD" clId="Web-{5CA01B3C-B536-6762-EAA4-E33501866A87}" dt="2024-05-22T15:38:24.043" v="1"/>
        <pc:sldMasterMkLst>
          <pc:docMk/>
          <pc:sldMasterMk cId="2491898207" sldId="2147483660"/>
        </pc:sldMasterMkLst>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193636416" sldId="2147483661"/>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639590872" sldId="2147483662"/>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3411197885" sldId="2147483663"/>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1993959781" sldId="2147483665"/>
          </pc:sldLayoutMkLst>
        </pc:sldLayoutChg>
      </pc:sldMasterChg>
    </pc:docChg>
  </pc:docChgLst>
  <pc:docChgLst>
    <pc:chgData name="Alejandra Bravo Garcia" userId="S::abravo@ciisa.cl::4cf5125d-f567-4a98-9bb5-4ea9ae908f01" providerId="AD" clId="Web-{341A84B5-8B6E-3EA9-03A3-74F6E9820380}"/>
    <pc:docChg chg="sldOrd">
      <pc:chgData name="Alejandra Bravo Garcia" userId="S::abravo@ciisa.cl::4cf5125d-f567-4a98-9bb5-4ea9ae908f01" providerId="AD" clId="Web-{341A84B5-8B6E-3EA9-03A3-74F6E9820380}" dt="2023-10-27T15:51:17.925" v="1"/>
      <pc:docMkLst>
        <pc:docMk/>
      </pc:docMkLst>
      <pc:sldChg chg="ord">
        <pc:chgData name="Alejandra Bravo Garcia" userId="S::abravo@ciisa.cl::4cf5125d-f567-4a98-9bb5-4ea9ae908f01" providerId="AD" clId="Web-{341A84B5-8B6E-3EA9-03A3-74F6E9820380}" dt="2023-10-27T15:51:17.925" v="1"/>
        <pc:sldMkLst>
          <pc:docMk/>
          <pc:sldMk cId="242947854" sldId="2076137701"/>
        </pc:sldMkLst>
      </pc:sldChg>
      <pc:sldChg chg="modCm">
        <pc:chgData name="Alejandra Bravo Garcia" userId="S::abravo@ciisa.cl::4cf5125d-f567-4a98-9bb5-4ea9ae908f01" providerId="AD" clId="Web-{341A84B5-8B6E-3EA9-03A3-74F6E9820380}" dt="2023-10-27T15:51:06.831" v="0"/>
        <pc:sldMkLst>
          <pc:docMk/>
          <pc:sldMk cId="3631252662" sldId="2076137712"/>
        </pc:sldMkLst>
        <pc:extLst>
          <p:ext xmlns:p="http://schemas.openxmlformats.org/presentationml/2006/main" uri="{D6D511B9-2390-475A-947B-AFAB55BFBCF1}">
            <pc226:cmChg xmlns:pc226="http://schemas.microsoft.com/office/powerpoint/2022/06/main/command" chg="mod">
              <pc226:chgData name="Alejandra Bravo Garcia" userId="S::abravo@ciisa.cl::4cf5125d-f567-4a98-9bb5-4ea9ae908f01" providerId="AD" clId="Web-{341A84B5-8B6E-3EA9-03A3-74F6E9820380}" dt="2023-10-27T15:51:06.831" v="0"/>
              <pc2:cmMkLst xmlns:pc2="http://schemas.microsoft.com/office/powerpoint/2019/9/main/command">
                <pc:docMk/>
                <pc:sldMk cId="3631252662" sldId="2076137712"/>
                <pc2:cmMk id="{0D333014-9AC8-4346-BB09-9D720E4A3858}"/>
              </pc2:cmMkLst>
            </pc226:cmChg>
          </p:ext>
        </pc:extLst>
      </pc:sldChg>
    </pc:docChg>
  </pc:docChgLst>
  <pc:docChgLst>
    <pc:chgData name="Jorge Alejandro Bravo Pizarro" userId="866f4d59-4e3d-4420-8a8b-3d6ddbb5c639" providerId="ADAL" clId="{37FD797D-8AC9-F440-92E6-7760F301DC0A}"/>
    <pc:docChg chg="undo custSel addSld delSld modSld sldOrd">
      <pc:chgData name="Jorge Alejandro Bravo Pizarro" userId="866f4d59-4e3d-4420-8a8b-3d6ddbb5c639" providerId="ADAL" clId="{37FD797D-8AC9-F440-92E6-7760F301DC0A}" dt="2024-07-03T14:24:45.547" v="916" actId="313"/>
      <pc:docMkLst>
        <pc:docMk/>
      </pc:docMkLst>
      <pc:sldChg chg="addSp delSp modSp mod">
        <pc:chgData name="Jorge Alejandro Bravo Pizarro" userId="866f4d59-4e3d-4420-8a8b-3d6ddbb5c639" providerId="ADAL" clId="{37FD797D-8AC9-F440-92E6-7760F301DC0A}" dt="2024-06-17T21:24:18.168" v="100" actId="1076"/>
        <pc:sldMkLst>
          <pc:docMk/>
          <pc:sldMk cId="1136515697" sldId="2076137702"/>
        </pc:sldMkLst>
        <pc:spChg chg="add del mod">
          <ac:chgData name="Jorge Alejandro Bravo Pizarro" userId="866f4d59-4e3d-4420-8a8b-3d6ddbb5c639" providerId="ADAL" clId="{37FD797D-8AC9-F440-92E6-7760F301DC0A}" dt="2024-06-17T21:20:27.188" v="66"/>
          <ac:spMkLst>
            <pc:docMk/>
            <pc:sldMk cId="1136515697" sldId="2076137702"/>
            <ac:spMk id="2" creationId="{B0B83C90-1078-7B6C-86B1-11EE4F7034D0}"/>
          </ac:spMkLst>
        </pc:spChg>
        <pc:spChg chg="del mod">
          <ac:chgData name="Jorge Alejandro Bravo Pizarro" userId="866f4d59-4e3d-4420-8a8b-3d6ddbb5c639" providerId="ADAL" clId="{37FD797D-8AC9-F440-92E6-7760F301DC0A}" dt="2024-06-17T21:19:50.017" v="49"/>
          <ac:spMkLst>
            <pc:docMk/>
            <pc:sldMk cId="1136515697" sldId="2076137702"/>
            <ac:spMk id="3" creationId="{2A7BF873-53DC-D508-8E6A-31A26DB43DA6}"/>
          </ac:spMkLst>
        </pc:spChg>
        <pc:spChg chg="del">
          <ac:chgData name="Jorge Alejandro Bravo Pizarro" userId="866f4d59-4e3d-4420-8a8b-3d6ddbb5c639" providerId="ADAL" clId="{37FD797D-8AC9-F440-92E6-7760F301DC0A}" dt="2024-06-17T21:20:26.310" v="64" actId="478"/>
          <ac:spMkLst>
            <pc:docMk/>
            <pc:sldMk cId="1136515697" sldId="2076137702"/>
            <ac:spMk id="4" creationId="{5ED5E9B1-FAB9-D588-E31C-653D0B08890B}"/>
          </ac:spMkLst>
        </pc:spChg>
        <pc:spChg chg="add del mod">
          <ac:chgData name="Jorge Alejandro Bravo Pizarro" userId="866f4d59-4e3d-4420-8a8b-3d6ddbb5c639" providerId="ADAL" clId="{37FD797D-8AC9-F440-92E6-7760F301DC0A}" dt="2024-06-17T21:23:47.978" v="95" actId="478"/>
          <ac:spMkLst>
            <pc:docMk/>
            <pc:sldMk cId="1136515697" sldId="2076137702"/>
            <ac:spMk id="5" creationId="{54AE4526-512C-0F7C-896C-9A724567A3A1}"/>
          </ac:spMkLst>
        </pc:spChg>
        <pc:spChg chg="add del mod">
          <ac:chgData name="Jorge Alejandro Bravo Pizarro" userId="866f4d59-4e3d-4420-8a8b-3d6ddbb5c639" providerId="ADAL" clId="{37FD797D-8AC9-F440-92E6-7760F301DC0A}" dt="2024-06-17T21:20:30.178" v="67" actId="478"/>
          <ac:spMkLst>
            <pc:docMk/>
            <pc:sldMk cId="1136515697" sldId="2076137702"/>
            <ac:spMk id="7" creationId="{1F71DCB7-7EC2-1B77-3C8D-CEE0E18D5AC5}"/>
          </ac:spMkLst>
        </pc:spChg>
        <pc:spChg chg="add mod">
          <ac:chgData name="Jorge Alejandro Bravo Pizarro" userId="866f4d59-4e3d-4420-8a8b-3d6ddbb5c639" providerId="ADAL" clId="{37FD797D-8AC9-F440-92E6-7760F301DC0A}" dt="2024-06-17T21:21:42.896" v="91" actId="20577"/>
          <ac:spMkLst>
            <pc:docMk/>
            <pc:sldMk cId="1136515697" sldId="2076137702"/>
            <ac:spMk id="8" creationId="{A2E26143-09E1-7C51-AB76-51A925D022D3}"/>
          </ac:spMkLst>
        </pc:spChg>
        <pc:spChg chg="add mod">
          <ac:chgData name="Jorge Alejandro Bravo Pizarro" userId="866f4d59-4e3d-4420-8a8b-3d6ddbb5c639" providerId="ADAL" clId="{37FD797D-8AC9-F440-92E6-7760F301DC0A}" dt="2024-06-17T21:24:18.168" v="100" actId="1076"/>
          <ac:spMkLst>
            <pc:docMk/>
            <pc:sldMk cId="1136515697" sldId="2076137702"/>
            <ac:spMk id="9" creationId="{76A9EC48-A4FA-9DA0-1098-8D7DA268221D}"/>
          </ac:spMkLst>
        </pc:spChg>
      </pc:sldChg>
      <pc:sldChg chg="modSp del mod">
        <pc:chgData name="Jorge Alejandro Bravo Pizarro" userId="866f4d59-4e3d-4420-8a8b-3d6ddbb5c639" providerId="ADAL" clId="{37FD797D-8AC9-F440-92E6-7760F301DC0A}" dt="2024-06-17T21:21:33.713" v="81" actId="2696"/>
        <pc:sldMkLst>
          <pc:docMk/>
          <pc:sldMk cId="868812523" sldId="2076137703"/>
        </pc:sldMkLst>
        <pc:spChg chg="mod">
          <ac:chgData name="Jorge Alejandro Bravo Pizarro" userId="866f4d59-4e3d-4420-8a8b-3d6ddbb5c639" providerId="ADAL" clId="{37FD797D-8AC9-F440-92E6-7760F301DC0A}" dt="2024-06-17T21:19:42.470" v="47" actId="20577"/>
          <ac:spMkLst>
            <pc:docMk/>
            <pc:sldMk cId="868812523" sldId="2076137703"/>
            <ac:spMk id="2" creationId="{A3C1683D-3F2C-514D-52C2-E5502AEA6BCB}"/>
          </ac:spMkLst>
        </pc:spChg>
      </pc:sldChg>
      <pc:sldChg chg="del">
        <pc:chgData name="Jorge Alejandro Bravo Pizarro" userId="866f4d59-4e3d-4420-8a8b-3d6ddbb5c639" providerId="ADAL" clId="{37FD797D-8AC9-F440-92E6-7760F301DC0A}" dt="2024-06-17T21:28:13.225" v="224" actId="2696"/>
        <pc:sldMkLst>
          <pc:docMk/>
          <pc:sldMk cId="1943926825" sldId="2076137704"/>
        </pc:sldMkLst>
      </pc:sldChg>
      <pc:sldChg chg="modSp mod modCm">
        <pc:chgData name="Jorge Alejandro Bravo Pizarro" userId="866f4d59-4e3d-4420-8a8b-3d6ddbb5c639" providerId="ADAL" clId="{37FD797D-8AC9-F440-92E6-7760F301DC0A}" dt="2024-06-17T21:17:55.574" v="20" actId="20577"/>
        <pc:sldMkLst>
          <pc:docMk/>
          <pc:sldMk cId="3167001994" sldId="2076137705"/>
        </pc:sldMkLst>
        <pc:spChg chg="mod">
          <ac:chgData name="Jorge Alejandro Bravo Pizarro" userId="866f4d59-4e3d-4420-8a8b-3d6ddbb5c639" providerId="ADAL" clId="{37FD797D-8AC9-F440-92E6-7760F301DC0A}" dt="2024-06-17T21:13:11.849" v="1" actId="20577"/>
          <ac:spMkLst>
            <pc:docMk/>
            <pc:sldMk cId="3167001994" sldId="2076137705"/>
            <ac:spMk id="2" creationId="{972BB412-0761-08C0-91B5-7D184FDF0428}"/>
          </ac:spMkLst>
        </pc:spChg>
        <pc:spChg chg="mod">
          <ac:chgData name="Jorge Alejandro Bravo Pizarro" userId="866f4d59-4e3d-4420-8a8b-3d6ddbb5c639" providerId="ADAL" clId="{37FD797D-8AC9-F440-92E6-7760F301DC0A}" dt="2024-06-17T21:17:55.574" v="20"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37FD797D-8AC9-F440-92E6-7760F301DC0A}" dt="2024-06-17T21:17:55.574" v="20" actId="20577"/>
              <pc2:cmMkLst xmlns:pc2="http://schemas.microsoft.com/office/powerpoint/2019/9/main/command">
                <pc:docMk/>
                <pc:sldMk cId="3167001994" sldId="2076137705"/>
                <pc2:cmMk id="{6ACC9BD5-3395-4EED-95E2-0F111C252A4D}"/>
              </pc2:cmMkLst>
            </pc226:cmChg>
          </p:ext>
        </pc:extLst>
      </pc:sldChg>
      <pc:sldChg chg="modSp mod">
        <pc:chgData name="Jorge Alejandro Bravo Pizarro" userId="866f4d59-4e3d-4420-8a8b-3d6ddbb5c639" providerId="ADAL" clId="{37FD797D-8AC9-F440-92E6-7760F301DC0A}" dt="2024-06-17T21:37:58.275" v="915" actId="6549"/>
        <pc:sldMkLst>
          <pc:docMk/>
          <pc:sldMk cId="2328334949" sldId="2076137706"/>
        </pc:sldMkLst>
        <pc:spChg chg="mod">
          <ac:chgData name="Jorge Alejandro Bravo Pizarro" userId="866f4d59-4e3d-4420-8a8b-3d6ddbb5c639" providerId="ADAL" clId="{37FD797D-8AC9-F440-92E6-7760F301DC0A}" dt="2024-06-17T21:37:58.275" v="915" actId="6549"/>
          <ac:spMkLst>
            <pc:docMk/>
            <pc:sldMk cId="2328334949" sldId="2076137706"/>
            <ac:spMk id="3" creationId="{E13EDA60-EA13-DE58-247C-0BA1927DF33E}"/>
          </ac:spMkLst>
        </pc:spChg>
      </pc:sldChg>
      <pc:sldChg chg="del">
        <pc:chgData name="Jorge Alejandro Bravo Pizarro" userId="866f4d59-4e3d-4420-8a8b-3d6ddbb5c639" providerId="ADAL" clId="{37FD797D-8AC9-F440-92E6-7760F301DC0A}" dt="2024-06-17T21:28:03.179" v="219" actId="2696"/>
        <pc:sldMkLst>
          <pc:docMk/>
          <pc:sldMk cId="3736436638" sldId="2076137707"/>
        </pc:sldMkLst>
      </pc:sldChg>
      <pc:sldChg chg="del">
        <pc:chgData name="Jorge Alejandro Bravo Pizarro" userId="866f4d59-4e3d-4420-8a8b-3d6ddbb5c639" providerId="ADAL" clId="{37FD797D-8AC9-F440-92E6-7760F301DC0A}" dt="2024-06-17T21:28:05.582" v="220" actId="2696"/>
        <pc:sldMkLst>
          <pc:docMk/>
          <pc:sldMk cId="829328944" sldId="2076137708"/>
        </pc:sldMkLst>
      </pc:sldChg>
      <pc:sldChg chg="modSp mod">
        <pc:chgData name="Jorge Alejandro Bravo Pizarro" userId="866f4d59-4e3d-4420-8a8b-3d6ddbb5c639" providerId="ADAL" clId="{37FD797D-8AC9-F440-92E6-7760F301DC0A}" dt="2024-06-17T21:18:22.492" v="37" actId="20577"/>
        <pc:sldMkLst>
          <pc:docMk/>
          <pc:sldMk cId="2546042947" sldId="2076137717"/>
        </pc:sldMkLst>
        <pc:spChg chg="mod">
          <ac:chgData name="Jorge Alejandro Bravo Pizarro" userId="866f4d59-4e3d-4420-8a8b-3d6ddbb5c639" providerId="ADAL" clId="{37FD797D-8AC9-F440-92E6-7760F301DC0A}" dt="2024-06-17T21:18:22.492" v="37" actId="20577"/>
          <ac:spMkLst>
            <pc:docMk/>
            <pc:sldMk cId="2546042947" sldId="2076137717"/>
            <ac:spMk id="3" creationId="{E13EDA60-EA13-DE58-247C-0BA1927DF33E}"/>
          </ac:spMkLst>
        </pc:spChg>
      </pc:sldChg>
      <pc:sldChg chg="addSp delSp modSp mod">
        <pc:chgData name="Jorge Alejandro Bravo Pizarro" userId="866f4d59-4e3d-4420-8a8b-3d6ddbb5c639" providerId="ADAL" clId="{37FD797D-8AC9-F440-92E6-7760F301DC0A}" dt="2024-06-17T21:27:39.930" v="213" actId="22"/>
        <pc:sldMkLst>
          <pc:docMk/>
          <pc:sldMk cId="90832063" sldId="2076137722"/>
        </pc:sldMkLst>
        <pc:spChg chg="add mod">
          <ac:chgData name="Jorge Alejandro Bravo Pizarro" userId="866f4d59-4e3d-4420-8a8b-3d6ddbb5c639" providerId="ADAL" clId="{37FD797D-8AC9-F440-92E6-7760F301DC0A}" dt="2024-06-17T21:24:39.046" v="109" actId="20577"/>
          <ac:spMkLst>
            <pc:docMk/>
            <pc:sldMk cId="90832063" sldId="2076137722"/>
            <ac:spMk id="2" creationId="{A3ECF958-ABF4-3291-6CC8-D8F67D02CE15}"/>
          </ac:spMkLst>
        </pc:spChg>
        <pc:spChg chg="mod">
          <ac:chgData name="Jorge Alejandro Bravo Pizarro" userId="866f4d59-4e3d-4420-8a8b-3d6ddbb5c639" providerId="ADAL" clId="{37FD797D-8AC9-F440-92E6-7760F301DC0A}" dt="2024-06-17T21:27:03.440" v="211" actId="255"/>
          <ac:spMkLst>
            <pc:docMk/>
            <pc:sldMk cId="90832063" sldId="2076137722"/>
            <ac:spMk id="3" creationId="{C00ADFFA-A71C-B998-7790-536179CAF78E}"/>
          </ac:spMkLst>
        </pc:spChg>
        <pc:spChg chg="add del">
          <ac:chgData name="Jorge Alejandro Bravo Pizarro" userId="866f4d59-4e3d-4420-8a8b-3d6ddbb5c639" providerId="ADAL" clId="{37FD797D-8AC9-F440-92E6-7760F301DC0A}" dt="2024-06-17T21:27:39.930" v="213" actId="22"/>
          <ac:spMkLst>
            <pc:docMk/>
            <pc:sldMk cId="90832063" sldId="2076137722"/>
            <ac:spMk id="5" creationId="{9B393450-36AB-7F2E-893B-878422E7566C}"/>
          </ac:spMkLst>
        </pc:spChg>
      </pc:sldChg>
      <pc:sldChg chg="del">
        <pc:chgData name="Jorge Alejandro Bravo Pizarro" userId="866f4d59-4e3d-4420-8a8b-3d6ddbb5c639" providerId="ADAL" clId="{37FD797D-8AC9-F440-92E6-7760F301DC0A}" dt="2024-06-17T21:27:54.861" v="215" actId="2696"/>
        <pc:sldMkLst>
          <pc:docMk/>
          <pc:sldMk cId="3562701909" sldId="2076137743"/>
        </pc:sldMkLst>
      </pc:sldChg>
      <pc:sldChg chg="del">
        <pc:chgData name="Jorge Alejandro Bravo Pizarro" userId="866f4d59-4e3d-4420-8a8b-3d6ddbb5c639" providerId="ADAL" clId="{37FD797D-8AC9-F440-92E6-7760F301DC0A}" dt="2024-06-17T21:27:57.047" v="216" actId="2696"/>
        <pc:sldMkLst>
          <pc:docMk/>
          <pc:sldMk cId="3102501775" sldId="2076137744"/>
        </pc:sldMkLst>
      </pc:sldChg>
      <pc:sldChg chg="del">
        <pc:chgData name="Jorge Alejandro Bravo Pizarro" userId="866f4d59-4e3d-4420-8a8b-3d6ddbb5c639" providerId="ADAL" clId="{37FD797D-8AC9-F440-92E6-7760F301DC0A}" dt="2024-06-17T21:27:59.628" v="217" actId="2696"/>
        <pc:sldMkLst>
          <pc:docMk/>
          <pc:sldMk cId="4093052187" sldId="2076137745"/>
        </pc:sldMkLst>
      </pc:sldChg>
      <pc:sldChg chg="del">
        <pc:chgData name="Jorge Alejandro Bravo Pizarro" userId="866f4d59-4e3d-4420-8a8b-3d6ddbb5c639" providerId="ADAL" clId="{37FD797D-8AC9-F440-92E6-7760F301DC0A}" dt="2024-06-17T21:28:01.385" v="218" actId="2696"/>
        <pc:sldMkLst>
          <pc:docMk/>
          <pc:sldMk cId="3672042234" sldId="2076137746"/>
        </pc:sldMkLst>
      </pc:sldChg>
      <pc:sldChg chg="del">
        <pc:chgData name="Jorge Alejandro Bravo Pizarro" userId="866f4d59-4e3d-4420-8a8b-3d6ddbb5c639" providerId="ADAL" clId="{37FD797D-8AC9-F440-92E6-7760F301DC0A}" dt="2024-06-17T21:28:07.301" v="221" actId="2696"/>
        <pc:sldMkLst>
          <pc:docMk/>
          <pc:sldMk cId="332346719" sldId="2076137747"/>
        </pc:sldMkLst>
      </pc:sldChg>
      <pc:sldChg chg="del">
        <pc:chgData name="Jorge Alejandro Bravo Pizarro" userId="866f4d59-4e3d-4420-8a8b-3d6ddbb5c639" providerId="ADAL" clId="{37FD797D-8AC9-F440-92E6-7760F301DC0A}" dt="2024-06-17T21:28:08.867" v="222" actId="2696"/>
        <pc:sldMkLst>
          <pc:docMk/>
          <pc:sldMk cId="3921647543" sldId="2076137748"/>
        </pc:sldMkLst>
      </pc:sldChg>
      <pc:sldChg chg="del">
        <pc:chgData name="Jorge Alejandro Bravo Pizarro" userId="866f4d59-4e3d-4420-8a8b-3d6ddbb5c639" providerId="ADAL" clId="{37FD797D-8AC9-F440-92E6-7760F301DC0A}" dt="2024-06-17T21:28:10.504" v="223" actId="2696"/>
        <pc:sldMkLst>
          <pc:docMk/>
          <pc:sldMk cId="1827440269" sldId="2076137749"/>
        </pc:sldMkLst>
      </pc:sldChg>
      <pc:sldChg chg="del">
        <pc:chgData name="Jorge Alejandro Bravo Pizarro" userId="866f4d59-4e3d-4420-8a8b-3d6ddbb5c639" providerId="ADAL" clId="{37FD797D-8AC9-F440-92E6-7760F301DC0A}" dt="2024-06-17T21:28:15.003" v="225" actId="2696"/>
        <pc:sldMkLst>
          <pc:docMk/>
          <pc:sldMk cId="1394969324" sldId="2076137750"/>
        </pc:sldMkLst>
      </pc:sldChg>
      <pc:sldChg chg="del">
        <pc:chgData name="Jorge Alejandro Bravo Pizarro" userId="866f4d59-4e3d-4420-8a8b-3d6ddbb5c639" providerId="ADAL" clId="{37FD797D-8AC9-F440-92E6-7760F301DC0A}" dt="2024-06-17T21:28:16.657" v="226" actId="2696"/>
        <pc:sldMkLst>
          <pc:docMk/>
          <pc:sldMk cId="326666123" sldId="2076137751"/>
        </pc:sldMkLst>
      </pc:sldChg>
      <pc:sldChg chg="modSp add mod">
        <pc:chgData name="Jorge Alejandro Bravo Pizarro" userId="866f4d59-4e3d-4420-8a8b-3d6ddbb5c639" providerId="ADAL" clId="{37FD797D-8AC9-F440-92E6-7760F301DC0A}" dt="2024-06-17T21:29:12.863" v="283" actId="1076"/>
        <pc:sldMkLst>
          <pc:docMk/>
          <pc:sldMk cId="1117519054" sldId="2076137752"/>
        </pc:sldMkLst>
        <pc:spChg chg="mod">
          <ac:chgData name="Jorge Alejandro Bravo Pizarro" userId="866f4d59-4e3d-4420-8a8b-3d6ddbb5c639" providerId="ADAL" clId="{37FD797D-8AC9-F440-92E6-7760F301DC0A}" dt="2024-06-17T21:28:19.986" v="231" actId="20577"/>
          <ac:spMkLst>
            <pc:docMk/>
            <pc:sldMk cId="1117519054" sldId="2076137752"/>
            <ac:spMk id="2" creationId="{A3ECF958-ABF4-3291-6CC8-D8F67D02CE15}"/>
          </ac:spMkLst>
        </pc:spChg>
        <pc:spChg chg="mod">
          <ac:chgData name="Jorge Alejandro Bravo Pizarro" userId="866f4d59-4e3d-4420-8a8b-3d6ddbb5c639" providerId="ADAL" clId="{37FD797D-8AC9-F440-92E6-7760F301DC0A}" dt="2024-06-17T21:29:12.863" v="283" actId="1076"/>
          <ac:spMkLst>
            <pc:docMk/>
            <pc:sldMk cId="1117519054" sldId="2076137752"/>
            <ac:spMk id="3" creationId="{C00ADFFA-A71C-B998-7790-536179CAF78E}"/>
          </ac:spMkLst>
        </pc:spChg>
      </pc:sldChg>
      <pc:sldChg chg="add del ord setBg">
        <pc:chgData name="Jorge Alejandro Bravo Pizarro" userId="866f4d59-4e3d-4420-8a8b-3d6ddbb5c639" providerId="ADAL" clId="{37FD797D-8AC9-F440-92E6-7760F301DC0A}" dt="2024-06-17T21:21:35.474" v="82" actId="2696"/>
        <pc:sldMkLst>
          <pc:docMk/>
          <pc:sldMk cId="3045077095" sldId="2076137752"/>
        </pc:sldMkLst>
      </pc:sldChg>
      <pc:sldChg chg="modSp add mod">
        <pc:chgData name="Jorge Alejandro Bravo Pizarro" userId="866f4d59-4e3d-4420-8a8b-3d6ddbb5c639" providerId="ADAL" clId="{37FD797D-8AC9-F440-92E6-7760F301DC0A}" dt="2024-06-17T21:32:09.783" v="680" actId="15"/>
        <pc:sldMkLst>
          <pc:docMk/>
          <pc:sldMk cId="4148947888" sldId="2076137753"/>
        </pc:sldMkLst>
        <pc:spChg chg="mod">
          <ac:chgData name="Jorge Alejandro Bravo Pizarro" userId="866f4d59-4e3d-4420-8a8b-3d6ddbb5c639" providerId="ADAL" clId="{37FD797D-8AC9-F440-92E6-7760F301DC0A}" dt="2024-06-17T21:31:35.035" v="630" actId="20577"/>
          <ac:spMkLst>
            <pc:docMk/>
            <pc:sldMk cId="4148947888" sldId="2076137753"/>
            <ac:spMk id="2" creationId="{A3ECF958-ABF4-3291-6CC8-D8F67D02CE15}"/>
          </ac:spMkLst>
        </pc:spChg>
        <pc:spChg chg="mod">
          <ac:chgData name="Jorge Alejandro Bravo Pizarro" userId="866f4d59-4e3d-4420-8a8b-3d6ddbb5c639" providerId="ADAL" clId="{37FD797D-8AC9-F440-92E6-7760F301DC0A}" dt="2024-06-17T21:32:09.783" v="680" actId="15"/>
          <ac:spMkLst>
            <pc:docMk/>
            <pc:sldMk cId="4148947888" sldId="2076137753"/>
            <ac:spMk id="3" creationId="{C00ADFFA-A71C-B998-7790-536179CAF78E}"/>
          </ac:spMkLst>
        </pc:spChg>
      </pc:sldChg>
      <pc:sldChg chg="modSp add mod">
        <pc:chgData name="Jorge Alejandro Bravo Pizarro" userId="866f4d59-4e3d-4420-8a8b-3d6ddbb5c639" providerId="ADAL" clId="{37FD797D-8AC9-F440-92E6-7760F301DC0A}" dt="2024-06-17T21:33:18.623" v="743" actId="20577"/>
        <pc:sldMkLst>
          <pc:docMk/>
          <pc:sldMk cId="3043711709" sldId="2076137754"/>
        </pc:sldMkLst>
        <pc:spChg chg="mod">
          <ac:chgData name="Jorge Alejandro Bravo Pizarro" userId="866f4d59-4e3d-4420-8a8b-3d6ddbb5c639" providerId="ADAL" clId="{37FD797D-8AC9-F440-92E6-7760F301DC0A}" dt="2024-06-17T21:32:51.718" v="707" actId="20577"/>
          <ac:spMkLst>
            <pc:docMk/>
            <pc:sldMk cId="3043711709" sldId="2076137754"/>
            <ac:spMk id="2" creationId="{A3ECF958-ABF4-3291-6CC8-D8F67D02CE15}"/>
          </ac:spMkLst>
        </pc:spChg>
        <pc:spChg chg="mod">
          <ac:chgData name="Jorge Alejandro Bravo Pizarro" userId="866f4d59-4e3d-4420-8a8b-3d6ddbb5c639" providerId="ADAL" clId="{37FD797D-8AC9-F440-92E6-7760F301DC0A}" dt="2024-06-17T21:33:18.623" v="743" actId="20577"/>
          <ac:spMkLst>
            <pc:docMk/>
            <pc:sldMk cId="3043711709" sldId="2076137754"/>
            <ac:spMk id="3" creationId="{C00ADFFA-A71C-B998-7790-536179CAF78E}"/>
          </ac:spMkLst>
        </pc:spChg>
      </pc:sldChg>
      <pc:sldChg chg="modSp add mod">
        <pc:chgData name="Jorge Alejandro Bravo Pizarro" userId="866f4d59-4e3d-4420-8a8b-3d6ddbb5c639" providerId="ADAL" clId="{37FD797D-8AC9-F440-92E6-7760F301DC0A}" dt="2024-06-17T21:36:18.786" v="864" actId="255"/>
        <pc:sldMkLst>
          <pc:docMk/>
          <pc:sldMk cId="4079602139" sldId="2076137755"/>
        </pc:sldMkLst>
        <pc:spChg chg="mod">
          <ac:chgData name="Jorge Alejandro Bravo Pizarro" userId="866f4d59-4e3d-4420-8a8b-3d6ddbb5c639" providerId="ADAL" clId="{37FD797D-8AC9-F440-92E6-7760F301DC0A}" dt="2024-06-17T21:34:49.546" v="774" actId="20577"/>
          <ac:spMkLst>
            <pc:docMk/>
            <pc:sldMk cId="4079602139" sldId="2076137755"/>
            <ac:spMk id="2" creationId="{A3ECF958-ABF4-3291-6CC8-D8F67D02CE15}"/>
          </ac:spMkLst>
        </pc:spChg>
        <pc:spChg chg="mod">
          <ac:chgData name="Jorge Alejandro Bravo Pizarro" userId="866f4d59-4e3d-4420-8a8b-3d6ddbb5c639" providerId="ADAL" clId="{37FD797D-8AC9-F440-92E6-7760F301DC0A}" dt="2024-06-17T21:36:18.786" v="864" actId="255"/>
          <ac:spMkLst>
            <pc:docMk/>
            <pc:sldMk cId="4079602139" sldId="2076137755"/>
            <ac:spMk id="3" creationId="{C00ADFFA-A71C-B998-7790-536179CAF78E}"/>
          </ac:spMkLst>
        </pc:spChg>
      </pc:sldChg>
      <pc:sldChg chg="modSp add mod">
        <pc:chgData name="Jorge Alejandro Bravo Pizarro" userId="866f4d59-4e3d-4420-8a8b-3d6ddbb5c639" providerId="ADAL" clId="{37FD797D-8AC9-F440-92E6-7760F301DC0A}" dt="2024-06-17T21:36:23.003" v="865" actId="255"/>
        <pc:sldMkLst>
          <pc:docMk/>
          <pc:sldMk cId="350010958" sldId="2076137756"/>
        </pc:sldMkLst>
        <pc:spChg chg="mod">
          <ac:chgData name="Jorge Alejandro Bravo Pizarro" userId="866f4d59-4e3d-4420-8a8b-3d6ddbb5c639" providerId="ADAL" clId="{37FD797D-8AC9-F440-92E6-7760F301DC0A}" dt="2024-06-17T21:36:23.003" v="865" actId="255"/>
          <ac:spMkLst>
            <pc:docMk/>
            <pc:sldMk cId="350010958" sldId="2076137756"/>
            <ac:spMk id="3" creationId="{C00ADFFA-A71C-B998-7790-536179CAF78E}"/>
          </ac:spMkLst>
        </pc:spChg>
      </pc:sldChg>
      <pc:sldChg chg="modSp add mod">
        <pc:chgData name="Jorge Alejandro Bravo Pizarro" userId="866f4d59-4e3d-4420-8a8b-3d6ddbb5c639" providerId="ADAL" clId="{37FD797D-8AC9-F440-92E6-7760F301DC0A}" dt="2024-07-03T14:24:45.547" v="916" actId="313"/>
        <pc:sldMkLst>
          <pc:docMk/>
          <pc:sldMk cId="1945117987" sldId="2076137757"/>
        </pc:sldMkLst>
        <pc:spChg chg="mod">
          <ac:chgData name="Jorge Alejandro Bravo Pizarro" userId="866f4d59-4e3d-4420-8a8b-3d6ddbb5c639" providerId="ADAL" clId="{37FD797D-8AC9-F440-92E6-7760F301DC0A}" dt="2024-07-03T14:24:45.547" v="916" actId="313"/>
          <ac:spMkLst>
            <pc:docMk/>
            <pc:sldMk cId="1945117987" sldId="2076137757"/>
            <ac:spMk id="2" creationId="{A3ECF958-ABF4-3291-6CC8-D8F67D02CE15}"/>
          </ac:spMkLst>
        </pc:spChg>
        <pc:spChg chg="mod">
          <ac:chgData name="Jorge Alejandro Bravo Pizarro" userId="866f4d59-4e3d-4420-8a8b-3d6ddbb5c639" providerId="ADAL" clId="{37FD797D-8AC9-F440-92E6-7760F301DC0A}" dt="2024-06-17T21:37:36.183" v="908" actId="20577"/>
          <ac:spMkLst>
            <pc:docMk/>
            <pc:sldMk cId="1945117987" sldId="2076137757"/>
            <ac:spMk id="3" creationId="{C00ADFFA-A71C-B998-7790-536179CAF78E}"/>
          </ac:spMkLst>
        </pc:spChg>
      </pc:sldChg>
    </pc:docChg>
  </pc:docChgLst>
  <pc:docChgLst>
    <pc:chgData name="César Díaz" userId="ed34fad7-0c20-4e51-b35e-19bd778b9593" providerId="ADAL" clId="{51ACDB2D-09DD-490E-A1C2-29B24CBAEA85}"/>
    <pc:docChg chg="custSel modSld modMainMaster">
      <pc:chgData name="César Díaz" userId="ed34fad7-0c20-4e51-b35e-19bd778b9593" providerId="ADAL" clId="{51ACDB2D-09DD-490E-A1C2-29B24CBAEA85}" dt="2023-08-08T17:01:27.407" v="8" actId="14100"/>
      <pc:docMkLst>
        <pc:docMk/>
      </pc:docMkLst>
      <pc:sldChg chg="addSp delSp modSp mod">
        <pc:chgData name="César Díaz" userId="ed34fad7-0c20-4e51-b35e-19bd778b9593" providerId="ADAL" clId="{51ACDB2D-09DD-490E-A1C2-29B24CBAEA85}" dt="2023-08-08T16:51:13.533" v="3" actId="21"/>
        <pc:sldMkLst>
          <pc:docMk/>
          <pc:sldMk cId="3167001994" sldId="2076137705"/>
        </pc:sldMkLst>
        <pc:picChg chg="add del mod">
          <ac:chgData name="César Díaz" userId="ed34fad7-0c20-4e51-b35e-19bd778b9593" providerId="ADAL" clId="{51ACDB2D-09DD-490E-A1C2-29B24CBAEA85}" dt="2023-08-08T16:51:13.533" v="3" actId="21"/>
          <ac:picMkLst>
            <pc:docMk/>
            <pc:sldMk cId="3167001994" sldId="2076137705"/>
            <ac:picMk id="5" creationId="{7D7459A5-8102-94A7-EEE8-64E872E249FD}"/>
          </ac:picMkLst>
        </pc:picChg>
      </pc:sldChg>
      <pc:sldMasterChg chg="modSldLayout">
        <pc:chgData name="César Díaz" userId="ed34fad7-0c20-4e51-b35e-19bd778b9593" providerId="ADAL" clId="{51ACDB2D-09DD-490E-A1C2-29B24CBAEA85}" dt="2023-08-08T17:01:27.407" v="8" actId="14100"/>
        <pc:sldMasterMkLst>
          <pc:docMk/>
          <pc:sldMasterMk cId="2491898207" sldId="2147483660"/>
        </pc:sldMasterMkLst>
        <pc:sldLayoutChg chg="addSp delSp modSp mod">
          <pc:chgData name="César Díaz" userId="ed34fad7-0c20-4e51-b35e-19bd778b9593" providerId="ADAL" clId="{51ACDB2D-09DD-490E-A1C2-29B24CBAEA85}" dt="2023-08-08T17:01:27.407" v="8" actId="14100"/>
          <pc:sldLayoutMkLst>
            <pc:docMk/>
            <pc:sldMasterMk cId="2491898207" sldId="2147483660"/>
            <pc:sldLayoutMk cId="639590872" sldId="2147483662"/>
          </pc:sldLayoutMkLst>
          <pc:picChg chg="add mod">
            <ac:chgData name="César Díaz" userId="ed34fad7-0c20-4e51-b35e-19bd778b9593" providerId="ADAL" clId="{51ACDB2D-09DD-490E-A1C2-29B24CBAEA85}" dt="2023-08-08T17:01:27.407" v="8" actId="14100"/>
            <ac:picMkLst>
              <pc:docMk/>
              <pc:sldMasterMk cId="2491898207" sldId="2147483660"/>
              <pc:sldLayoutMk cId="639590872" sldId="2147483662"/>
              <ac:picMk id="2" creationId="{56246E2A-FF94-6B4F-980C-12E7E5DF0CB8}"/>
            </ac:picMkLst>
          </pc:picChg>
          <pc:picChg chg="del">
            <ac:chgData name="César Díaz" userId="ed34fad7-0c20-4e51-b35e-19bd778b9593" providerId="ADAL" clId="{51ACDB2D-09DD-490E-A1C2-29B24CBAEA85}" dt="2023-08-08T16:51:33.751" v="6" actId="478"/>
            <ac:picMkLst>
              <pc:docMk/>
              <pc:sldMasterMk cId="2491898207" sldId="2147483660"/>
              <pc:sldLayoutMk cId="639590872" sldId="2147483662"/>
              <ac:picMk id="3" creationId="{826DD118-0008-9744-EE2F-668939AD7CF2}"/>
            </ac:picMkLst>
          </pc:picChg>
        </pc:sldLayoutChg>
      </pc:sldMasterChg>
    </pc:docChg>
  </pc:docChgLst>
  <pc:docChgLst>
    <pc:chgData name="Alejandra Bravo Garcia" userId="S::alejandra.bravo@ipss.cl::4cf5125d-f567-4a98-9bb5-4ea9ae908f01" providerId="AD" clId="Web-{6F051402-9D19-EAB6-B3EE-6B6E8A2CB5A8}"/>
    <pc:docChg chg="modSld">
      <pc:chgData name="Alejandra Bravo Garcia" userId="S::alejandra.bravo@ipss.cl::4cf5125d-f567-4a98-9bb5-4ea9ae908f01" providerId="AD" clId="Web-{6F051402-9D19-EAB6-B3EE-6B6E8A2CB5A8}" dt="2024-08-16T08:50:40.999" v="132" actId="14100"/>
      <pc:docMkLst>
        <pc:docMk/>
      </pc:docMkLst>
      <pc:sldChg chg="modSp">
        <pc:chgData name="Alejandra Bravo Garcia" userId="S::alejandra.bravo@ipss.cl::4cf5125d-f567-4a98-9bb5-4ea9ae908f01" providerId="AD" clId="Web-{6F051402-9D19-EAB6-B3EE-6B6E8A2CB5A8}" dt="2024-08-16T08:44:01.453" v="61" actId="1076"/>
        <pc:sldMkLst>
          <pc:docMk/>
          <pc:sldMk cId="1136515697" sldId="2076137702"/>
        </pc:sldMkLst>
        <pc:spChg chg="mod">
          <ac:chgData name="Alejandra Bravo Garcia" userId="S::alejandra.bravo@ipss.cl::4cf5125d-f567-4a98-9bb5-4ea9ae908f01" providerId="AD" clId="Web-{6F051402-9D19-EAB6-B3EE-6B6E8A2CB5A8}" dt="2024-08-16T08:44:01.453" v="61" actId="1076"/>
          <ac:spMkLst>
            <pc:docMk/>
            <pc:sldMk cId="1136515697" sldId="2076137702"/>
            <ac:spMk id="9" creationId="{76A9EC48-A4FA-9DA0-1098-8D7DA268221D}"/>
          </ac:spMkLst>
        </pc:spChg>
      </pc:sldChg>
      <pc:sldChg chg="modSp">
        <pc:chgData name="Alejandra Bravo Garcia" userId="S::alejandra.bravo@ipss.cl::4cf5125d-f567-4a98-9bb5-4ea9ae908f01" providerId="AD" clId="Web-{6F051402-9D19-EAB6-B3EE-6B6E8A2CB5A8}" dt="2024-08-16T08:40:28.696" v="4"/>
        <pc:sldMkLst>
          <pc:docMk/>
          <pc:sldMk cId="3167001994" sldId="2076137705"/>
        </pc:sldMkLst>
        <pc:spChg chg="mod">
          <ac:chgData name="Alejandra Bravo Garcia" userId="S::alejandra.bravo@ipss.cl::4cf5125d-f567-4a98-9bb5-4ea9ae908f01" providerId="AD" clId="Web-{6F051402-9D19-EAB6-B3EE-6B6E8A2CB5A8}" dt="2024-08-16T08:40:28.696" v="4"/>
          <ac:spMkLst>
            <pc:docMk/>
            <pc:sldMk cId="3167001994" sldId="2076137705"/>
            <ac:spMk id="2" creationId="{972BB412-0761-08C0-91B5-7D184FDF0428}"/>
          </ac:spMkLst>
        </pc:spChg>
        <pc:spChg chg="mod">
          <ac:chgData name="Alejandra Bravo Garcia" userId="S::alejandra.bravo@ipss.cl::4cf5125d-f567-4a98-9bb5-4ea9ae908f01" providerId="AD" clId="Web-{6F051402-9D19-EAB6-B3EE-6B6E8A2CB5A8}" dt="2024-08-16T08:40:12.242" v="1" actId="1076"/>
          <ac:spMkLst>
            <pc:docMk/>
            <pc:sldMk cId="3167001994" sldId="2076137705"/>
            <ac:spMk id="3" creationId="{317770C8-A12B-436B-AB8E-9FC2932E0DB7}"/>
          </ac:spMkLst>
        </pc:spChg>
      </pc:sldChg>
      <pc:sldChg chg="modSp">
        <pc:chgData name="Alejandra Bravo Garcia" userId="S::alejandra.bravo@ipss.cl::4cf5125d-f567-4a98-9bb5-4ea9ae908f01" providerId="AD" clId="Web-{6F051402-9D19-EAB6-B3EE-6B6E8A2CB5A8}" dt="2024-08-16T08:42:10.840" v="18" actId="1076"/>
        <pc:sldMkLst>
          <pc:docMk/>
          <pc:sldMk cId="2328334949" sldId="2076137706"/>
        </pc:sldMkLst>
        <pc:spChg chg="mod">
          <ac:chgData name="Alejandra Bravo Garcia" userId="S::alejandra.bravo@ipss.cl::4cf5125d-f567-4a98-9bb5-4ea9ae908f01" providerId="AD" clId="Web-{6F051402-9D19-EAB6-B3EE-6B6E8A2CB5A8}" dt="2024-08-16T08:41:44.995" v="6" actId="1076"/>
          <ac:spMkLst>
            <pc:docMk/>
            <pc:sldMk cId="2328334949" sldId="2076137706"/>
            <ac:spMk id="2" creationId="{B6EFDCBE-E499-3103-92A5-28F5D6427A64}"/>
          </ac:spMkLst>
        </pc:spChg>
        <pc:spChg chg="mod">
          <ac:chgData name="Alejandra Bravo Garcia" userId="S::alejandra.bravo@ipss.cl::4cf5125d-f567-4a98-9bb5-4ea9ae908f01" providerId="AD" clId="Web-{6F051402-9D19-EAB6-B3EE-6B6E8A2CB5A8}" dt="2024-08-16T08:42:10.840" v="18" actId="1076"/>
          <ac:spMkLst>
            <pc:docMk/>
            <pc:sldMk cId="2328334949" sldId="2076137706"/>
            <ac:spMk id="3" creationId="{E13EDA60-EA13-DE58-247C-0BA1927DF33E}"/>
          </ac:spMkLst>
        </pc:spChg>
      </pc:sldChg>
      <pc:sldChg chg="modSp">
        <pc:chgData name="Alejandra Bravo Garcia" userId="S::alejandra.bravo@ipss.cl::4cf5125d-f567-4a98-9bb5-4ea9ae908f01" providerId="AD" clId="Web-{6F051402-9D19-EAB6-B3EE-6B6E8A2CB5A8}" dt="2024-08-16T08:42:35.497" v="41" actId="1076"/>
        <pc:sldMkLst>
          <pc:docMk/>
          <pc:sldMk cId="2546042947" sldId="2076137717"/>
        </pc:sldMkLst>
        <pc:spChg chg="mod">
          <ac:chgData name="Alejandra Bravo Garcia" userId="S::alejandra.bravo@ipss.cl::4cf5125d-f567-4a98-9bb5-4ea9ae908f01" providerId="AD" clId="Web-{6F051402-9D19-EAB6-B3EE-6B6E8A2CB5A8}" dt="2024-08-16T08:42:35.497" v="41" actId="1076"/>
          <ac:spMkLst>
            <pc:docMk/>
            <pc:sldMk cId="2546042947" sldId="2076137717"/>
            <ac:spMk id="2" creationId="{B6EFDCBE-E499-3103-92A5-28F5D6427A64}"/>
          </ac:spMkLst>
        </pc:spChg>
        <pc:spChg chg="mod">
          <ac:chgData name="Alejandra Bravo Garcia" userId="S::alejandra.bravo@ipss.cl::4cf5125d-f567-4a98-9bb5-4ea9ae908f01" providerId="AD" clId="Web-{6F051402-9D19-EAB6-B3EE-6B6E8A2CB5A8}" dt="2024-08-16T08:42:28.465" v="39" actId="20577"/>
          <ac:spMkLst>
            <pc:docMk/>
            <pc:sldMk cId="2546042947" sldId="2076137717"/>
            <ac:spMk id="3" creationId="{E13EDA60-EA13-DE58-247C-0BA1927DF33E}"/>
          </ac:spMkLst>
        </pc:spChg>
      </pc:sldChg>
      <pc:sldChg chg="modSp">
        <pc:chgData name="Alejandra Bravo Garcia" userId="S::alejandra.bravo@ipss.cl::4cf5125d-f567-4a98-9bb5-4ea9ae908f01" providerId="AD" clId="Web-{6F051402-9D19-EAB6-B3EE-6B6E8A2CB5A8}" dt="2024-08-16T08:46:25.552" v="88" actId="1076"/>
        <pc:sldMkLst>
          <pc:docMk/>
          <pc:sldMk cId="90832063" sldId="2076137722"/>
        </pc:sldMkLst>
        <pc:spChg chg="mod">
          <ac:chgData name="Alejandra Bravo Garcia" userId="S::alejandra.bravo@ipss.cl::4cf5125d-f567-4a98-9bb5-4ea9ae908f01" providerId="AD" clId="Web-{6F051402-9D19-EAB6-B3EE-6B6E8A2CB5A8}" dt="2024-08-16T08:46:25.552" v="88" actId="1076"/>
          <ac:spMkLst>
            <pc:docMk/>
            <pc:sldMk cId="90832063" sldId="2076137722"/>
            <ac:spMk id="3" creationId="{C00ADFFA-A71C-B998-7790-536179CAF78E}"/>
          </ac:spMkLst>
        </pc:spChg>
      </pc:sldChg>
      <pc:sldChg chg="modSp">
        <pc:chgData name="Alejandra Bravo Garcia" userId="S::alejandra.bravo@ipss.cl::4cf5125d-f567-4a98-9bb5-4ea9ae908f01" providerId="AD" clId="Web-{6F051402-9D19-EAB6-B3EE-6B6E8A2CB5A8}" dt="2024-08-16T08:47:19.757" v="96" actId="1076"/>
        <pc:sldMkLst>
          <pc:docMk/>
          <pc:sldMk cId="1117519054" sldId="2076137752"/>
        </pc:sldMkLst>
        <pc:spChg chg="mod">
          <ac:chgData name="Alejandra Bravo Garcia" userId="S::alejandra.bravo@ipss.cl::4cf5125d-f567-4a98-9bb5-4ea9ae908f01" providerId="AD" clId="Web-{6F051402-9D19-EAB6-B3EE-6B6E8A2CB5A8}" dt="2024-08-16T08:47:19.757" v="96" actId="1076"/>
          <ac:spMkLst>
            <pc:docMk/>
            <pc:sldMk cId="1117519054" sldId="2076137752"/>
            <ac:spMk id="3" creationId="{C00ADFFA-A71C-B998-7790-536179CAF78E}"/>
          </ac:spMkLst>
        </pc:spChg>
      </pc:sldChg>
      <pc:sldChg chg="modSp">
        <pc:chgData name="Alejandra Bravo Garcia" userId="S::alejandra.bravo@ipss.cl::4cf5125d-f567-4a98-9bb5-4ea9ae908f01" providerId="AD" clId="Web-{6F051402-9D19-EAB6-B3EE-6B6E8A2CB5A8}" dt="2024-08-16T08:48:28.869" v="106" actId="14100"/>
        <pc:sldMkLst>
          <pc:docMk/>
          <pc:sldMk cId="4148947888" sldId="2076137753"/>
        </pc:sldMkLst>
        <pc:spChg chg="mod">
          <ac:chgData name="Alejandra Bravo Garcia" userId="S::alejandra.bravo@ipss.cl::4cf5125d-f567-4a98-9bb5-4ea9ae908f01" providerId="AD" clId="Web-{6F051402-9D19-EAB6-B3EE-6B6E8A2CB5A8}" dt="2024-08-16T08:48:28.869" v="106" actId="14100"/>
          <ac:spMkLst>
            <pc:docMk/>
            <pc:sldMk cId="4148947888" sldId="2076137753"/>
            <ac:spMk id="3" creationId="{C00ADFFA-A71C-B998-7790-536179CAF78E}"/>
          </ac:spMkLst>
        </pc:spChg>
      </pc:sldChg>
      <pc:sldChg chg="modSp">
        <pc:chgData name="Alejandra Bravo Garcia" userId="S::alejandra.bravo@ipss.cl::4cf5125d-f567-4a98-9bb5-4ea9ae908f01" providerId="AD" clId="Web-{6F051402-9D19-EAB6-B3EE-6B6E8A2CB5A8}" dt="2024-08-16T08:49:08.073" v="114" actId="1076"/>
        <pc:sldMkLst>
          <pc:docMk/>
          <pc:sldMk cId="3043711709" sldId="2076137754"/>
        </pc:sldMkLst>
        <pc:spChg chg="mod">
          <ac:chgData name="Alejandra Bravo Garcia" userId="S::alejandra.bravo@ipss.cl::4cf5125d-f567-4a98-9bb5-4ea9ae908f01" providerId="AD" clId="Web-{6F051402-9D19-EAB6-B3EE-6B6E8A2CB5A8}" dt="2024-08-16T08:49:08.073" v="114" actId="1076"/>
          <ac:spMkLst>
            <pc:docMk/>
            <pc:sldMk cId="3043711709" sldId="2076137754"/>
            <ac:spMk id="3" creationId="{C00ADFFA-A71C-B998-7790-536179CAF78E}"/>
          </ac:spMkLst>
        </pc:spChg>
      </pc:sldChg>
      <pc:sldChg chg="modSp">
        <pc:chgData name="Alejandra Bravo Garcia" userId="S::alejandra.bravo@ipss.cl::4cf5125d-f567-4a98-9bb5-4ea9ae908f01" providerId="AD" clId="Web-{6F051402-9D19-EAB6-B3EE-6B6E8A2CB5A8}" dt="2024-08-16T08:49:29.215" v="117" actId="1076"/>
        <pc:sldMkLst>
          <pc:docMk/>
          <pc:sldMk cId="4079602139" sldId="2076137755"/>
        </pc:sldMkLst>
        <pc:spChg chg="mod">
          <ac:chgData name="Alejandra Bravo Garcia" userId="S::alejandra.bravo@ipss.cl::4cf5125d-f567-4a98-9bb5-4ea9ae908f01" providerId="AD" clId="Web-{6F051402-9D19-EAB6-B3EE-6B6E8A2CB5A8}" dt="2024-08-16T08:49:29.215" v="117" actId="1076"/>
          <ac:spMkLst>
            <pc:docMk/>
            <pc:sldMk cId="4079602139" sldId="2076137755"/>
            <ac:spMk id="3" creationId="{C00ADFFA-A71C-B998-7790-536179CAF78E}"/>
          </ac:spMkLst>
        </pc:spChg>
      </pc:sldChg>
      <pc:sldChg chg="modSp">
        <pc:chgData name="Alejandra Bravo Garcia" userId="S::alejandra.bravo@ipss.cl::4cf5125d-f567-4a98-9bb5-4ea9ae908f01" providerId="AD" clId="Web-{6F051402-9D19-EAB6-B3EE-6B6E8A2CB5A8}" dt="2024-08-16T08:49:52.028" v="122" actId="1076"/>
        <pc:sldMkLst>
          <pc:docMk/>
          <pc:sldMk cId="350010958" sldId="2076137756"/>
        </pc:sldMkLst>
        <pc:spChg chg="mod">
          <ac:chgData name="Alejandra Bravo Garcia" userId="S::alejandra.bravo@ipss.cl::4cf5125d-f567-4a98-9bb5-4ea9ae908f01" providerId="AD" clId="Web-{6F051402-9D19-EAB6-B3EE-6B6E8A2CB5A8}" dt="2024-08-16T08:49:52.028" v="122" actId="1076"/>
          <ac:spMkLst>
            <pc:docMk/>
            <pc:sldMk cId="350010958" sldId="2076137756"/>
            <ac:spMk id="3" creationId="{C00ADFFA-A71C-B998-7790-536179CAF78E}"/>
          </ac:spMkLst>
        </pc:spChg>
      </pc:sldChg>
      <pc:sldChg chg="modSp">
        <pc:chgData name="Alejandra Bravo Garcia" userId="S::alejandra.bravo@ipss.cl::4cf5125d-f567-4a98-9bb5-4ea9ae908f01" providerId="AD" clId="Web-{6F051402-9D19-EAB6-B3EE-6B6E8A2CB5A8}" dt="2024-08-16T08:50:40.999" v="132" actId="14100"/>
        <pc:sldMkLst>
          <pc:docMk/>
          <pc:sldMk cId="1945117987" sldId="2076137757"/>
        </pc:sldMkLst>
        <pc:spChg chg="mod">
          <ac:chgData name="Alejandra Bravo Garcia" userId="S::alejandra.bravo@ipss.cl::4cf5125d-f567-4a98-9bb5-4ea9ae908f01" providerId="AD" clId="Web-{6F051402-9D19-EAB6-B3EE-6B6E8A2CB5A8}" dt="2024-08-16T08:50:40.999" v="132" actId="14100"/>
          <ac:spMkLst>
            <pc:docMk/>
            <pc:sldMk cId="1945117987" sldId="2076137757"/>
            <ac:spMk id="3" creationId="{C00ADFFA-A71C-B998-7790-536179CAF78E}"/>
          </ac:spMkLst>
        </pc:spChg>
      </pc:sldChg>
    </pc:docChg>
  </pc:docChgLst>
  <pc:docChgLst>
    <pc:chgData name="César Díaz" userId="ed34fad7-0c20-4e51-b35e-19bd778b9593" providerId="ADAL" clId="{6AA14F88-E02C-4444-8F5B-F91059C2D162}"/>
    <pc:docChg chg="undo custSel addSld delSld modSld sldOrd modMainMaster">
      <pc:chgData name="César Díaz" userId="ed34fad7-0c20-4e51-b35e-19bd778b9593" providerId="ADAL" clId="{6AA14F88-E02C-4444-8F5B-F91059C2D162}" dt="2023-08-05T09:40:54.473" v="265"/>
      <pc:docMkLst>
        <pc:docMk/>
      </pc:docMkLst>
      <pc:sldChg chg="modSp del mod">
        <pc:chgData name="César Díaz" userId="ed34fad7-0c20-4e51-b35e-19bd778b9593" providerId="ADAL" clId="{6AA14F88-E02C-4444-8F5B-F91059C2D162}" dt="2023-08-05T08:21:58.323" v="103" actId="2696"/>
        <pc:sldMkLst>
          <pc:docMk/>
          <pc:sldMk cId="2180290103" sldId="263"/>
        </pc:sldMkLst>
        <pc:spChg chg="mod">
          <ac:chgData name="César Díaz" userId="ed34fad7-0c20-4e51-b35e-19bd778b9593" providerId="ADAL" clId="{6AA14F88-E02C-4444-8F5B-F91059C2D162}" dt="2023-08-05T08:15:33.819" v="4" actId="242"/>
          <ac:spMkLst>
            <pc:docMk/>
            <pc:sldMk cId="2180290103" sldId="263"/>
            <ac:spMk id="2" creationId="{1C4898CC-2EB7-701E-6844-7482F6FA4A69}"/>
          </ac:spMkLst>
        </pc:spChg>
      </pc:sldChg>
      <pc:sldChg chg="del">
        <pc:chgData name="César Díaz" userId="ed34fad7-0c20-4e51-b35e-19bd778b9593" providerId="ADAL" clId="{6AA14F88-E02C-4444-8F5B-F91059C2D162}" dt="2023-08-05T08:21:18.507" v="97" actId="2696"/>
        <pc:sldMkLst>
          <pc:docMk/>
          <pc:sldMk cId="2380871566" sldId="2076137697"/>
        </pc:sldMkLst>
      </pc:sldChg>
      <pc:sldChg chg="delSp mod">
        <pc:chgData name="César Díaz" userId="ed34fad7-0c20-4e51-b35e-19bd778b9593" providerId="ADAL" clId="{6AA14F88-E02C-4444-8F5B-F91059C2D162}" dt="2023-08-05T08:14:58.901" v="2" actId="478"/>
        <pc:sldMkLst>
          <pc:docMk/>
          <pc:sldMk cId="242947854" sldId="2076137701"/>
        </pc:sldMkLst>
        <pc:spChg chg="del">
          <ac:chgData name="César Díaz" userId="ed34fad7-0c20-4e51-b35e-19bd778b9593" providerId="ADAL" clId="{6AA14F88-E02C-4444-8F5B-F91059C2D162}" dt="2023-08-05T08:14:58.901" v="2" actId="478"/>
          <ac:spMkLst>
            <pc:docMk/>
            <pc:sldMk cId="242947854" sldId="2076137701"/>
            <ac:spMk id="7" creationId="{E40272B1-8C74-F64E-B653-A5E8C7533142}"/>
          </ac:spMkLst>
        </pc:spChg>
        <pc:picChg chg="del">
          <ac:chgData name="César Díaz" userId="ed34fad7-0c20-4e51-b35e-19bd778b9593" providerId="ADAL" clId="{6AA14F88-E02C-4444-8F5B-F91059C2D162}" dt="2023-08-05T08:14:47.675" v="1" actId="478"/>
          <ac:picMkLst>
            <pc:docMk/>
            <pc:sldMk cId="242947854" sldId="2076137701"/>
            <ac:picMk id="6" creationId="{47099FD4-1A24-DB53-BEB8-EE041AE5C18C}"/>
          </ac:picMkLst>
        </pc:picChg>
      </pc:sldChg>
      <pc:sldChg chg="new">
        <pc:chgData name="César Díaz" userId="ed34fad7-0c20-4e51-b35e-19bd778b9593" providerId="ADAL" clId="{6AA14F88-E02C-4444-8F5B-F91059C2D162}" dt="2023-08-05T08:21:26.339" v="98" actId="680"/>
        <pc:sldMkLst>
          <pc:docMk/>
          <pc:sldMk cId="1136515697" sldId="2076137702"/>
        </pc:sldMkLst>
      </pc:sldChg>
      <pc:sldChg chg="new">
        <pc:chgData name="César Díaz" userId="ed34fad7-0c20-4e51-b35e-19bd778b9593" providerId="ADAL" clId="{6AA14F88-E02C-4444-8F5B-F91059C2D162}" dt="2023-08-05T08:21:31.335" v="99" actId="680"/>
        <pc:sldMkLst>
          <pc:docMk/>
          <pc:sldMk cId="868812523" sldId="2076137703"/>
        </pc:sldMkLst>
      </pc:sldChg>
      <pc:sldChg chg="new ord">
        <pc:chgData name="César Díaz" userId="ed34fad7-0c20-4e51-b35e-19bd778b9593" providerId="ADAL" clId="{6AA14F88-E02C-4444-8F5B-F91059C2D162}" dt="2023-08-05T08:21:41.090" v="102"/>
        <pc:sldMkLst>
          <pc:docMk/>
          <pc:sldMk cId="1943926825" sldId="2076137704"/>
        </pc:sldMkLst>
      </pc:sldChg>
      <pc:sldChg chg="modSp new mod ord">
        <pc:chgData name="César Díaz" userId="ed34fad7-0c20-4e51-b35e-19bd778b9593" providerId="ADAL" clId="{6AA14F88-E02C-4444-8F5B-F91059C2D162}" dt="2023-08-05T08:32:15.067" v="108" actId="27636"/>
        <pc:sldMkLst>
          <pc:docMk/>
          <pc:sldMk cId="3167001994" sldId="2076137705"/>
        </pc:sldMkLst>
        <pc:spChg chg="mod">
          <ac:chgData name="César Díaz" userId="ed34fad7-0c20-4e51-b35e-19bd778b9593" providerId="ADAL" clId="{6AA14F88-E02C-4444-8F5B-F91059C2D162}" dt="2023-08-05T08:32:15.067" v="108" actId="27636"/>
          <ac:spMkLst>
            <pc:docMk/>
            <pc:sldMk cId="3167001994" sldId="2076137705"/>
            <ac:spMk id="2" creationId="{972BB412-0761-08C0-91B5-7D184FDF0428}"/>
          </ac:spMkLst>
        </pc:spChg>
      </pc:sldChg>
      <pc:sldChg chg="modSp new mod ord">
        <pc:chgData name="César Díaz" userId="ed34fad7-0c20-4e51-b35e-19bd778b9593" providerId="ADAL" clId="{6AA14F88-E02C-4444-8F5B-F91059C2D162}" dt="2023-08-05T09:40:54.473" v="265"/>
        <pc:sldMkLst>
          <pc:docMk/>
          <pc:sldMk cId="2328334949" sldId="2076137706"/>
        </pc:sldMkLst>
        <pc:spChg chg="mod">
          <ac:chgData name="César Díaz" userId="ed34fad7-0c20-4e51-b35e-19bd778b9593" providerId="ADAL" clId="{6AA14F88-E02C-4444-8F5B-F91059C2D162}" dt="2023-08-05T09:40:54.473" v="265"/>
          <ac:spMkLst>
            <pc:docMk/>
            <pc:sldMk cId="2328334949" sldId="2076137706"/>
            <ac:spMk id="2" creationId="{B6EFDCBE-E499-3103-92A5-28F5D6427A64}"/>
          </ac:spMkLst>
        </pc:spChg>
      </pc:sldChg>
      <pc:sldChg chg="del">
        <pc:chgData name="César Díaz" userId="ed34fad7-0c20-4e51-b35e-19bd778b9593" providerId="ADAL" clId="{6AA14F88-E02C-4444-8F5B-F91059C2D162}" dt="2023-08-05T08:21:18.507" v="97" actId="2696"/>
        <pc:sldMkLst>
          <pc:docMk/>
          <pc:sldMk cId="3093188721" sldId="2076137721"/>
        </pc:sldMkLst>
      </pc:sldChg>
      <pc:sldChg chg="new del">
        <pc:chgData name="César Díaz" userId="ed34fad7-0c20-4e51-b35e-19bd778b9593" providerId="ADAL" clId="{6AA14F88-E02C-4444-8F5B-F91059C2D162}" dt="2023-08-05T08:21:18.507" v="97" actId="2696"/>
        <pc:sldMkLst>
          <pc:docMk/>
          <pc:sldMk cId="824086885" sldId="2076137722"/>
        </pc:sldMkLst>
      </pc:sldChg>
      <pc:sldChg chg="del">
        <pc:chgData name="César Díaz" userId="ed34fad7-0c20-4e51-b35e-19bd778b9593" providerId="ADAL" clId="{6AA14F88-E02C-4444-8F5B-F91059C2D162}" dt="2023-08-05T08:14:27.881" v="0" actId="2696"/>
        <pc:sldMkLst>
          <pc:docMk/>
          <pc:sldMk cId="2375113497" sldId="2076137722"/>
        </pc:sldMkLst>
      </pc:sldChg>
      <pc:sldChg chg="del">
        <pc:chgData name="César Díaz" userId="ed34fad7-0c20-4e51-b35e-19bd778b9593" providerId="ADAL" clId="{6AA14F88-E02C-4444-8F5B-F91059C2D162}" dt="2023-08-05T08:14:27.881" v="0" actId="2696"/>
        <pc:sldMkLst>
          <pc:docMk/>
          <pc:sldMk cId="2561145371" sldId="2076137723"/>
        </pc:sldMkLst>
      </pc:sldChg>
      <pc:sldChg chg="del">
        <pc:chgData name="César Díaz" userId="ed34fad7-0c20-4e51-b35e-19bd778b9593" providerId="ADAL" clId="{6AA14F88-E02C-4444-8F5B-F91059C2D162}" dt="2023-08-05T08:14:27.881" v="0" actId="2696"/>
        <pc:sldMkLst>
          <pc:docMk/>
          <pc:sldMk cId="1882251725" sldId="2076137724"/>
        </pc:sldMkLst>
      </pc:sldChg>
      <pc:sldChg chg="del">
        <pc:chgData name="César Díaz" userId="ed34fad7-0c20-4e51-b35e-19bd778b9593" providerId="ADAL" clId="{6AA14F88-E02C-4444-8F5B-F91059C2D162}" dt="2023-08-05T08:14:27.881" v="0" actId="2696"/>
        <pc:sldMkLst>
          <pc:docMk/>
          <pc:sldMk cId="720776564" sldId="2076137725"/>
        </pc:sldMkLst>
      </pc:sldChg>
      <pc:sldChg chg="del">
        <pc:chgData name="César Díaz" userId="ed34fad7-0c20-4e51-b35e-19bd778b9593" providerId="ADAL" clId="{6AA14F88-E02C-4444-8F5B-F91059C2D162}" dt="2023-08-05T08:14:27.881" v="0" actId="2696"/>
        <pc:sldMkLst>
          <pc:docMk/>
          <pc:sldMk cId="2090911809" sldId="2076137726"/>
        </pc:sldMkLst>
      </pc:sldChg>
      <pc:sldChg chg="del">
        <pc:chgData name="César Díaz" userId="ed34fad7-0c20-4e51-b35e-19bd778b9593" providerId="ADAL" clId="{6AA14F88-E02C-4444-8F5B-F91059C2D162}" dt="2023-08-05T08:14:27.881" v="0" actId="2696"/>
        <pc:sldMkLst>
          <pc:docMk/>
          <pc:sldMk cId="1135814727" sldId="2076137727"/>
        </pc:sldMkLst>
      </pc:sldChg>
      <pc:sldChg chg="del">
        <pc:chgData name="César Díaz" userId="ed34fad7-0c20-4e51-b35e-19bd778b9593" providerId="ADAL" clId="{6AA14F88-E02C-4444-8F5B-F91059C2D162}" dt="2023-08-05T08:14:27.881" v="0" actId="2696"/>
        <pc:sldMkLst>
          <pc:docMk/>
          <pc:sldMk cId="1872769915" sldId="2076137728"/>
        </pc:sldMkLst>
      </pc:sldChg>
      <pc:sldChg chg="del">
        <pc:chgData name="César Díaz" userId="ed34fad7-0c20-4e51-b35e-19bd778b9593" providerId="ADAL" clId="{6AA14F88-E02C-4444-8F5B-F91059C2D162}" dt="2023-08-05T08:14:27.881" v="0" actId="2696"/>
        <pc:sldMkLst>
          <pc:docMk/>
          <pc:sldMk cId="399057769" sldId="2076137732"/>
        </pc:sldMkLst>
      </pc:sldChg>
      <pc:sldChg chg="del">
        <pc:chgData name="César Díaz" userId="ed34fad7-0c20-4e51-b35e-19bd778b9593" providerId="ADAL" clId="{6AA14F88-E02C-4444-8F5B-F91059C2D162}" dt="2023-08-05T08:14:27.881" v="0" actId="2696"/>
        <pc:sldMkLst>
          <pc:docMk/>
          <pc:sldMk cId="3395306383" sldId="2076137733"/>
        </pc:sldMkLst>
      </pc:sldChg>
      <pc:sldChg chg="del">
        <pc:chgData name="César Díaz" userId="ed34fad7-0c20-4e51-b35e-19bd778b9593" providerId="ADAL" clId="{6AA14F88-E02C-4444-8F5B-F91059C2D162}" dt="2023-08-05T08:14:27.881" v="0" actId="2696"/>
        <pc:sldMkLst>
          <pc:docMk/>
          <pc:sldMk cId="1561499501" sldId="2076137734"/>
        </pc:sldMkLst>
      </pc:sldChg>
      <pc:sldChg chg="del">
        <pc:chgData name="César Díaz" userId="ed34fad7-0c20-4e51-b35e-19bd778b9593" providerId="ADAL" clId="{6AA14F88-E02C-4444-8F5B-F91059C2D162}" dt="2023-08-05T08:14:27.881" v="0" actId="2696"/>
        <pc:sldMkLst>
          <pc:docMk/>
          <pc:sldMk cId="265105091" sldId="2076137735"/>
        </pc:sldMkLst>
      </pc:sldChg>
      <pc:sldChg chg="del">
        <pc:chgData name="César Díaz" userId="ed34fad7-0c20-4e51-b35e-19bd778b9593" providerId="ADAL" clId="{6AA14F88-E02C-4444-8F5B-F91059C2D162}" dt="2023-08-05T08:14:27.881" v="0" actId="2696"/>
        <pc:sldMkLst>
          <pc:docMk/>
          <pc:sldMk cId="3501716721" sldId="2076137736"/>
        </pc:sldMkLst>
      </pc:sldChg>
      <pc:sldMasterChg chg="mod addSldLayout delSldLayout modSldLayout sldLayoutOrd">
        <pc:chgData name="César Díaz" userId="ed34fad7-0c20-4e51-b35e-19bd778b9593" providerId="ADAL" clId="{6AA14F88-E02C-4444-8F5B-F91059C2D162}" dt="2023-08-05T09:39:40.309" v="255"/>
        <pc:sldMasterMkLst>
          <pc:docMk/>
          <pc:sldMasterMk cId="2491898207" sldId="2147483660"/>
        </pc:sldMasterMkLst>
        <pc:sldLayoutChg chg="addSp delSp modSp mod ord">
          <pc:chgData name="César Díaz" userId="ed34fad7-0c20-4e51-b35e-19bd778b9593" providerId="ADAL" clId="{6AA14F88-E02C-4444-8F5B-F91059C2D162}" dt="2023-08-05T09:25:25.794" v="209"/>
          <pc:sldLayoutMkLst>
            <pc:docMk/>
            <pc:sldMasterMk cId="2491898207" sldId="2147483660"/>
            <pc:sldLayoutMk cId="193636416" sldId="2147483661"/>
          </pc:sldLayoutMkLst>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 creationId="{9817448B-2CEF-84E7-B6FA-7BB6FEB8825D}"/>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3" creationId="{5776D17F-7F16-5A42-76CA-EED9FCC89CE1}"/>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4" creationId="{9E8D7D9A-DF18-26A4-34C1-B1E2E48E8367}"/>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5" creationId="{247629C2-A7BF-BC0C-91E7-81CD72988FB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6" creationId="{AA3DD3D1-1868-5C62-71B8-9A4FB1645FAA}"/>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7" creationId="{BCAC5671-9085-57BB-3279-5C0C5839505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8" creationId="{A0FA0B4D-7436-83DD-ED4B-B814975C153B}"/>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9" creationId="{16EC5FB8-3747-83C8-8212-989451117C6F}"/>
            </ac:spMkLst>
          </pc:spChg>
          <pc:spChg chg="mod">
            <ac:chgData name="César Díaz" userId="ed34fad7-0c20-4e51-b35e-19bd778b9593" providerId="ADAL" clId="{6AA14F88-E02C-4444-8F5B-F91059C2D162}" dt="2023-08-05T08:16:51.884" v="6" actId="242"/>
            <ac:spMkLst>
              <pc:docMk/>
              <pc:sldMasterMk cId="2491898207" sldId="2147483660"/>
              <pc:sldLayoutMk cId="193636416" sldId="2147483661"/>
              <ac:spMk id="10" creationId="{00000000-0000-0000-0000-000000000000}"/>
            </ac:spMkLst>
          </pc:spChg>
          <pc:spChg chg="del mod">
            <ac:chgData name="César Díaz" userId="ed34fad7-0c20-4e51-b35e-19bd778b9593" providerId="ADAL" clId="{6AA14F88-E02C-4444-8F5B-F91059C2D162}" dt="2023-08-05T08:45:27.548" v="117" actId="478"/>
            <ac:spMkLst>
              <pc:docMk/>
              <pc:sldMasterMk cId="2491898207" sldId="2147483660"/>
              <pc:sldLayoutMk cId="193636416" sldId="2147483661"/>
              <ac:spMk id="11" creationId="{00000000-0000-0000-0000-000000000000}"/>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2" creationId="{93AC3A46-D850-3CC0-F2DA-A4B88862D95F}"/>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3" creationId="{D6A85713-F37E-2E30-6DE4-590324B30106}"/>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4" creationId="{33A5133A-990C-3AD7-F110-3AC6711EC511}"/>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5" creationId="{1AC3AC07-CF6C-2BCC-8079-CB6498D5B898}"/>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6" creationId="{878DC026-789E-247B-5EE2-7ABE61237173}"/>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7" creationId="{9E644528-F9C1-F809-4F87-88D7BEB551A6}"/>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8" creationId="{94F88725-49A8-81C9-9FCD-70EC301BE9AD}"/>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9" creationId="{5D1DA822-57EC-C377-2617-FFC29D0CD560}"/>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0" creationId="{F7C2753B-6611-FE21-3CB3-E63CC80CC27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1" creationId="{C9F2E952-D510-95AA-D18E-30731A54A443}"/>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2" creationId="{DC6DD388-16DF-6E9B-ADE8-1F907A776FB7}"/>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3" creationId="{4188D6B5-27E0-C906-1C7A-F1D155ABD3F6}"/>
            </ac:spMkLst>
          </pc:spChg>
          <pc:spChg chg="add mod">
            <ac:chgData name="César Díaz" userId="ed34fad7-0c20-4e51-b35e-19bd778b9593" providerId="ADAL" clId="{6AA14F88-E02C-4444-8F5B-F91059C2D162}" dt="2023-08-05T08:50:20.257" v="139" actId="14100"/>
            <ac:spMkLst>
              <pc:docMk/>
              <pc:sldMasterMk cId="2491898207" sldId="2147483660"/>
              <pc:sldLayoutMk cId="193636416" sldId="2147483661"/>
              <ac:spMk id="24" creationId="{9F27A9AB-A7BE-9FA7-F500-F6CF68A77BF7}"/>
            </ac:spMkLst>
          </pc:spChg>
          <pc:spChg chg="add mod ord">
            <ac:chgData name="César Díaz" userId="ed34fad7-0c20-4e51-b35e-19bd778b9593" providerId="ADAL" clId="{6AA14F88-E02C-4444-8F5B-F91059C2D162}" dt="2023-08-05T08:52:11.553" v="146" actId="692"/>
            <ac:spMkLst>
              <pc:docMk/>
              <pc:sldMasterMk cId="2491898207" sldId="2147483660"/>
              <pc:sldLayoutMk cId="193636416" sldId="2147483661"/>
              <ac:spMk id="25" creationId="{711C8671-DA54-2D1F-2A56-D6D9731A934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6" creationId="{010BEBA7-CEE1-EC05-6FC7-80ECB9C2A258}"/>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7" creationId="{DE0EC932-4212-D8A0-C313-D0046EA8D78F}"/>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8" creationId="{88124312-F651-F7F0-EC25-ED909E32D95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9" creationId="{324F877B-8AB3-CC61-386F-DBA2C712DA11}"/>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0" creationId="{B7E52825-42F9-05A0-DB1D-9202A71B6DF5}"/>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1" creationId="{C631DFEF-9DB9-E2FE-7877-D5AAA530218F}"/>
            </ac:spMkLst>
          </pc:spChg>
          <pc:spChg chg="add del mod">
            <ac:chgData name="César Díaz" userId="ed34fad7-0c20-4e51-b35e-19bd778b9593" providerId="ADAL" clId="{6AA14F88-E02C-4444-8F5B-F91059C2D162}" dt="2023-08-05T08:59:27.993" v="159" actId="21"/>
            <ac:spMkLst>
              <pc:docMk/>
              <pc:sldMasterMk cId="2491898207" sldId="2147483660"/>
              <pc:sldLayoutMk cId="193636416" sldId="2147483661"/>
              <ac:spMk id="32" creationId="{403A76AC-0A65-B663-7B7C-C9B4FE822E92}"/>
            </ac:spMkLst>
          </pc:spChg>
          <pc:spChg chg="add del mod">
            <ac:chgData name="César Díaz" userId="ed34fad7-0c20-4e51-b35e-19bd778b9593" providerId="ADAL" clId="{6AA14F88-E02C-4444-8F5B-F91059C2D162}" dt="2023-08-05T08:59:27.993" v="159" actId="21"/>
            <ac:spMkLst>
              <pc:docMk/>
              <pc:sldMasterMk cId="2491898207" sldId="2147483660"/>
              <pc:sldLayoutMk cId="193636416" sldId="2147483661"/>
              <ac:spMk id="33" creationId="{F8E2413A-D43F-A9A0-61A2-A5DA3CEE7090}"/>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4" creationId="{3FEA2B92-F0EB-8615-BA7A-12E1A12657B7}"/>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5" creationId="{2FE5F5F4-2E47-B8E2-553E-69E18A5FFCD1}"/>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6" creationId="{3AFD068C-FADD-C44B-4F9B-4AC7F71D501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7" creationId="{43D4CA4E-339C-5132-7A08-8AB147A86F3D}"/>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8" creationId="{8A12D3FD-1E2D-EF97-D45A-8F3254B135DB}"/>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9" creationId="{7E2D2219-51DE-8F83-ED49-F4FE322044B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0" creationId="{33851F51-6E08-5A42-5479-EB65200EA398}"/>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1" creationId="{A2EF1C64-5780-0366-9619-88BBFC5D04DD}"/>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2" creationId="{4A015501-4EC3-402F-6DB2-FFDB50F24186}"/>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3" creationId="{69E73F3A-FFDD-C091-24FB-9AB9CB89E761}"/>
            </ac:spMkLst>
          </pc:spChg>
          <pc:spChg chg="add del mod">
            <ac:chgData name="César Díaz" userId="ed34fad7-0c20-4e51-b35e-19bd778b9593" providerId="ADAL" clId="{6AA14F88-E02C-4444-8F5B-F91059C2D162}" dt="2023-08-05T09:24:58.907" v="206" actId="478"/>
            <ac:spMkLst>
              <pc:docMk/>
              <pc:sldMasterMk cId="2491898207" sldId="2147483660"/>
              <pc:sldLayoutMk cId="193636416" sldId="2147483661"/>
              <ac:spMk id="45" creationId="{A669CD1B-0E03-ABA9-763C-5D948F0B8EB8}"/>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6" creationId="{A7A49B42-AACC-50B4-5169-545FD38EF97B}"/>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7" creationId="{024370F0-34C6-0E0F-CB33-03242E12CDC9}"/>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8" creationId="{69D70CA9-6E37-6D42-5FB7-082BDD4D2EB8}"/>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9" creationId="{16C714F7-4D1F-30F6-E01E-D1584A21F7E9}"/>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0" creationId="{FBABC6A1-BDEE-C126-FE63-3E26C8FDB2AA}"/>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1" creationId="{4CBC9838-6FED-0DAE-51FA-884081CB6EDF}"/>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2" creationId="{8873EAA1-D211-0415-3BC5-86045F127F3B}"/>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3" creationId="{2AA0CDC5-FFFA-1CF4-78CA-A36553387595}"/>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4" creationId="{7BF320BB-3E12-2A4F-9337-3C1D924A7553}"/>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5" creationId="{4823E324-6B33-8391-7441-5ED3CD47BD47}"/>
            </ac:spMkLst>
          </pc:spChg>
          <pc:spChg chg="add mod">
            <ac:chgData name="César Díaz" userId="ed34fad7-0c20-4e51-b35e-19bd778b9593" providerId="ADAL" clId="{6AA14F88-E02C-4444-8F5B-F91059C2D162}" dt="2023-08-05T09:25:25.794" v="209"/>
            <ac:spMkLst>
              <pc:docMk/>
              <pc:sldMasterMk cId="2491898207" sldId="2147483660"/>
              <pc:sldLayoutMk cId="193636416" sldId="2147483661"/>
              <ac:spMk id="56" creationId="{25AF31D7-DDAD-AE10-0239-B0B639942F05}"/>
            </ac:spMkLst>
          </pc:spChg>
          <pc:grpChg chg="add del mod">
            <ac:chgData name="César Díaz" userId="ed34fad7-0c20-4e51-b35e-19bd778b9593" providerId="ADAL" clId="{6AA14F88-E02C-4444-8F5B-F91059C2D162}" dt="2023-08-05T08:59:30.763" v="160" actId="478"/>
            <ac:grpSpMkLst>
              <pc:docMk/>
              <pc:sldMasterMk cId="2491898207" sldId="2147483660"/>
              <pc:sldLayoutMk cId="193636416" sldId="2147483661"/>
              <ac:grpSpMk id="44" creationId="{7EC77878-C4D2-183D-D7B7-228BCC143CB3}"/>
            </ac:grpSpMkLst>
          </pc:grpChg>
        </pc:sldLayoutChg>
        <pc:sldLayoutChg chg="addSp modSp mod">
          <pc:chgData name="César Díaz" userId="ed34fad7-0c20-4e51-b35e-19bd778b9593" providerId="ADAL" clId="{6AA14F88-E02C-4444-8F5B-F91059C2D162}" dt="2023-08-05T08:32:31.880" v="110" actId="14100"/>
          <pc:sldLayoutMkLst>
            <pc:docMk/>
            <pc:sldMasterMk cId="2491898207" sldId="2147483660"/>
            <pc:sldLayoutMk cId="639590872" sldId="2147483662"/>
          </pc:sldLayoutMkLst>
          <pc:spChg chg="mod">
            <ac:chgData name="César Díaz" userId="ed34fad7-0c20-4e51-b35e-19bd778b9593" providerId="ADAL" clId="{6AA14F88-E02C-4444-8F5B-F91059C2D162}" dt="2023-08-05T08:18:02.592" v="89" actId="14100"/>
            <ac:spMkLst>
              <pc:docMk/>
              <pc:sldMasterMk cId="2491898207" sldId="2147483660"/>
              <pc:sldLayoutMk cId="639590872" sldId="2147483662"/>
              <ac:spMk id="4" creationId="{F39BCFA7-EFF0-AE3A-4D5A-F54C59C5A639}"/>
            </ac:spMkLst>
          </pc:spChg>
          <pc:spChg chg="mod">
            <ac:chgData name="César Díaz" userId="ed34fad7-0c20-4e51-b35e-19bd778b9593" providerId="ADAL" clId="{6AA14F88-E02C-4444-8F5B-F91059C2D162}" dt="2023-08-05T08:18:11.248" v="90" actId="14100"/>
            <ac:spMkLst>
              <pc:docMk/>
              <pc:sldMasterMk cId="2491898207" sldId="2147483660"/>
              <pc:sldLayoutMk cId="639590872" sldId="2147483662"/>
              <ac:spMk id="5" creationId="{4329DCCD-8CF6-9BA5-1F82-4885C19BA23B}"/>
            </ac:spMkLst>
          </pc:spChg>
          <pc:picChg chg="add mod">
            <ac:chgData name="César Díaz" userId="ed34fad7-0c20-4e51-b35e-19bd778b9593" providerId="ADAL" clId="{6AA14F88-E02C-4444-8F5B-F91059C2D162}" dt="2023-08-05T08:32:31.880" v="110" actId="14100"/>
            <ac:picMkLst>
              <pc:docMk/>
              <pc:sldMasterMk cId="2491898207" sldId="2147483660"/>
              <pc:sldLayoutMk cId="639590872" sldId="2147483662"/>
              <ac:picMk id="3" creationId="{826DD118-0008-9744-EE2F-668939AD7CF2}"/>
            </ac:picMkLst>
          </pc:picChg>
        </pc:sldLayoutChg>
        <pc:sldLayoutChg chg="modSp mod">
          <pc:chgData name="César Díaz" userId="ed34fad7-0c20-4e51-b35e-19bd778b9593" providerId="ADAL" clId="{6AA14F88-E02C-4444-8F5B-F91059C2D162}" dt="2023-08-05T09:30:56.244" v="240" actId="6014"/>
          <pc:sldLayoutMkLst>
            <pc:docMk/>
            <pc:sldMasterMk cId="2491898207" sldId="2147483660"/>
            <pc:sldLayoutMk cId="3411197885" sldId="2147483663"/>
          </pc:sldLayoutMkLst>
          <pc:spChg chg="mod">
            <ac:chgData name="César Díaz" userId="ed34fad7-0c20-4e51-b35e-19bd778b9593" providerId="ADAL" clId="{6AA14F88-E02C-4444-8F5B-F91059C2D162}" dt="2023-08-05T08:18:33.751" v="91"/>
            <ac:spMkLst>
              <pc:docMk/>
              <pc:sldMasterMk cId="2491898207" sldId="2147483660"/>
              <pc:sldLayoutMk cId="3411197885" sldId="2147483663"/>
              <ac:spMk id="2" creationId="{0BBA8F40-9B3F-63B9-DD8C-BB01669C23EF}"/>
            </ac:spMkLst>
          </pc:spChg>
        </pc:sldLayoutChg>
        <pc:sldLayoutChg chg="add del mod ord modTransition">
          <pc:chgData name="César Díaz" userId="ed34fad7-0c20-4e51-b35e-19bd778b9593" providerId="ADAL" clId="{6AA14F88-E02C-4444-8F5B-F91059C2D162}" dt="2023-08-05T09:25:35.226" v="210" actId="2696"/>
          <pc:sldLayoutMkLst>
            <pc:docMk/>
            <pc:sldMasterMk cId="2491898207" sldId="2147483660"/>
            <pc:sldLayoutMk cId="3986583989" sldId="2147483664"/>
          </pc:sldLayoutMkLst>
        </pc:sldLayoutChg>
        <pc:sldLayoutChg chg="addSp delSp modSp add mod ord modTransition">
          <pc:chgData name="César Díaz" userId="ed34fad7-0c20-4e51-b35e-19bd778b9593" providerId="ADAL" clId="{6AA14F88-E02C-4444-8F5B-F91059C2D162}" dt="2023-08-05T09:39:40.309" v="255"/>
          <pc:sldLayoutMkLst>
            <pc:docMk/>
            <pc:sldMasterMk cId="2491898207" sldId="2147483660"/>
            <pc:sldLayoutMk cId="1993959781" sldId="2147483665"/>
          </pc:sldLayoutMkLst>
          <pc:spChg chg="add del mod">
            <ac:chgData name="César Díaz" userId="ed34fad7-0c20-4e51-b35e-19bd778b9593" providerId="ADAL" clId="{6AA14F88-E02C-4444-8F5B-F91059C2D162}" dt="2023-08-05T09:39:11.595" v="243" actId="478"/>
            <ac:spMkLst>
              <pc:docMk/>
              <pc:sldMasterMk cId="2491898207" sldId="2147483660"/>
              <pc:sldLayoutMk cId="1993959781" sldId="2147483665"/>
              <ac:spMk id="2" creationId="{35BA3E18-D985-4059-32CF-2403DEA9DAFB}"/>
            </ac:spMkLst>
          </pc:spChg>
          <pc:spChg chg="mod">
            <ac:chgData name="César Díaz" userId="ed34fad7-0c20-4e51-b35e-19bd778b9593" providerId="ADAL" clId="{6AA14F88-E02C-4444-8F5B-F91059C2D162}" dt="2023-08-05T09:39:40.309" v="255"/>
            <ac:spMkLst>
              <pc:docMk/>
              <pc:sldMasterMk cId="2491898207" sldId="2147483660"/>
              <pc:sldLayoutMk cId="1993959781" sldId="2147483665"/>
              <ac:spMk id="10" creationId="{00000000-0000-0000-0000-000000000000}"/>
            </ac:spMkLst>
          </pc:spChg>
          <pc:spChg chg="mod">
            <ac:chgData name="César Díaz" userId="ed34fad7-0c20-4e51-b35e-19bd778b9593" providerId="ADAL" clId="{6AA14F88-E02C-4444-8F5B-F91059C2D162}" dt="2023-08-05T09:29:51.252" v="238" actId="207"/>
            <ac:spMkLst>
              <pc:docMk/>
              <pc:sldMasterMk cId="2491898207" sldId="2147483660"/>
              <pc:sldLayoutMk cId="1993959781" sldId="2147483665"/>
              <ac:spMk id="45" creationId="{A669CD1B-0E03-ABA9-763C-5D948F0B8EB8}"/>
            </ac:spMkLst>
          </pc:spChg>
          <pc:spChg chg="del mod">
            <ac:chgData name="César Díaz" userId="ed34fad7-0c20-4e51-b35e-19bd778b9593" providerId="ADAL" clId="{6AA14F88-E02C-4444-8F5B-F91059C2D162}" dt="2023-08-05T09:05:21.463" v="202" actId="478"/>
            <ac:spMkLst>
              <pc:docMk/>
              <pc:sldMasterMk cId="2491898207" sldId="2147483660"/>
              <pc:sldLayoutMk cId="1993959781" sldId="2147483665"/>
              <ac:spMk id="46" creationId="{A7A49B42-AACC-50B4-5169-545FD38EF97B}"/>
            </ac:spMkLst>
          </pc:spChg>
          <pc:spChg chg="mod">
            <ac:chgData name="César Díaz" userId="ed34fad7-0c20-4e51-b35e-19bd778b9593" providerId="ADAL" clId="{6AA14F88-E02C-4444-8F5B-F91059C2D162}" dt="2023-08-05T09:26:25.934" v="212" actId="14100"/>
            <ac:spMkLst>
              <pc:docMk/>
              <pc:sldMasterMk cId="2491898207" sldId="2147483660"/>
              <pc:sldLayoutMk cId="1993959781" sldId="2147483665"/>
              <ac:spMk id="47" creationId="{024370F0-34C6-0E0F-CB33-03242E12CDC9}"/>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48" creationId="{69D70CA9-6E37-6D42-5FB7-082BDD4D2EB8}"/>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49" creationId="{16C714F7-4D1F-30F6-E01E-D1584A21F7E9}"/>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0" creationId="{FBABC6A1-BDEE-C126-FE63-3E26C8FDB2AA}"/>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1" creationId="{4CBC9838-6FED-0DAE-51FA-884081CB6EDF}"/>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2" creationId="{8873EAA1-D211-0415-3BC5-86045F127F3B}"/>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3" creationId="{2AA0CDC5-FFFA-1CF4-78CA-A36553387595}"/>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4" creationId="{7BF320BB-3E12-2A4F-9337-3C1D924A7553}"/>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5" creationId="{4823E324-6B33-8391-7441-5ED3CD47BD47}"/>
            </ac:spMkLst>
          </pc:spChg>
          <pc:picChg chg="add mod">
            <ac:chgData name="César Díaz" userId="ed34fad7-0c20-4e51-b35e-19bd778b9593" providerId="ADAL" clId="{6AA14F88-E02C-4444-8F5B-F91059C2D162}" dt="2023-08-05T09:39:28.203" v="248" actId="1076"/>
            <ac:picMkLst>
              <pc:docMk/>
              <pc:sldMasterMk cId="2491898207" sldId="2147483660"/>
              <pc:sldLayoutMk cId="1993959781" sldId="2147483665"/>
              <ac:picMk id="4" creationId="{EC37FD03-A8F4-6CC0-494F-F7761EB371DE}"/>
            </ac:picMkLst>
          </pc:picChg>
        </pc:sldLayoutChg>
      </pc:sldMasterChg>
    </pc:docChg>
  </pc:docChgLst>
  <pc:docChgLst>
    <pc:chgData name="Jorge Alejandro Bravo Pizarro" userId="866f4d59-4e3d-4420-8a8b-3d6ddbb5c639" providerId="ADAL" clId="{18733C38-696A-444E-B44E-85FE29DB4EC1}"/>
    <pc:docChg chg="custSel addSld delSld modSld sldOrd">
      <pc:chgData name="Jorge Alejandro Bravo Pizarro" userId="866f4d59-4e3d-4420-8a8b-3d6ddbb5c639" providerId="ADAL" clId="{18733C38-696A-444E-B44E-85FE29DB4EC1}" dt="2024-06-05T17:01:11.273" v="514"/>
      <pc:docMkLst>
        <pc:docMk/>
      </pc:docMkLst>
      <pc:sldChg chg="modSp mod">
        <pc:chgData name="Jorge Alejandro Bravo Pizarro" userId="866f4d59-4e3d-4420-8a8b-3d6ddbb5c639" providerId="ADAL" clId="{18733C38-696A-444E-B44E-85FE29DB4EC1}" dt="2024-06-05T16:46:22.588" v="97"/>
        <pc:sldMkLst>
          <pc:docMk/>
          <pc:sldMk cId="1136515697" sldId="2076137702"/>
        </pc:sldMkLst>
        <pc:spChg chg="mod">
          <ac:chgData name="Jorge Alejandro Bravo Pizarro" userId="866f4d59-4e3d-4420-8a8b-3d6ddbb5c639" providerId="ADAL" clId="{18733C38-696A-444E-B44E-85FE29DB4EC1}" dt="2024-06-05T16:46:22.588" v="97"/>
          <ac:spMkLst>
            <pc:docMk/>
            <pc:sldMk cId="1136515697" sldId="2076137702"/>
            <ac:spMk id="3" creationId="{2A7BF873-53DC-D508-8E6A-31A26DB43DA6}"/>
          </ac:spMkLst>
        </pc:spChg>
      </pc:sldChg>
      <pc:sldChg chg="modSp mod">
        <pc:chgData name="Jorge Alejandro Bravo Pizarro" userId="866f4d59-4e3d-4420-8a8b-3d6ddbb5c639" providerId="ADAL" clId="{18733C38-696A-444E-B44E-85FE29DB4EC1}" dt="2024-06-05T16:45:16.347" v="28" actId="20577"/>
        <pc:sldMkLst>
          <pc:docMk/>
          <pc:sldMk cId="868812523" sldId="2076137703"/>
        </pc:sldMkLst>
        <pc:spChg chg="mod">
          <ac:chgData name="Jorge Alejandro Bravo Pizarro" userId="866f4d59-4e3d-4420-8a8b-3d6ddbb5c639" providerId="ADAL" clId="{18733C38-696A-444E-B44E-85FE29DB4EC1}" dt="2024-06-05T16:45:16.347" v="28" actId="20577"/>
          <ac:spMkLst>
            <pc:docMk/>
            <pc:sldMk cId="868812523" sldId="2076137703"/>
            <ac:spMk id="2" creationId="{A3C1683D-3F2C-514D-52C2-E5502AEA6BCB}"/>
          </ac:spMkLst>
        </pc:spChg>
      </pc:sldChg>
      <pc:sldChg chg="addSp delSp modSp mod">
        <pc:chgData name="Jorge Alejandro Bravo Pizarro" userId="866f4d59-4e3d-4420-8a8b-3d6ddbb5c639" providerId="ADAL" clId="{18733C38-696A-444E-B44E-85FE29DB4EC1}" dt="2024-06-05T16:47:47.246" v="114" actId="478"/>
        <pc:sldMkLst>
          <pc:docMk/>
          <pc:sldMk cId="1943926825" sldId="2076137704"/>
        </pc:sldMkLst>
        <pc:spChg chg="del">
          <ac:chgData name="Jorge Alejandro Bravo Pizarro" userId="866f4d59-4e3d-4420-8a8b-3d6ddbb5c639" providerId="ADAL" clId="{18733C38-696A-444E-B44E-85FE29DB4EC1}" dt="2024-06-05T16:47:44.629" v="112" actId="478"/>
          <ac:spMkLst>
            <pc:docMk/>
            <pc:sldMk cId="1943926825" sldId="2076137704"/>
            <ac:spMk id="2" creationId="{65692239-D7A4-8289-9A70-5DE5384D5E01}"/>
          </ac:spMkLst>
        </pc:spChg>
        <pc:spChg chg="add del mod">
          <ac:chgData name="Jorge Alejandro Bravo Pizarro" userId="866f4d59-4e3d-4420-8a8b-3d6ddbb5c639" providerId="ADAL" clId="{18733C38-696A-444E-B44E-85FE29DB4EC1}" dt="2024-06-05T16:47:47.246" v="114" actId="478"/>
          <ac:spMkLst>
            <pc:docMk/>
            <pc:sldMk cId="1943926825" sldId="2076137704"/>
            <ac:spMk id="5" creationId="{7FC3874D-D98C-19FD-FB59-9A5620FF0AF0}"/>
          </ac:spMkLst>
        </pc:spChg>
        <pc:picChg chg="add mod">
          <ac:chgData name="Jorge Alejandro Bravo Pizarro" userId="866f4d59-4e3d-4420-8a8b-3d6ddbb5c639" providerId="ADAL" clId="{18733C38-696A-444E-B44E-85FE29DB4EC1}" dt="2024-06-05T16:47:45.014" v="113"/>
          <ac:picMkLst>
            <pc:docMk/>
            <pc:sldMk cId="1943926825" sldId="2076137704"/>
            <ac:picMk id="6" creationId="{3022908C-4E78-F78E-810B-E7FAA1A0C116}"/>
          </ac:picMkLst>
        </pc:picChg>
      </pc:sldChg>
      <pc:sldChg chg="modSp mod modCm">
        <pc:chgData name="Jorge Alejandro Bravo Pizarro" userId="866f4d59-4e3d-4420-8a8b-3d6ddbb5c639" providerId="ADAL" clId="{18733C38-696A-444E-B44E-85FE29DB4EC1}" dt="2024-06-05T16:43:47.422" v="15" actId="20577"/>
        <pc:sldMkLst>
          <pc:docMk/>
          <pc:sldMk cId="3167001994" sldId="2076137705"/>
        </pc:sldMkLst>
        <pc:spChg chg="mod">
          <ac:chgData name="Jorge Alejandro Bravo Pizarro" userId="866f4d59-4e3d-4420-8a8b-3d6ddbb5c639" providerId="ADAL" clId="{18733C38-696A-444E-B44E-85FE29DB4EC1}" dt="2024-06-05T16:43:47.422" v="15"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18733C38-696A-444E-B44E-85FE29DB4EC1}" dt="2024-06-05T16:43:47.422" v="15" actId="20577"/>
              <pc2:cmMkLst xmlns:pc2="http://schemas.microsoft.com/office/powerpoint/2019/9/main/command">
                <pc:docMk/>
                <pc:sldMk cId="3167001994" sldId="2076137705"/>
                <pc2:cmMk id="{6ACC9BD5-3395-4EED-95E2-0F111C252A4D}"/>
              </pc2:cmMkLst>
            </pc226:cmChg>
          </p:ext>
        </pc:extLst>
      </pc:sldChg>
      <pc:sldChg chg="modSp mod">
        <pc:chgData name="Jorge Alejandro Bravo Pizarro" userId="866f4d59-4e3d-4420-8a8b-3d6ddbb5c639" providerId="ADAL" clId="{18733C38-696A-444E-B44E-85FE29DB4EC1}" dt="2024-06-05T16:59:58.971" v="503" actId="20577"/>
        <pc:sldMkLst>
          <pc:docMk/>
          <pc:sldMk cId="2328334949" sldId="2076137706"/>
        </pc:sldMkLst>
        <pc:spChg chg="mod">
          <ac:chgData name="Jorge Alejandro Bravo Pizarro" userId="866f4d59-4e3d-4420-8a8b-3d6ddbb5c639" providerId="ADAL" clId="{18733C38-696A-444E-B44E-85FE29DB4EC1}" dt="2024-06-05T16:59:58.971" v="503" actId="20577"/>
          <ac:spMkLst>
            <pc:docMk/>
            <pc:sldMk cId="2328334949" sldId="2076137706"/>
            <ac:spMk id="3" creationId="{E13EDA60-EA13-DE58-247C-0BA1927DF33E}"/>
          </ac:spMkLst>
        </pc:spChg>
      </pc:sldChg>
      <pc:sldChg chg="modSp mod">
        <pc:chgData name="Jorge Alejandro Bravo Pizarro" userId="866f4d59-4e3d-4420-8a8b-3d6ddbb5c639" providerId="ADAL" clId="{18733C38-696A-444E-B44E-85FE29DB4EC1}" dt="2024-06-05T16:46:43.607" v="110" actId="20577"/>
        <pc:sldMkLst>
          <pc:docMk/>
          <pc:sldMk cId="3736436638" sldId="2076137707"/>
        </pc:sldMkLst>
        <pc:spChg chg="mod">
          <ac:chgData name="Jorge Alejandro Bravo Pizarro" userId="866f4d59-4e3d-4420-8a8b-3d6ddbb5c639" providerId="ADAL" clId="{18733C38-696A-444E-B44E-85FE29DB4EC1}" dt="2024-06-05T16:46:43.607" v="110" actId="20577"/>
          <ac:spMkLst>
            <pc:docMk/>
            <pc:sldMk cId="3736436638" sldId="2076137707"/>
            <ac:spMk id="2" creationId="{A3C1683D-3F2C-514D-52C2-E5502AEA6BCB}"/>
          </ac:spMkLst>
        </pc:spChg>
      </pc:sldChg>
      <pc:sldChg chg="modSp mod">
        <pc:chgData name="Jorge Alejandro Bravo Pizarro" userId="866f4d59-4e3d-4420-8a8b-3d6ddbb5c639" providerId="ADAL" clId="{18733C38-696A-444E-B44E-85FE29DB4EC1}" dt="2024-06-05T16:47:34.611" v="111"/>
        <pc:sldMkLst>
          <pc:docMk/>
          <pc:sldMk cId="829328944" sldId="2076137708"/>
        </pc:sldMkLst>
        <pc:spChg chg="mod">
          <ac:chgData name="Jorge Alejandro Bravo Pizarro" userId="866f4d59-4e3d-4420-8a8b-3d6ddbb5c639" providerId="ADAL" clId="{18733C38-696A-444E-B44E-85FE29DB4EC1}" dt="2024-06-05T16:47:34.611" v="111"/>
          <ac:spMkLst>
            <pc:docMk/>
            <pc:sldMk cId="829328944" sldId="2076137708"/>
            <ac:spMk id="3" creationId="{41EA7C5A-B8A2-74CE-3F3C-D46254F8EDEF}"/>
          </ac:spMkLst>
        </pc:spChg>
      </pc:sldChg>
      <pc:sldChg chg="modSp mod">
        <pc:chgData name="Jorge Alejandro Bravo Pizarro" userId="866f4d59-4e3d-4420-8a8b-3d6ddbb5c639" providerId="ADAL" clId="{18733C38-696A-444E-B44E-85FE29DB4EC1}" dt="2024-06-05T16:48:53.507" v="145" actId="1076"/>
        <pc:sldMkLst>
          <pc:docMk/>
          <pc:sldMk cId="694389719" sldId="2076137709"/>
        </pc:sldMkLst>
        <pc:spChg chg="mod">
          <ac:chgData name="Jorge Alejandro Bravo Pizarro" userId="866f4d59-4e3d-4420-8a8b-3d6ddbb5c639" providerId="ADAL" clId="{18733C38-696A-444E-B44E-85FE29DB4EC1}" dt="2024-06-05T16:48:53.507" v="145" actId="1076"/>
          <ac:spMkLst>
            <pc:docMk/>
            <pc:sldMk cId="694389719" sldId="2076137709"/>
            <ac:spMk id="4" creationId="{9823DD53-074A-AD44-7078-7DFF5F00BB41}"/>
          </ac:spMkLst>
        </pc:spChg>
      </pc:sldChg>
      <pc:sldChg chg="modSp mod ord">
        <pc:chgData name="Jorge Alejandro Bravo Pizarro" userId="866f4d59-4e3d-4420-8a8b-3d6ddbb5c639" providerId="ADAL" clId="{18733C38-696A-444E-B44E-85FE29DB4EC1}" dt="2024-06-05T16:51:08.357" v="184" actId="123"/>
        <pc:sldMkLst>
          <pc:docMk/>
          <pc:sldMk cId="3734186721" sldId="2076137710"/>
        </pc:sldMkLst>
        <pc:spChg chg="mod">
          <ac:chgData name="Jorge Alejandro Bravo Pizarro" userId="866f4d59-4e3d-4420-8a8b-3d6ddbb5c639" providerId="ADAL" clId="{18733C38-696A-444E-B44E-85FE29DB4EC1}" dt="2024-06-05T16:51:08.357" v="184" actId="123"/>
          <ac:spMkLst>
            <pc:docMk/>
            <pc:sldMk cId="3734186721" sldId="2076137710"/>
            <ac:spMk id="3" creationId="{6FB5D704-7EC5-2FD6-69CA-90F1F6A87857}"/>
          </ac:spMkLst>
        </pc:spChg>
      </pc:sldChg>
      <pc:sldChg chg="del">
        <pc:chgData name="Jorge Alejandro Bravo Pizarro" userId="866f4d59-4e3d-4420-8a8b-3d6ddbb5c639" providerId="ADAL" clId="{18733C38-696A-444E-B44E-85FE29DB4EC1}" dt="2024-06-05T16:49:54.629" v="166" actId="2696"/>
        <pc:sldMkLst>
          <pc:docMk/>
          <pc:sldMk cId="571905608" sldId="2076137711"/>
        </pc:sldMkLst>
      </pc:sldChg>
      <pc:sldChg chg="del">
        <pc:chgData name="Jorge Alejandro Bravo Pizarro" userId="866f4d59-4e3d-4420-8a8b-3d6ddbb5c639" providerId="ADAL" clId="{18733C38-696A-444E-B44E-85FE29DB4EC1}" dt="2024-06-05T16:48:56.396" v="146" actId="2696"/>
        <pc:sldMkLst>
          <pc:docMk/>
          <pc:sldMk cId="536104298" sldId="2076137713"/>
        </pc:sldMkLst>
      </pc:sldChg>
      <pc:sldChg chg="del">
        <pc:chgData name="Jorge Alejandro Bravo Pizarro" userId="866f4d59-4e3d-4420-8a8b-3d6ddbb5c639" providerId="ADAL" clId="{18733C38-696A-444E-B44E-85FE29DB4EC1}" dt="2024-06-05T16:47:51.613" v="115" actId="2696"/>
        <pc:sldMkLst>
          <pc:docMk/>
          <pc:sldMk cId="2456185182" sldId="2076137716"/>
        </pc:sldMkLst>
      </pc:sldChg>
      <pc:sldChg chg="modSp mod">
        <pc:chgData name="Jorge Alejandro Bravo Pizarro" userId="866f4d59-4e3d-4420-8a8b-3d6ddbb5c639" providerId="ADAL" clId="{18733C38-696A-444E-B44E-85FE29DB4EC1}" dt="2024-06-05T16:45:08.063" v="17" actId="20577"/>
        <pc:sldMkLst>
          <pc:docMk/>
          <pc:sldMk cId="2546042947" sldId="2076137717"/>
        </pc:sldMkLst>
        <pc:spChg chg="mod">
          <ac:chgData name="Jorge Alejandro Bravo Pizarro" userId="866f4d59-4e3d-4420-8a8b-3d6ddbb5c639" providerId="ADAL" clId="{18733C38-696A-444E-B44E-85FE29DB4EC1}" dt="2024-06-05T16:45:08.063" v="17" actId="20577"/>
          <ac:spMkLst>
            <pc:docMk/>
            <pc:sldMk cId="2546042947" sldId="2076137717"/>
            <ac:spMk id="3" creationId="{E13EDA60-EA13-DE58-247C-0BA1927DF33E}"/>
          </ac:spMkLst>
        </pc:spChg>
      </pc:sldChg>
      <pc:sldChg chg="del">
        <pc:chgData name="Jorge Alejandro Bravo Pizarro" userId="866f4d59-4e3d-4420-8a8b-3d6ddbb5c639" providerId="ADAL" clId="{18733C38-696A-444E-B44E-85FE29DB4EC1}" dt="2024-06-05T16:49:57.283" v="167" actId="2696"/>
        <pc:sldMkLst>
          <pc:docMk/>
          <pc:sldMk cId="3564780999" sldId="2076137719"/>
        </pc:sldMkLst>
      </pc:sldChg>
      <pc:sldChg chg="modSp mod">
        <pc:chgData name="Jorge Alejandro Bravo Pizarro" userId="866f4d59-4e3d-4420-8a8b-3d6ddbb5c639" providerId="ADAL" clId="{18733C38-696A-444E-B44E-85FE29DB4EC1}" dt="2024-06-05T16:48:21.515" v="132" actId="20577"/>
        <pc:sldMkLst>
          <pc:docMk/>
          <pc:sldMk cId="907486124" sldId="2076137720"/>
        </pc:sldMkLst>
        <pc:spChg chg="mod">
          <ac:chgData name="Jorge Alejandro Bravo Pizarro" userId="866f4d59-4e3d-4420-8a8b-3d6ddbb5c639" providerId="ADAL" clId="{18733C38-696A-444E-B44E-85FE29DB4EC1}" dt="2024-06-05T16:48:21.515" v="132" actId="20577"/>
          <ac:spMkLst>
            <pc:docMk/>
            <pc:sldMk cId="907486124" sldId="2076137720"/>
            <ac:spMk id="2" creationId="{A3C1683D-3F2C-514D-52C2-E5502AEA6BCB}"/>
          </ac:spMkLst>
        </pc:spChg>
      </pc:sldChg>
      <pc:sldChg chg="modSp mod">
        <pc:chgData name="Jorge Alejandro Bravo Pizarro" userId="866f4d59-4e3d-4420-8a8b-3d6ddbb5c639" providerId="ADAL" clId="{18733C38-696A-444E-B44E-85FE29DB4EC1}" dt="2024-06-05T16:49:28.421" v="155" actId="20577"/>
        <pc:sldMkLst>
          <pc:docMk/>
          <pc:sldMk cId="624138457" sldId="2076137721"/>
        </pc:sldMkLst>
        <pc:spChg chg="mod">
          <ac:chgData name="Jorge Alejandro Bravo Pizarro" userId="866f4d59-4e3d-4420-8a8b-3d6ddbb5c639" providerId="ADAL" clId="{18733C38-696A-444E-B44E-85FE29DB4EC1}" dt="2024-06-05T16:49:28.421" v="155" actId="20577"/>
          <ac:spMkLst>
            <pc:docMk/>
            <pc:sldMk cId="624138457" sldId="2076137721"/>
            <ac:spMk id="2" creationId="{A3C1683D-3F2C-514D-52C2-E5502AEA6BCB}"/>
          </ac:spMkLst>
        </pc:spChg>
      </pc:sldChg>
      <pc:sldChg chg="addSp delSp modSp add mod">
        <pc:chgData name="Jorge Alejandro Bravo Pizarro" userId="866f4d59-4e3d-4420-8a8b-3d6ddbb5c639" providerId="ADAL" clId="{18733C38-696A-444E-B44E-85FE29DB4EC1}" dt="2024-06-05T16:46:38.210" v="100"/>
        <pc:sldMkLst>
          <pc:docMk/>
          <pc:sldMk cId="90832063" sldId="2076137722"/>
        </pc:sldMkLst>
        <pc:spChg chg="del">
          <ac:chgData name="Jorge Alejandro Bravo Pizarro" userId="866f4d59-4e3d-4420-8a8b-3d6ddbb5c639" providerId="ADAL" clId="{18733C38-696A-444E-B44E-85FE29DB4EC1}" dt="2024-06-05T16:46:32.647" v="99" actId="478"/>
          <ac:spMkLst>
            <pc:docMk/>
            <pc:sldMk cId="90832063" sldId="2076137722"/>
            <ac:spMk id="3" creationId="{2A7BF873-53DC-D508-8E6A-31A26DB43DA6}"/>
          </ac:spMkLst>
        </pc:spChg>
        <pc:picChg chg="add mod">
          <ac:chgData name="Jorge Alejandro Bravo Pizarro" userId="866f4d59-4e3d-4420-8a8b-3d6ddbb5c639" providerId="ADAL" clId="{18733C38-696A-444E-B44E-85FE29DB4EC1}" dt="2024-06-05T16:46:38.210" v="100"/>
          <ac:picMkLst>
            <pc:docMk/>
            <pc:sldMk cId="90832063" sldId="2076137722"/>
            <ac:picMk id="2" creationId="{920F7879-CA0B-B3AD-80F2-048DCFB8EA3E}"/>
          </ac:picMkLst>
        </pc:picChg>
      </pc:sldChg>
      <pc:sldChg chg="modSp add mod ord">
        <pc:chgData name="Jorge Alejandro Bravo Pizarro" userId="866f4d59-4e3d-4420-8a8b-3d6ddbb5c639" providerId="ADAL" clId="{18733C38-696A-444E-B44E-85FE29DB4EC1}" dt="2024-06-05T16:50:48.667" v="181" actId="20577"/>
        <pc:sldMkLst>
          <pc:docMk/>
          <pc:sldMk cId="171509743" sldId="2076137723"/>
        </pc:sldMkLst>
        <pc:spChg chg="mod">
          <ac:chgData name="Jorge Alejandro Bravo Pizarro" userId="866f4d59-4e3d-4420-8a8b-3d6ddbb5c639" providerId="ADAL" clId="{18733C38-696A-444E-B44E-85FE29DB4EC1}" dt="2024-06-05T16:50:48.667" v="181" actId="20577"/>
          <ac:spMkLst>
            <pc:docMk/>
            <pc:sldMk cId="171509743" sldId="2076137723"/>
            <ac:spMk id="2" creationId="{A3C1683D-3F2C-514D-52C2-E5502AEA6BCB}"/>
          </ac:spMkLst>
        </pc:spChg>
      </pc:sldChg>
      <pc:sldChg chg="modSp add mod">
        <pc:chgData name="Jorge Alejandro Bravo Pizarro" userId="866f4d59-4e3d-4420-8a8b-3d6ddbb5c639" providerId="ADAL" clId="{18733C38-696A-444E-B44E-85FE29DB4EC1}" dt="2024-06-05T16:51:13.459" v="185" actId="123"/>
        <pc:sldMkLst>
          <pc:docMk/>
          <pc:sldMk cId="2934230649" sldId="2076137724"/>
        </pc:sldMkLst>
        <pc:spChg chg="mod">
          <ac:chgData name="Jorge Alejandro Bravo Pizarro" userId="866f4d59-4e3d-4420-8a8b-3d6ddbb5c639" providerId="ADAL" clId="{18733C38-696A-444E-B44E-85FE29DB4EC1}" dt="2024-06-05T16:51:13.459" v="185" actId="123"/>
          <ac:spMkLst>
            <pc:docMk/>
            <pc:sldMk cId="2934230649" sldId="2076137724"/>
            <ac:spMk id="3" creationId="{6FB5D704-7EC5-2FD6-69CA-90F1F6A87857}"/>
          </ac:spMkLst>
        </pc:spChg>
      </pc:sldChg>
      <pc:sldChg chg="modSp add mod">
        <pc:chgData name="Jorge Alejandro Bravo Pizarro" userId="866f4d59-4e3d-4420-8a8b-3d6ddbb5c639" providerId="ADAL" clId="{18733C38-696A-444E-B44E-85FE29DB4EC1}" dt="2024-06-05T16:52:02.386" v="220" actId="20577"/>
        <pc:sldMkLst>
          <pc:docMk/>
          <pc:sldMk cId="4159575702" sldId="2076137725"/>
        </pc:sldMkLst>
        <pc:spChg chg="mod">
          <ac:chgData name="Jorge Alejandro Bravo Pizarro" userId="866f4d59-4e3d-4420-8a8b-3d6ddbb5c639" providerId="ADAL" clId="{18733C38-696A-444E-B44E-85FE29DB4EC1}" dt="2024-06-05T16:52:02.386" v="220" actId="20577"/>
          <ac:spMkLst>
            <pc:docMk/>
            <pc:sldMk cId="4159575702" sldId="2076137725"/>
            <ac:spMk id="2" creationId="{A3C1683D-3F2C-514D-52C2-E5502AEA6BCB}"/>
          </ac:spMkLst>
        </pc:spChg>
      </pc:sldChg>
      <pc:sldChg chg="modSp add mod replId">
        <pc:chgData name="Jorge Alejandro Bravo Pizarro" userId="866f4d59-4e3d-4420-8a8b-3d6ddbb5c639" providerId="ADAL" clId="{18733C38-696A-444E-B44E-85FE29DB4EC1}" dt="2024-06-05T16:52:20.686" v="239" actId="255"/>
        <pc:sldMkLst>
          <pc:docMk/>
          <pc:sldMk cId="3148556531" sldId="2076137726"/>
        </pc:sldMkLst>
        <pc:spChg chg="mod">
          <ac:chgData name="Jorge Alejandro Bravo Pizarro" userId="866f4d59-4e3d-4420-8a8b-3d6ddbb5c639" providerId="ADAL" clId="{18733C38-696A-444E-B44E-85FE29DB4EC1}" dt="2024-06-05T16:52:20.686" v="239" actId="255"/>
          <ac:spMkLst>
            <pc:docMk/>
            <pc:sldMk cId="3148556531" sldId="2076137726"/>
            <ac:spMk id="3" creationId="{6FB5D704-7EC5-2FD6-69CA-90F1F6A87857}"/>
          </ac:spMkLst>
        </pc:spChg>
      </pc:sldChg>
      <pc:sldChg chg="modSp add mod">
        <pc:chgData name="Jorge Alejandro Bravo Pizarro" userId="866f4d59-4e3d-4420-8a8b-3d6ddbb5c639" providerId="ADAL" clId="{18733C38-696A-444E-B44E-85FE29DB4EC1}" dt="2024-06-05T16:52:55.705" v="247" actId="20577"/>
        <pc:sldMkLst>
          <pc:docMk/>
          <pc:sldMk cId="19153283" sldId="2076137727"/>
        </pc:sldMkLst>
        <pc:spChg chg="mod">
          <ac:chgData name="Jorge Alejandro Bravo Pizarro" userId="866f4d59-4e3d-4420-8a8b-3d6ddbb5c639" providerId="ADAL" clId="{18733C38-696A-444E-B44E-85FE29DB4EC1}" dt="2024-06-05T16:52:55.705" v="247" actId="20577"/>
          <ac:spMkLst>
            <pc:docMk/>
            <pc:sldMk cId="19153283" sldId="2076137727"/>
            <ac:spMk id="2" creationId="{A3C1683D-3F2C-514D-52C2-E5502AEA6BCB}"/>
          </ac:spMkLst>
        </pc:spChg>
      </pc:sldChg>
      <pc:sldChg chg="modSp add mod replId">
        <pc:chgData name="Jorge Alejandro Bravo Pizarro" userId="866f4d59-4e3d-4420-8a8b-3d6ddbb5c639" providerId="ADAL" clId="{18733C38-696A-444E-B44E-85FE29DB4EC1}" dt="2024-06-05T16:53:08.200" v="257"/>
        <pc:sldMkLst>
          <pc:docMk/>
          <pc:sldMk cId="3933970676" sldId="2076137728"/>
        </pc:sldMkLst>
        <pc:spChg chg="mod">
          <ac:chgData name="Jorge Alejandro Bravo Pizarro" userId="866f4d59-4e3d-4420-8a8b-3d6ddbb5c639" providerId="ADAL" clId="{18733C38-696A-444E-B44E-85FE29DB4EC1}" dt="2024-06-05T16:53:08.200" v="257"/>
          <ac:spMkLst>
            <pc:docMk/>
            <pc:sldMk cId="3933970676" sldId="2076137728"/>
            <ac:spMk id="3" creationId="{6FB5D704-7EC5-2FD6-69CA-90F1F6A87857}"/>
          </ac:spMkLst>
        </pc:spChg>
      </pc:sldChg>
      <pc:sldChg chg="modSp add mod">
        <pc:chgData name="Jorge Alejandro Bravo Pizarro" userId="866f4d59-4e3d-4420-8a8b-3d6ddbb5c639" providerId="ADAL" clId="{18733C38-696A-444E-B44E-85FE29DB4EC1}" dt="2024-06-05T16:54:26.249" v="277" actId="20577"/>
        <pc:sldMkLst>
          <pc:docMk/>
          <pc:sldMk cId="4056749126" sldId="2076137729"/>
        </pc:sldMkLst>
        <pc:spChg chg="mod">
          <ac:chgData name="Jorge Alejandro Bravo Pizarro" userId="866f4d59-4e3d-4420-8a8b-3d6ddbb5c639" providerId="ADAL" clId="{18733C38-696A-444E-B44E-85FE29DB4EC1}" dt="2024-06-05T16:54:26.249" v="277" actId="20577"/>
          <ac:spMkLst>
            <pc:docMk/>
            <pc:sldMk cId="4056749126" sldId="2076137729"/>
            <ac:spMk id="2" creationId="{A3C1683D-3F2C-514D-52C2-E5502AEA6BCB}"/>
          </ac:spMkLst>
        </pc:spChg>
      </pc:sldChg>
      <pc:sldChg chg="modSp add mod replId">
        <pc:chgData name="Jorge Alejandro Bravo Pizarro" userId="866f4d59-4e3d-4420-8a8b-3d6ddbb5c639" providerId="ADAL" clId="{18733C38-696A-444E-B44E-85FE29DB4EC1}" dt="2024-06-05T16:55:00.626" v="290"/>
        <pc:sldMkLst>
          <pc:docMk/>
          <pc:sldMk cId="761523125" sldId="2076137730"/>
        </pc:sldMkLst>
        <pc:spChg chg="mod">
          <ac:chgData name="Jorge Alejandro Bravo Pizarro" userId="866f4d59-4e3d-4420-8a8b-3d6ddbb5c639" providerId="ADAL" clId="{18733C38-696A-444E-B44E-85FE29DB4EC1}" dt="2024-06-05T16:55:00.626" v="290"/>
          <ac:spMkLst>
            <pc:docMk/>
            <pc:sldMk cId="761523125" sldId="2076137730"/>
            <ac:spMk id="3" creationId="{6FB5D704-7EC5-2FD6-69CA-90F1F6A87857}"/>
          </ac:spMkLst>
        </pc:spChg>
      </pc:sldChg>
      <pc:sldChg chg="modSp add mod">
        <pc:chgData name="Jorge Alejandro Bravo Pizarro" userId="866f4d59-4e3d-4420-8a8b-3d6ddbb5c639" providerId="ADAL" clId="{18733C38-696A-444E-B44E-85FE29DB4EC1}" dt="2024-06-05T16:55:34.708" v="301" actId="20577"/>
        <pc:sldMkLst>
          <pc:docMk/>
          <pc:sldMk cId="3464282652" sldId="2076137731"/>
        </pc:sldMkLst>
        <pc:spChg chg="mod">
          <ac:chgData name="Jorge Alejandro Bravo Pizarro" userId="866f4d59-4e3d-4420-8a8b-3d6ddbb5c639" providerId="ADAL" clId="{18733C38-696A-444E-B44E-85FE29DB4EC1}" dt="2024-06-05T16:55:34.708" v="301" actId="20577"/>
          <ac:spMkLst>
            <pc:docMk/>
            <pc:sldMk cId="3464282652" sldId="2076137731"/>
            <ac:spMk id="2" creationId="{A3C1683D-3F2C-514D-52C2-E5502AEA6BCB}"/>
          </ac:spMkLst>
        </pc:spChg>
      </pc:sldChg>
      <pc:sldChg chg="modSp add mod replId">
        <pc:chgData name="Jorge Alejandro Bravo Pizarro" userId="866f4d59-4e3d-4420-8a8b-3d6ddbb5c639" providerId="ADAL" clId="{18733C38-696A-444E-B44E-85FE29DB4EC1}" dt="2024-06-05T16:56:00.408" v="323" actId="21"/>
        <pc:sldMkLst>
          <pc:docMk/>
          <pc:sldMk cId="2114007631" sldId="2076137732"/>
        </pc:sldMkLst>
        <pc:spChg chg="mod">
          <ac:chgData name="Jorge Alejandro Bravo Pizarro" userId="866f4d59-4e3d-4420-8a8b-3d6ddbb5c639" providerId="ADAL" clId="{18733C38-696A-444E-B44E-85FE29DB4EC1}" dt="2024-06-05T16:56:00.408" v="323" actId="21"/>
          <ac:spMkLst>
            <pc:docMk/>
            <pc:sldMk cId="2114007631" sldId="2076137732"/>
            <ac:spMk id="3" creationId="{6FB5D704-7EC5-2FD6-69CA-90F1F6A87857}"/>
          </ac:spMkLst>
        </pc:spChg>
      </pc:sldChg>
      <pc:sldChg chg="modSp add mod ord">
        <pc:chgData name="Jorge Alejandro Bravo Pizarro" userId="866f4d59-4e3d-4420-8a8b-3d6ddbb5c639" providerId="ADAL" clId="{18733C38-696A-444E-B44E-85FE29DB4EC1}" dt="2024-06-05T16:56:51.055" v="327" actId="20578"/>
        <pc:sldMkLst>
          <pc:docMk/>
          <pc:sldMk cId="4159052114" sldId="2076137733"/>
        </pc:sldMkLst>
        <pc:spChg chg="mod">
          <ac:chgData name="Jorge Alejandro Bravo Pizarro" userId="866f4d59-4e3d-4420-8a8b-3d6ddbb5c639" providerId="ADAL" clId="{18733C38-696A-444E-B44E-85FE29DB4EC1}" dt="2024-06-05T16:56:06.768" v="325"/>
          <ac:spMkLst>
            <pc:docMk/>
            <pc:sldMk cId="4159052114" sldId="2076137733"/>
            <ac:spMk id="3" creationId="{6FB5D704-7EC5-2FD6-69CA-90F1F6A87857}"/>
          </ac:spMkLst>
        </pc:spChg>
      </pc:sldChg>
      <pc:sldChg chg="modSp add mod">
        <pc:chgData name="Jorge Alejandro Bravo Pizarro" userId="866f4d59-4e3d-4420-8a8b-3d6ddbb5c639" providerId="ADAL" clId="{18733C38-696A-444E-B44E-85FE29DB4EC1}" dt="2024-06-05T16:56:56.479" v="343" actId="20577"/>
        <pc:sldMkLst>
          <pc:docMk/>
          <pc:sldMk cId="892840326" sldId="2076137734"/>
        </pc:sldMkLst>
        <pc:spChg chg="mod">
          <ac:chgData name="Jorge Alejandro Bravo Pizarro" userId="866f4d59-4e3d-4420-8a8b-3d6ddbb5c639" providerId="ADAL" clId="{18733C38-696A-444E-B44E-85FE29DB4EC1}" dt="2024-06-05T16:56:56.479" v="343" actId="20577"/>
          <ac:spMkLst>
            <pc:docMk/>
            <pc:sldMk cId="892840326" sldId="2076137734"/>
            <ac:spMk id="2" creationId="{A3C1683D-3F2C-514D-52C2-E5502AEA6BCB}"/>
          </ac:spMkLst>
        </pc:spChg>
      </pc:sldChg>
      <pc:sldChg chg="modSp add mod replId">
        <pc:chgData name="Jorge Alejandro Bravo Pizarro" userId="866f4d59-4e3d-4420-8a8b-3d6ddbb5c639" providerId="ADAL" clId="{18733C38-696A-444E-B44E-85FE29DB4EC1}" dt="2024-06-05T16:57:12.462" v="363"/>
        <pc:sldMkLst>
          <pc:docMk/>
          <pc:sldMk cId="387140934" sldId="2076137735"/>
        </pc:sldMkLst>
        <pc:spChg chg="mod">
          <ac:chgData name="Jorge Alejandro Bravo Pizarro" userId="866f4d59-4e3d-4420-8a8b-3d6ddbb5c639" providerId="ADAL" clId="{18733C38-696A-444E-B44E-85FE29DB4EC1}" dt="2024-06-05T16:57:12.462" v="363"/>
          <ac:spMkLst>
            <pc:docMk/>
            <pc:sldMk cId="387140934" sldId="2076137735"/>
            <ac:spMk id="3" creationId="{6FB5D704-7EC5-2FD6-69CA-90F1F6A87857}"/>
          </ac:spMkLst>
        </pc:spChg>
      </pc:sldChg>
      <pc:sldChg chg="modSp add mod">
        <pc:chgData name="Jorge Alejandro Bravo Pizarro" userId="866f4d59-4e3d-4420-8a8b-3d6ddbb5c639" providerId="ADAL" clId="{18733C38-696A-444E-B44E-85FE29DB4EC1}" dt="2024-06-05T16:58:38.181" v="447" actId="20577"/>
        <pc:sldMkLst>
          <pc:docMk/>
          <pc:sldMk cId="1210277540" sldId="2076137736"/>
        </pc:sldMkLst>
        <pc:spChg chg="mod">
          <ac:chgData name="Jorge Alejandro Bravo Pizarro" userId="866f4d59-4e3d-4420-8a8b-3d6ddbb5c639" providerId="ADAL" clId="{18733C38-696A-444E-B44E-85FE29DB4EC1}" dt="2024-06-05T16:58:38.181" v="447" actId="20577"/>
          <ac:spMkLst>
            <pc:docMk/>
            <pc:sldMk cId="1210277540" sldId="2076137736"/>
            <ac:spMk id="2" creationId="{A3C1683D-3F2C-514D-52C2-E5502AEA6BCB}"/>
          </ac:spMkLst>
        </pc:spChg>
      </pc:sldChg>
      <pc:sldChg chg="modSp add mod replId">
        <pc:chgData name="Jorge Alejandro Bravo Pizarro" userId="866f4d59-4e3d-4420-8a8b-3d6ddbb5c639" providerId="ADAL" clId="{18733C38-696A-444E-B44E-85FE29DB4EC1}" dt="2024-06-05T16:58:48.644" v="448"/>
        <pc:sldMkLst>
          <pc:docMk/>
          <pc:sldMk cId="2154980127" sldId="2076137737"/>
        </pc:sldMkLst>
        <pc:spChg chg="mod">
          <ac:chgData name="Jorge Alejandro Bravo Pizarro" userId="866f4d59-4e3d-4420-8a8b-3d6ddbb5c639" providerId="ADAL" clId="{18733C38-696A-444E-B44E-85FE29DB4EC1}" dt="2024-06-05T16:58:48.644" v="448"/>
          <ac:spMkLst>
            <pc:docMk/>
            <pc:sldMk cId="2154980127" sldId="2076137737"/>
            <ac:spMk id="3" creationId="{6FB5D704-7EC5-2FD6-69CA-90F1F6A87857}"/>
          </ac:spMkLst>
        </pc:spChg>
      </pc:sldChg>
      <pc:sldChg chg="modSp add mod">
        <pc:chgData name="Jorge Alejandro Bravo Pizarro" userId="866f4d59-4e3d-4420-8a8b-3d6ddbb5c639" providerId="ADAL" clId="{18733C38-696A-444E-B44E-85FE29DB4EC1}" dt="2024-06-05T16:59:39.918" v="475" actId="20577"/>
        <pc:sldMkLst>
          <pc:docMk/>
          <pc:sldMk cId="2626056937" sldId="2076137738"/>
        </pc:sldMkLst>
        <pc:spChg chg="mod">
          <ac:chgData name="Jorge Alejandro Bravo Pizarro" userId="866f4d59-4e3d-4420-8a8b-3d6ddbb5c639" providerId="ADAL" clId="{18733C38-696A-444E-B44E-85FE29DB4EC1}" dt="2024-06-05T16:59:39.918" v="475" actId="20577"/>
          <ac:spMkLst>
            <pc:docMk/>
            <pc:sldMk cId="2626056937" sldId="2076137738"/>
            <ac:spMk id="2" creationId="{A3C1683D-3F2C-514D-52C2-E5502AEA6BCB}"/>
          </ac:spMkLst>
        </pc:spChg>
      </pc:sldChg>
      <pc:sldChg chg="modSp add mod replId">
        <pc:chgData name="Jorge Alejandro Bravo Pizarro" userId="866f4d59-4e3d-4420-8a8b-3d6ddbb5c639" providerId="ADAL" clId="{18733C38-696A-444E-B44E-85FE29DB4EC1}" dt="2024-06-05T17:00:07.694" v="504"/>
        <pc:sldMkLst>
          <pc:docMk/>
          <pc:sldMk cId="1142121594" sldId="2076137739"/>
        </pc:sldMkLst>
        <pc:spChg chg="mod">
          <ac:chgData name="Jorge Alejandro Bravo Pizarro" userId="866f4d59-4e3d-4420-8a8b-3d6ddbb5c639" providerId="ADAL" clId="{18733C38-696A-444E-B44E-85FE29DB4EC1}" dt="2024-06-05T17:00:07.694" v="504"/>
          <ac:spMkLst>
            <pc:docMk/>
            <pc:sldMk cId="1142121594" sldId="2076137739"/>
            <ac:spMk id="3" creationId="{6FB5D704-7EC5-2FD6-69CA-90F1F6A87857}"/>
          </ac:spMkLst>
        </pc:spChg>
      </pc:sldChg>
      <pc:sldChg chg="modSp add mod">
        <pc:chgData name="Jorge Alejandro Bravo Pizarro" userId="866f4d59-4e3d-4420-8a8b-3d6ddbb5c639" providerId="ADAL" clId="{18733C38-696A-444E-B44E-85FE29DB4EC1}" dt="2024-06-05T17:00:14.438" v="510" actId="20577"/>
        <pc:sldMkLst>
          <pc:docMk/>
          <pc:sldMk cId="3686154955" sldId="2076137740"/>
        </pc:sldMkLst>
        <pc:spChg chg="mod">
          <ac:chgData name="Jorge Alejandro Bravo Pizarro" userId="866f4d59-4e3d-4420-8a8b-3d6ddbb5c639" providerId="ADAL" clId="{18733C38-696A-444E-B44E-85FE29DB4EC1}" dt="2024-06-05T17:00:14.438" v="510" actId="20577"/>
          <ac:spMkLst>
            <pc:docMk/>
            <pc:sldMk cId="3686154955" sldId="2076137740"/>
            <ac:spMk id="2" creationId="{A3C1683D-3F2C-514D-52C2-E5502AEA6BCB}"/>
          </ac:spMkLst>
        </pc:spChg>
      </pc:sldChg>
      <pc:sldChg chg="modSp add mod replId">
        <pc:chgData name="Jorge Alejandro Bravo Pizarro" userId="866f4d59-4e3d-4420-8a8b-3d6ddbb5c639" providerId="ADAL" clId="{18733C38-696A-444E-B44E-85FE29DB4EC1}" dt="2024-06-05T17:01:00.962" v="511"/>
        <pc:sldMkLst>
          <pc:docMk/>
          <pc:sldMk cId="1796939688" sldId="2076137741"/>
        </pc:sldMkLst>
        <pc:spChg chg="mod">
          <ac:chgData name="Jorge Alejandro Bravo Pizarro" userId="866f4d59-4e3d-4420-8a8b-3d6ddbb5c639" providerId="ADAL" clId="{18733C38-696A-444E-B44E-85FE29DB4EC1}" dt="2024-06-05T17:01:00.962" v="511"/>
          <ac:spMkLst>
            <pc:docMk/>
            <pc:sldMk cId="1796939688" sldId="2076137741"/>
            <ac:spMk id="3" creationId="{6FB5D704-7EC5-2FD6-69CA-90F1F6A87857}"/>
          </ac:spMkLst>
        </pc:spChg>
      </pc:sldChg>
      <pc:sldChg chg="addSp delSp modSp add mod">
        <pc:chgData name="Jorge Alejandro Bravo Pizarro" userId="866f4d59-4e3d-4420-8a8b-3d6ddbb5c639" providerId="ADAL" clId="{18733C38-696A-444E-B44E-85FE29DB4EC1}" dt="2024-06-05T17:01:11.273" v="514"/>
        <pc:sldMkLst>
          <pc:docMk/>
          <pc:sldMk cId="968882586" sldId="2076137742"/>
        </pc:sldMkLst>
        <pc:spChg chg="del">
          <ac:chgData name="Jorge Alejandro Bravo Pizarro" userId="866f4d59-4e3d-4420-8a8b-3d6ddbb5c639" providerId="ADAL" clId="{18733C38-696A-444E-B44E-85FE29DB4EC1}" dt="2024-06-05T17:01:10.876" v="513" actId="478"/>
          <ac:spMkLst>
            <pc:docMk/>
            <pc:sldMk cId="968882586" sldId="2076137742"/>
            <ac:spMk id="3" creationId="{6FB5D704-7EC5-2FD6-69CA-90F1F6A87857}"/>
          </ac:spMkLst>
        </pc:spChg>
        <pc:picChg chg="add mod">
          <ac:chgData name="Jorge Alejandro Bravo Pizarro" userId="866f4d59-4e3d-4420-8a8b-3d6ddbb5c639" providerId="ADAL" clId="{18733C38-696A-444E-B44E-85FE29DB4EC1}" dt="2024-06-05T17:01:11.273" v="514"/>
          <ac:picMkLst>
            <pc:docMk/>
            <pc:sldMk cId="968882586" sldId="2076137742"/>
            <ac:picMk id="4" creationId="{FA2760C4-9496-F2B8-AF2F-CA472185BB75}"/>
          </ac:picMkLst>
        </pc:picChg>
      </pc:sldChg>
    </pc:docChg>
  </pc:docChgLst>
  <pc:docChgLst>
    <pc:chgData name="Alejandra Bravo Garcia" userId="S::abravo@ciisa.cl::4cf5125d-f567-4a98-9bb5-4ea9ae908f01" providerId="AD" clId="Web-{6589F081-40D9-A7C8-9580-D96A0F1B5800}"/>
    <pc:docChg chg="addSld modSld">
      <pc:chgData name="Alejandra Bravo Garcia" userId="S::abravo@ciisa.cl::4cf5125d-f567-4a98-9bb5-4ea9ae908f01" providerId="AD" clId="Web-{6589F081-40D9-A7C8-9580-D96A0F1B5800}" dt="2024-03-14T09:41:50.543" v="3"/>
      <pc:docMkLst>
        <pc:docMk/>
      </pc:docMkLst>
      <pc:sldChg chg="addSp delSp modSp add mod replId modClrScheme chgLayout">
        <pc:chgData name="Alejandra Bravo Garcia" userId="S::abravo@ciisa.cl::4cf5125d-f567-4a98-9bb5-4ea9ae908f01" providerId="AD" clId="Web-{6589F081-40D9-A7C8-9580-D96A0F1B5800}" dt="2024-03-14T09:41:50.543" v="3"/>
        <pc:sldMkLst>
          <pc:docMk/>
          <pc:sldMk cId="2488761824" sldId="2076137719"/>
        </pc:sldMkLst>
        <pc:spChg chg="del">
          <ac:chgData name="Alejandra Bravo Garcia" userId="S::abravo@ciisa.cl::4cf5125d-f567-4a98-9bb5-4ea9ae908f01" providerId="AD" clId="Web-{6589F081-40D9-A7C8-9580-D96A0F1B5800}" dt="2024-03-14T09:41:25.433" v="1"/>
          <ac:spMkLst>
            <pc:docMk/>
            <pc:sldMk cId="2488761824" sldId="2076137719"/>
            <ac:spMk id="2" creationId="{7D6BBE6D-6364-2A96-9BD0-B43BAB212637}"/>
          </ac:spMkLst>
        </pc:spChg>
        <pc:spChg chg="add del mod">
          <ac:chgData name="Alejandra Bravo Garcia" userId="S::abravo@ciisa.cl::4cf5125d-f567-4a98-9bb5-4ea9ae908f01" providerId="AD" clId="Web-{6589F081-40D9-A7C8-9580-D96A0F1B5800}" dt="2024-03-14T09:41:50.543" v="3"/>
          <ac:spMkLst>
            <pc:docMk/>
            <pc:sldMk cId="2488761824" sldId="2076137719"/>
            <ac:spMk id="6" creationId="{BB8CCBD9-F387-90A3-9164-76CA2FEAA14E}"/>
          </ac:spMkLst>
        </pc:spChg>
      </pc:sldChg>
    </pc:docChg>
  </pc:docChgLst>
  <pc:docChgLst>
    <pc:chgData name="Jorge Alejandro Bravo Pizarro" userId="866f4d59-4e3d-4420-8a8b-3d6ddbb5c639" providerId="ADAL" clId="{8303F22A-E1DC-3042-99CA-00881C9156AC}"/>
    <pc:docChg chg="undo custSel addSld delSld modSld">
      <pc:chgData name="Jorge Alejandro Bravo Pizarro" userId="866f4d59-4e3d-4420-8a8b-3d6ddbb5c639" providerId="ADAL" clId="{8303F22A-E1DC-3042-99CA-00881C9156AC}" dt="2024-06-12T15:06:16.214" v="356" actId="2696"/>
      <pc:docMkLst>
        <pc:docMk/>
      </pc:docMkLst>
      <pc:sldChg chg="addSp delSp modSp mod">
        <pc:chgData name="Jorge Alejandro Bravo Pizarro" userId="866f4d59-4e3d-4420-8a8b-3d6ddbb5c639" providerId="ADAL" clId="{8303F22A-E1DC-3042-99CA-00881C9156AC}" dt="2024-06-12T14:57:23.321" v="266"/>
        <pc:sldMkLst>
          <pc:docMk/>
          <pc:sldMk cId="1136515697" sldId="2076137702"/>
        </pc:sldMkLst>
        <pc:spChg chg="add del mod">
          <ac:chgData name="Jorge Alejandro Bravo Pizarro" userId="866f4d59-4e3d-4420-8a8b-3d6ddbb5c639" providerId="ADAL" clId="{8303F22A-E1DC-3042-99CA-00881C9156AC}" dt="2024-06-12T14:49:27.412" v="182"/>
          <ac:spMkLst>
            <pc:docMk/>
            <pc:sldMk cId="1136515697" sldId="2076137702"/>
            <ac:spMk id="2" creationId="{BD7CE083-CF75-F862-A1CD-7424868DCD2D}"/>
          </ac:spMkLst>
        </pc:spChg>
        <pc:spChg chg="mod">
          <ac:chgData name="Jorge Alejandro Bravo Pizarro" userId="866f4d59-4e3d-4420-8a8b-3d6ddbb5c639" providerId="ADAL" clId="{8303F22A-E1DC-3042-99CA-00881C9156AC}" dt="2024-06-12T14:57:23.321" v="266"/>
          <ac:spMkLst>
            <pc:docMk/>
            <pc:sldMk cId="1136515697" sldId="2076137702"/>
            <ac:spMk id="3" creationId="{2A7BF873-53DC-D508-8E6A-31A26DB43DA6}"/>
          </ac:spMkLst>
        </pc:spChg>
        <pc:spChg chg="add mod">
          <ac:chgData name="Jorge Alejandro Bravo Pizarro" userId="866f4d59-4e3d-4420-8a8b-3d6ddbb5c639" providerId="ADAL" clId="{8303F22A-E1DC-3042-99CA-00881C9156AC}" dt="2024-06-12T14:49:21.414" v="180" actId="1076"/>
          <ac:spMkLst>
            <pc:docMk/>
            <pc:sldMk cId="1136515697" sldId="2076137702"/>
            <ac:spMk id="4" creationId="{5ED5E9B1-FAB9-D588-E31C-653D0B08890B}"/>
          </ac:spMkLst>
        </pc:spChg>
      </pc:sldChg>
      <pc:sldChg chg="modSp mod modCm">
        <pc:chgData name="Jorge Alejandro Bravo Pizarro" userId="866f4d59-4e3d-4420-8a8b-3d6ddbb5c639" providerId="ADAL" clId="{8303F22A-E1DC-3042-99CA-00881C9156AC}" dt="2024-06-12T14:45:04.093" v="136" actId="20577"/>
        <pc:sldMkLst>
          <pc:docMk/>
          <pc:sldMk cId="868812523" sldId="2076137703"/>
        </pc:sldMkLst>
        <pc:spChg chg="mod">
          <ac:chgData name="Jorge Alejandro Bravo Pizarro" userId="866f4d59-4e3d-4420-8a8b-3d6ddbb5c639" providerId="ADAL" clId="{8303F22A-E1DC-3042-99CA-00881C9156AC}" dt="2024-06-12T14:45:04.093" v="136" actId="20577"/>
          <ac:spMkLst>
            <pc:docMk/>
            <pc:sldMk cId="868812523" sldId="2076137703"/>
            <ac:spMk id="2" creationId="{A3C1683D-3F2C-514D-52C2-E5502AEA6BCB}"/>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8303F22A-E1DC-3042-99CA-00881C9156AC}" dt="2024-06-12T14:45:04.093" v="136" actId="20577"/>
              <pc2:cmMkLst xmlns:pc2="http://schemas.microsoft.com/office/powerpoint/2019/9/main/command">
                <pc:docMk/>
                <pc:sldMk cId="868812523" sldId="2076137703"/>
                <pc2:cmMk id="{1EA8D883-5044-4AAA-BBAD-F5A58475186B}"/>
              </pc2:cmMkLst>
            </pc226:cmChg>
          </p:ext>
        </pc:extLst>
      </pc:sldChg>
      <pc:sldChg chg="addSp delSp modSp mod">
        <pc:chgData name="Jorge Alejandro Bravo Pizarro" userId="866f4d59-4e3d-4420-8a8b-3d6ddbb5c639" providerId="ADAL" clId="{8303F22A-E1DC-3042-99CA-00881C9156AC}" dt="2024-06-12T15:02:23.384" v="332" actId="12"/>
        <pc:sldMkLst>
          <pc:docMk/>
          <pc:sldMk cId="1943926825" sldId="2076137704"/>
        </pc:sldMkLst>
        <pc:spChg chg="add mod">
          <ac:chgData name="Jorge Alejandro Bravo Pizarro" userId="866f4d59-4e3d-4420-8a8b-3d6ddbb5c639" providerId="ADAL" clId="{8303F22A-E1DC-3042-99CA-00881C9156AC}" dt="2024-06-12T15:00:39.987" v="300" actId="20577"/>
          <ac:spMkLst>
            <pc:docMk/>
            <pc:sldMk cId="1943926825" sldId="2076137704"/>
            <ac:spMk id="2" creationId="{E24F5A81-3939-120B-4421-38AEA62B7650}"/>
          </ac:spMkLst>
        </pc:spChg>
        <pc:spChg chg="add mod">
          <ac:chgData name="Jorge Alejandro Bravo Pizarro" userId="866f4d59-4e3d-4420-8a8b-3d6ddbb5c639" providerId="ADAL" clId="{8303F22A-E1DC-3042-99CA-00881C9156AC}" dt="2024-06-12T15:02:23.384" v="332" actId="12"/>
          <ac:spMkLst>
            <pc:docMk/>
            <pc:sldMk cId="1943926825" sldId="2076137704"/>
            <ac:spMk id="5" creationId="{FE23E888-9D69-5E04-1A7D-66D515E92C04}"/>
          </ac:spMkLst>
        </pc:spChg>
        <pc:picChg chg="del">
          <ac:chgData name="Jorge Alejandro Bravo Pizarro" userId="866f4d59-4e3d-4420-8a8b-3d6ddbb5c639" providerId="ADAL" clId="{8303F22A-E1DC-3042-99CA-00881C9156AC}" dt="2024-06-12T14:59:22.293" v="291" actId="478"/>
          <ac:picMkLst>
            <pc:docMk/>
            <pc:sldMk cId="1943926825" sldId="2076137704"/>
            <ac:picMk id="6" creationId="{3022908C-4E78-F78E-810B-E7FAA1A0C116}"/>
          </ac:picMkLst>
        </pc:picChg>
      </pc:sldChg>
      <pc:sldChg chg="addSp delSp modSp mod modCm">
        <pc:chgData name="Jorge Alejandro Bravo Pizarro" userId="866f4d59-4e3d-4420-8a8b-3d6ddbb5c639" providerId="ADAL" clId="{8303F22A-E1DC-3042-99CA-00881C9156AC}" dt="2024-06-12T14:36:16.067" v="83"/>
        <pc:sldMkLst>
          <pc:docMk/>
          <pc:sldMk cId="3167001994" sldId="2076137705"/>
        </pc:sldMkLst>
        <pc:spChg chg="mod">
          <ac:chgData name="Jorge Alejandro Bravo Pizarro" userId="866f4d59-4e3d-4420-8a8b-3d6ddbb5c639" providerId="ADAL" clId="{8303F22A-E1DC-3042-99CA-00881C9156AC}" dt="2024-06-12T14:35:43.783" v="1" actId="20577"/>
          <ac:spMkLst>
            <pc:docMk/>
            <pc:sldMk cId="3167001994" sldId="2076137705"/>
            <ac:spMk id="2" creationId="{972BB412-0761-08C0-91B5-7D184FDF0428}"/>
          </ac:spMkLst>
        </pc:spChg>
        <pc:spChg chg="mod">
          <ac:chgData name="Jorge Alejandro Bravo Pizarro" userId="866f4d59-4e3d-4420-8a8b-3d6ddbb5c639" providerId="ADAL" clId="{8303F22A-E1DC-3042-99CA-00881C9156AC}" dt="2024-06-12T14:35:50.876" v="28" actId="20577"/>
          <ac:spMkLst>
            <pc:docMk/>
            <pc:sldMk cId="3167001994" sldId="2076137705"/>
            <ac:spMk id="3" creationId="{317770C8-A12B-436B-AB8E-9FC2932E0DB7}"/>
          </ac:spMkLst>
        </pc:spChg>
        <pc:spChg chg="add del mod">
          <ac:chgData name="Jorge Alejandro Bravo Pizarro" userId="866f4d59-4e3d-4420-8a8b-3d6ddbb5c639" providerId="ADAL" clId="{8303F22A-E1DC-3042-99CA-00881C9156AC}" dt="2024-06-12T14:36:16.067" v="83"/>
          <ac:spMkLst>
            <pc:docMk/>
            <pc:sldMk cId="3167001994" sldId="2076137705"/>
            <ac:spMk id="4" creationId="{2545FE35-E2FA-5B40-D5A7-8DECF7AD7428}"/>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8303F22A-E1DC-3042-99CA-00881C9156AC}" dt="2024-06-12T14:35:50.876" v="28" actId="20577"/>
              <pc2:cmMkLst xmlns:pc2="http://schemas.microsoft.com/office/powerpoint/2019/9/main/command">
                <pc:docMk/>
                <pc:sldMk cId="3167001994" sldId="2076137705"/>
                <pc2:cmMk id="{6ACC9BD5-3395-4EED-95E2-0F111C252A4D}"/>
              </pc2:cmMkLst>
            </pc226:cmChg>
          </p:ext>
        </pc:extLst>
      </pc:sldChg>
      <pc:sldChg chg="addSp delSp modSp mod">
        <pc:chgData name="Jorge Alejandro Bravo Pizarro" userId="866f4d59-4e3d-4420-8a8b-3d6ddbb5c639" providerId="ADAL" clId="{8303F22A-E1DC-3042-99CA-00881C9156AC}" dt="2024-06-12T14:38:29.619" v="105" actId="5793"/>
        <pc:sldMkLst>
          <pc:docMk/>
          <pc:sldMk cId="2328334949" sldId="2076137706"/>
        </pc:sldMkLst>
        <pc:spChg chg="mod">
          <ac:chgData name="Jorge Alejandro Bravo Pizarro" userId="866f4d59-4e3d-4420-8a8b-3d6ddbb5c639" providerId="ADAL" clId="{8303F22A-E1DC-3042-99CA-00881C9156AC}" dt="2024-06-12T14:38:29.619" v="105" actId="5793"/>
          <ac:spMkLst>
            <pc:docMk/>
            <pc:sldMk cId="2328334949" sldId="2076137706"/>
            <ac:spMk id="3" creationId="{E13EDA60-EA13-DE58-247C-0BA1927DF33E}"/>
          </ac:spMkLst>
        </pc:spChg>
        <pc:spChg chg="add del mod">
          <ac:chgData name="Jorge Alejandro Bravo Pizarro" userId="866f4d59-4e3d-4420-8a8b-3d6ddbb5c639" providerId="ADAL" clId="{8303F22A-E1DC-3042-99CA-00881C9156AC}" dt="2024-06-12T14:36:16.172" v="85"/>
          <ac:spMkLst>
            <pc:docMk/>
            <pc:sldMk cId="2328334949" sldId="2076137706"/>
            <ac:spMk id="4" creationId="{B1A09481-F8A7-5B0F-88C0-978EB2D5A3E7}"/>
          </ac:spMkLst>
        </pc:spChg>
      </pc:sldChg>
      <pc:sldChg chg="modSp mod modCm">
        <pc:chgData name="Jorge Alejandro Bravo Pizarro" userId="866f4d59-4e3d-4420-8a8b-3d6ddbb5c639" providerId="ADAL" clId="{8303F22A-E1DC-3042-99CA-00881C9156AC}" dt="2024-06-12T14:55:13.671" v="250" actId="20577"/>
        <pc:sldMkLst>
          <pc:docMk/>
          <pc:sldMk cId="3736436638" sldId="2076137707"/>
        </pc:sldMkLst>
        <pc:spChg chg="mod">
          <ac:chgData name="Jorge Alejandro Bravo Pizarro" userId="866f4d59-4e3d-4420-8a8b-3d6ddbb5c639" providerId="ADAL" clId="{8303F22A-E1DC-3042-99CA-00881C9156AC}" dt="2024-06-12T14:55:13.671" v="250" actId="20577"/>
          <ac:spMkLst>
            <pc:docMk/>
            <pc:sldMk cId="3736436638" sldId="2076137707"/>
            <ac:spMk id="2" creationId="{A3C1683D-3F2C-514D-52C2-E5502AEA6BCB}"/>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8303F22A-E1DC-3042-99CA-00881C9156AC}" dt="2024-06-12T14:55:13.671" v="250" actId="20577"/>
              <pc2:cmMkLst xmlns:pc2="http://schemas.microsoft.com/office/powerpoint/2019/9/main/command">
                <pc:docMk/>
                <pc:sldMk cId="3736436638" sldId="2076137707"/>
                <pc2:cmMk id="{07EF16F2-FDF7-459F-8065-373D6580A19D}"/>
              </pc2:cmMkLst>
            </pc226:cmChg>
          </p:ext>
        </pc:extLst>
      </pc:sldChg>
      <pc:sldChg chg="modSp mod">
        <pc:chgData name="Jorge Alejandro Bravo Pizarro" userId="866f4d59-4e3d-4420-8a8b-3d6ddbb5c639" providerId="ADAL" clId="{8303F22A-E1DC-3042-99CA-00881C9156AC}" dt="2024-06-12T14:57:30.411" v="267" actId="1076"/>
        <pc:sldMkLst>
          <pc:docMk/>
          <pc:sldMk cId="829328944" sldId="2076137708"/>
        </pc:sldMkLst>
        <pc:spChg chg="mod">
          <ac:chgData name="Jorge Alejandro Bravo Pizarro" userId="866f4d59-4e3d-4420-8a8b-3d6ddbb5c639" providerId="ADAL" clId="{8303F22A-E1DC-3042-99CA-00881C9156AC}" dt="2024-06-12T14:57:30.411" v="267" actId="1076"/>
          <ac:spMkLst>
            <pc:docMk/>
            <pc:sldMk cId="829328944" sldId="2076137708"/>
            <ac:spMk id="3" creationId="{41EA7C5A-B8A2-74CE-3F3C-D46254F8EDEF}"/>
          </ac:spMkLst>
        </pc:spChg>
      </pc:sldChg>
      <pc:sldChg chg="del">
        <pc:chgData name="Jorge Alejandro Bravo Pizarro" userId="866f4d59-4e3d-4420-8a8b-3d6ddbb5c639" providerId="ADAL" clId="{8303F22A-E1DC-3042-99CA-00881C9156AC}" dt="2024-06-12T15:06:16.214" v="356" actId="2696"/>
        <pc:sldMkLst>
          <pc:docMk/>
          <pc:sldMk cId="694389719" sldId="2076137709"/>
        </pc:sldMkLst>
      </pc:sldChg>
      <pc:sldChg chg="del">
        <pc:chgData name="Jorge Alejandro Bravo Pizarro" userId="866f4d59-4e3d-4420-8a8b-3d6ddbb5c639" providerId="ADAL" clId="{8303F22A-E1DC-3042-99CA-00881C9156AC}" dt="2024-06-12T15:06:16.214" v="356" actId="2696"/>
        <pc:sldMkLst>
          <pc:docMk/>
          <pc:sldMk cId="3734186721" sldId="2076137710"/>
        </pc:sldMkLst>
      </pc:sldChg>
      <pc:sldChg chg="modSp mod">
        <pc:chgData name="Jorge Alejandro Bravo Pizarro" userId="866f4d59-4e3d-4420-8a8b-3d6ddbb5c639" providerId="ADAL" clId="{8303F22A-E1DC-3042-99CA-00881C9156AC}" dt="2024-06-12T14:39:48.403" v="112" actId="1076"/>
        <pc:sldMkLst>
          <pc:docMk/>
          <pc:sldMk cId="2546042947" sldId="2076137717"/>
        </pc:sldMkLst>
        <pc:spChg chg="mod">
          <ac:chgData name="Jorge Alejandro Bravo Pizarro" userId="866f4d59-4e3d-4420-8a8b-3d6ddbb5c639" providerId="ADAL" clId="{8303F22A-E1DC-3042-99CA-00881C9156AC}" dt="2024-06-12T14:39:45.697" v="111" actId="1076"/>
          <ac:spMkLst>
            <pc:docMk/>
            <pc:sldMk cId="2546042947" sldId="2076137717"/>
            <ac:spMk id="2" creationId="{B6EFDCBE-E499-3103-92A5-28F5D6427A64}"/>
          </ac:spMkLst>
        </pc:spChg>
        <pc:spChg chg="mod">
          <ac:chgData name="Jorge Alejandro Bravo Pizarro" userId="866f4d59-4e3d-4420-8a8b-3d6ddbb5c639" providerId="ADAL" clId="{8303F22A-E1DC-3042-99CA-00881C9156AC}" dt="2024-06-12T14:39:48.403" v="112" actId="1076"/>
          <ac:spMkLst>
            <pc:docMk/>
            <pc:sldMk cId="2546042947" sldId="2076137717"/>
            <ac:spMk id="3" creationId="{E13EDA60-EA13-DE58-247C-0BA1927DF33E}"/>
          </ac:spMkLst>
        </pc:spChg>
      </pc:sldChg>
      <pc:sldChg chg="del">
        <pc:chgData name="Jorge Alejandro Bravo Pizarro" userId="866f4d59-4e3d-4420-8a8b-3d6ddbb5c639" providerId="ADAL" clId="{8303F22A-E1DC-3042-99CA-00881C9156AC}" dt="2024-06-12T15:06:16.214" v="356" actId="2696"/>
        <pc:sldMkLst>
          <pc:docMk/>
          <pc:sldMk cId="907486124" sldId="2076137720"/>
        </pc:sldMkLst>
      </pc:sldChg>
      <pc:sldChg chg="del">
        <pc:chgData name="Jorge Alejandro Bravo Pizarro" userId="866f4d59-4e3d-4420-8a8b-3d6ddbb5c639" providerId="ADAL" clId="{8303F22A-E1DC-3042-99CA-00881C9156AC}" dt="2024-06-12T15:06:16.214" v="356" actId="2696"/>
        <pc:sldMkLst>
          <pc:docMk/>
          <pc:sldMk cId="624138457" sldId="2076137721"/>
        </pc:sldMkLst>
      </pc:sldChg>
      <pc:sldChg chg="addSp delSp modSp mod">
        <pc:chgData name="Jorge Alejandro Bravo Pizarro" userId="866f4d59-4e3d-4420-8a8b-3d6ddbb5c639" providerId="ADAL" clId="{8303F22A-E1DC-3042-99CA-00881C9156AC}" dt="2024-06-12T14:47:48.875" v="155" actId="6549"/>
        <pc:sldMkLst>
          <pc:docMk/>
          <pc:sldMk cId="90832063" sldId="2076137722"/>
        </pc:sldMkLst>
        <pc:spChg chg="add mod">
          <ac:chgData name="Jorge Alejandro Bravo Pizarro" userId="866f4d59-4e3d-4420-8a8b-3d6ddbb5c639" providerId="ADAL" clId="{8303F22A-E1DC-3042-99CA-00881C9156AC}" dt="2024-06-12T14:47:48.875" v="155" actId="6549"/>
          <ac:spMkLst>
            <pc:docMk/>
            <pc:sldMk cId="90832063" sldId="2076137722"/>
            <ac:spMk id="3" creationId="{C00ADFFA-A71C-B998-7790-536179CAF78E}"/>
          </ac:spMkLst>
        </pc:spChg>
        <pc:picChg chg="del">
          <ac:chgData name="Jorge Alejandro Bravo Pizarro" userId="866f4d59-4e3d-4420-8a8b-3d6ddbb5c639" providerId="ADAL" clId="{8303F22A-E1DC-3042-99CA-00881C9156AC}" dt="2024-06-12T14:45:38.798" v="143" actId="478"/>
          <ac:picMkLst>
            <pc:docMk/>
            <pc:sldMk cId="90832063" sldId="2076137722"/>
            <ac:picMk id="2" creationId="{920F7879-CA0B-B3AD-80F2-048DCFB8EA3E}"/>
          </ac:picMkLst>
        </pc:picChg>
      </pc:sldChg>
      <pc:sldChg chg="del">
        <pc:chgData name="Jorge Alejandro Bravo Pizarro" userId="866f4d59-4e3d-4420-8a8b-3d6ddbb5c639" providerId="ADAL" clId="{8303F22A-E1DC-3042-99CA-00881C9156AC}" dt="2024-06-12T15:06:16.214" v="356" actId="2696"/>
        <pc:sldMkLst>
          <pc:docMk/>
          <pc:sldMk cId="171509743" sldId="2076137723"/>
        </pc:sldMkLst>
      </pc:sldChg>
      <pc:sldChg chg="del">
        <pc:chgData name="Jorge Alejandro Bravo Pizarro" userId="866f4d59-4e3d-4420-8a8b-3d6ddbb5c639" providerId="ADAL" clId="{8303F22A-E1DC-3042-99CA-00881C9156AC}" dt="2024-06-12T15:06:16.214" v="356" actId="2696"/>
        <pc:sldMkLst>
          <pc:docMk/>
          <pc:sldMk cId="2934230649" sldId="2076137724"/>
        </pc:sldMkLst>
      </pc:sldChg>
      <pc:sldChg chg="del">
        <pc:chgData name="Jorge Alejandro Bravo Pizarro" userId="866f4d59-4e3d-4420-8a8b-3d6ddbb5c639" providerId="ADAL" clId="{8303F22A-E1DC-3042-99CA-00881C9156AC}" dt="2024-06-12T15:06:16.214" v="356" actId="2696"/>
        <pc:sldMkLst>
          <pc:docMk/>
          <pc:sldMk cId="4159575702" sldId="2076137725"/>
        </pc:sldMkLst>
      </pc:sldChg>
      <pc:sldChg chg="del">
        <pc:chgData name="Jorge Alejandro Bravo Pizarro" userId="866f4d59-4e3d-4420-8a8b-3d6ddbb5c639" providerId="ADAL" clId="{8303F22A-E1DC-3042-99CA-00881C9156AC}" dt="2024-06-12T15:06:16.214" v="356" actId="2696"/>
        <pc:sldMkLst>
          <pc:docMk/>
          <pc:sldMk cId="3148556531" sldId="2076137726"/>
        </pc:sldMkLst>
      </pc:sldChg>
      <pc:sldChg chg="del">
        <pc:chgData name="Jorge Alejandro Bravo Pizarro" userId="866f4d59-4e3d-4420-8a8b-3d6ddbb5c639" providerId="ADAL" clId="{8303F22A-E1DC-3042-99CA-00881C9156AC}" dt="2024-06-12T15:06:16.214" v="356" actId="2696"/>
        <pc:sldMkLst>
          <pc:docMk/>
          <pc:sldMk cId="19153283" sldId="2076137727"/>
        </pc:sldMkLst>
      </pc:sldChg>
      <pc:sldChg chg="del">
        <pc:chgData name="Jorge Alejandro Bravo Pizarro" userId="866f4d59-4e3d-4420-8a8b-3d6ddbb5c639" providerId="ADAL" clId="{8303F22A-E1DC-3042-99CA-00881C9156AC}" dt="2024-06-12T15:06:16.214" v="356" actId="2696"/>
        <pc:sldMkLst>
          <pc:docMk/>
          <pc:sldMk cId="3933970676" sldId="2076137728"/>
        </pc:sldMkLst>
      </pc:sldChg>
      <pc:sldChg chg="del">
        <pc:chgData name="Jorge Alejandro Bravo Pizarro" userId="866f4d59-4e3d-4420-8a8b-3d6ddbb5c639" providerId="ADAL" clId="{8303F22A-E1DC-3042-99CA-00881C9156AC}" dt="2024-06-12T15:06:16.214" v="356" actId="2696"/>
        <pc:sldMkLst>
          <pc:docMk/>
          <pc:sldMk cId="4056749126" sldId="2076137729"/>
        </pc:sldMkLst>
      </pc:sldChg>
      <pc:sldChg chg="del">
        <pc:chgData name="Jorge Alejandro Bravo Pizarro" userId="866f4d59-4e3d-4420-8a8b-3d6ddbb5c639" providerId="ADAL" clId="{8303F22A-E1DC-3042-99CA-00881C9156AC}" dt="2024-06-12T15:06:16.214" v="356" actId="2696"/>
        <pc:sldMkLst>
          <pc:docMk/>
          <pc:sldMk cId="761523125" sldId="2076137730"/>
        </pc:sldMkLst>
      </pc:sldChg>
      <pc:sldChg chg="del">
        <pc:chgData name="Jorge Alejandro Bravo Pizarro" userId="866f4d59-4e3d-4420-8a8b-3d6ddbb5c639" providerId="ADAL" clId="{8303F22A-E1DC-3042-99CA-00881C9156AC}" dt="2024-06-12T15:06:16.214" v="356" actId="2696"/>
        <pc:sldMkLst>
          <pc:docMk/>
          <pc:sldMk cId="3464282652" sldId="2076137731"/>
        </pc:sldMkLst>
      </pc:sldChg>
      <pc:sldChg chg="del">
        <pc:chgData name="Jorge Alejandro Bravo Pizarro" userId="866f4d59-4e3d-4420-8a8b-3d6ddbb5c639" providerId="ADAL" clId="{8303F22A-E1DC-3042-99CA-00881C9156AC}" dt="2024-06-12T15:06:16.214" v="356" actId="2696"/>
        <pc:sldMkLst>
          <pc:docMk/>
          <pc:sldMk cId="2114007631" sldId="2076137732"/>
        </pc:sldMkLst>
      </pc:sldChg>
      <pc:sldChg chg="del">
        <pc:chgData name="Jorge Alejandro Bravo Pizarro" userId="866f4d59-4e3d-4420-8a8b-3d6ddbb5c639" providerId="ADAL" clId="{8303F22A-E1DC-3042-99CA-00881C9156AC}" dt="2024-06-12T15:06:16.214" v="356" actId="2696"/>
        <pc:sldMkLst>
          <pc:docMk/>
          <pc:sldMk cId="4159052114" sldId="2076137733"/>
        </pc:sldMkLst>
      </pc:sldChg>
      <pc:sldChg chg="del">
        <pc:chgData name="Jorge Alejandro Bravo Pizarro" userId="866f4d59-4e3d-4420-8a8b-3d6ddbb5c639" providerId="ADAL" clId="{8303F22A-E1DC-3042-99CA-00881C9156AC}" dt="2024-06-12T15:06:16.214" v="356" actId="2696"/>
        <pc:sldMkLst>
          <pc:docMk/>
          <pc:sldMk cId="892840326" sldId="2076137734"/>
        </pc:sldMkLst>
      </pc:sldChg>
      <pc:sldChg chg="del">
        <pc:chgData name="Jorge Alejandro Bravo Pizarro" userId="866f4d59-4e3d-4420-8a8b-3d6ddbb5c639" providerId="ADAL" clId="{8303F22A-E1DC-3042-99CA-00881C9156AC}" dt="2024-06-12T15:06:16.214" v="356" actId="2696"/>
        <pc:sldMkLst>
          <pc:docMk/>
          <pc:sldMk cId="387140934" sldId="2076137735"/>
        </pc:sldMkLst>
      </pc:sldChg>
      <pc:sldChg chg="del">
        <pc:chgData name="Jorge Alejandro Bravo Pizarro" userId="866f4d59-4e3d-4420-8a8b-3d6ddbb5c639" providerId="ADAL" clId="{8303F22A-E1DC-3042-99CA-00881C9156AC}" dt="2024-06-12T15:06:16.214" v="356" actId="2696"/>
        <pc:sldMkLst>
          <pc:docMk/>
          <pc:sldMk cId="1210277540" sldId="2076137736"/>
        </pc:sldMkLst>
      </pc:sldChg>
      <pc:sldChg chg="del">
        <pc:chgData name="Jorge Alejandro Bravo Pizarro" userId="866f4d59-4e3d-4420-8a8b-3d6ddbb5c639" providerId="ADAL" clId="{8303F22A-E1DC-3042-99CA-00881C9156AC}" dt="2024-06-12T15:06:16.214" v="356" actId="2696"/>
        <pc:sldMkLst>
          <pc:docMk/>
          <pc:sldMk cId="2154980127" sldId="2076137737"/>
        </pc:sldMkLst>
      </pc:sldChg>
      <pc:sldChg chg="del">
        <pc:chgData name="Jorge Alejandro Bravo Pizarro" userId="866f4d59-4e3d-4420-8a8b-3d6ddbb5c639" providerId="ADAL" clId="{8303F22A-E1DC-3042-99CA-00881C9156AC}" dt="2024-06-12T15:06:16.214" v="356" actId="2696"/>
        <pc:sldMkLst>
          <pc:docMk/>
          <pc:sldMk cId="2626056937" sldId="2076137738"/>
        </pc:sldMkLst>
      </pc:sldChg>
      <pc:sldChg chg="del">
        <pc:chgData name="Jorge Alejandro Bravo Pizarro" userId="866f4d59-4e3d-4420-8a8b-3d6ddbb5c639" providerId="ADAL" clId="{8303F22A-E1DC-3042-99CA-00881C9156AC}" dt="2024-06-12T15:06:16.214" v="356" actId="2696"/>
        <pc:sldMkLst>
          <pc:docMk/>
          <pc:sldMk cId="1142121594" sldId="2076137739"/>
        </pc:sldMkLst>
      </pc:sldChg>
      <pc:sldChg chg="del">
        <pc:chgData name="Jorge Alejandro Bravo Pizarro" userId="866f4d59-4e3d-4420-8a8b-3d6ddbb5c639" providerId="ADAL" clId="{8303F22A-E1DC-3042-99CA-00881C9156AC}" dt="2024-06-12T15:06:16.214" v="356" actId="2696"/>
        <pc:sldMkLst>
          <pc:docMk/>
          <pc:sldMk cId="3686154955" sldId="2076137740"/>
        </pc:sldMkLst>
      </pc:sldChg>
      <pc:sldChg chg="del">
        <pc:chgData name="Jorge Alejandro Bravo Pizarro" userId="866f4d59-4e3d-4420-8a8b-3d6ddbb5c639" providerId="ADAL" clId="{8303F22A-E1DC-3042-99CA-00881C9156AC}" dt="2024-06-12T15:06:16.214" v="356" actId="2696"/>
        <pc:sldMkLst>
          <pc:docMk/>
          <pc:sldMk cId="1796939688" sldId="2076137741"/>
        </pc:sldMkLst>
      </pc:sldChg>
      <pc:sldChg chg="del">
        <pc:chgData name="Jorge Alejandro Bravo Pizarro" userId="866f4d59-4e3d-4420-8a8b-3d6ddbb5c639" providerId="ADAL" clId="{8303F22A-E1DC-3042-99CA-00881C9156AC}" dt="2024-06-12T15:06:16.214" v="356" actId="2696"/>
        <pc:sldMkLst>
          <pc:docMk/>
          <pc:sldMk cId="968882586" sldId="2076137742"/>
        </pc:sldMkLst>
      </pc:sldChg>
      <pc:sldChg chg="modSp add mod">
        <pc:chgData name="Jorge Alejandro Bravo Pizarro" userId="866f4d59-4e3d-4420-8a8b-3d6ddbb5c639" providerId="ADAL" clId="{8303F22A-E1DC-3042-99CA-00881C9156AC}" dt="2024-06-12T14:48:50.482" v="167" actId="1076"/>
        <pc:sldMkLst>
          <pc:docMk/>
          <pc:sldMk cId="3562701909" sldId="2076137743"/>
        </pc:sldMkLst>
        <pc:spChg chg="mod">
          <ac:chgData name="Jorge Alejandro Bravo Pizarro" userId="866f4d59-4e3d-4420-8a8b-3d6ddbb5c639" providerId="ADAL" clId="{8303F22A-E1DC-3042-99CA-00881C9156AC}" dt="2024-06-12T14:48:50.482" v="167" actId="1076"/>
          <ac:spMkLst>
            <pc:docMk/>
            <pc:sldMk cId="3562701909" sldId="2076137743"/>
            <ac:spMk id="3" creationId="{C00ADFFA-A71C-B998-7790-536179CAF78E}"/>
          </ac:spMkLst>
        </pc:spChg>
      </pc:sldChg>
      <pc:sldChg chg="addSp delSp modSp add mod">
        <pc:chgData name="Jorge Alejandro Bravo Pizarro" userId="866f4d59-4e3d-4420-8a8b-3d6ddbb5c639" providerId="ADAL" clId="{8303F22A-E1DC-3042-99CA-00881C9156AC}" dt="2024-06-12T14:51:16.603" v="205" actId="20577"/>
        <pc:sldMkLst>
          <pc:docMk/>
          <pc:sldMk cId="3102501775" sldId="2076137744"/>
        </pc:sldMkLst>
        <pc:spChg chg="add del mod">
          <ac:chgData name="Jorge Alejandro Bravo Pizarro" userId="866f4d59-4e3d-4420-8a8b-3d6ddbb5c639" providerId="ADAL" clId="{8303F22A-E1DC-3042-99CA-00881C9156AC}" dt="2024-06-12T14:49:30.769" v="184" actId="478"/>
          <ac:spMkLst>
            <pc:docMk/>
            <pc:sldMk cId="3102501775" sldId="2076137744"/>
            <ac:spMk id="2" creationId="{BD0EDFEB-421E-942B-9924-91740411D5E8}"/>
          </ac:spMkLst>
        </pc:spChg>
        <pc:spChg chg="mod">
          <ac:chgData name="Jorge Alejandro Bravo Pizarro" userId="866f4d59-4e3d-4420-8a8b-3d6ddbb5c639" providerId="ADAL" clId="{8303F22A-E1DC-3042-99CA-00881C9156AC}" dt="2024-06-12T14:50:56.544" v="200" actId="12"/>
          <ac:spMkLst>
            <pc:docMk/>
            <pc:sldMk cId="3102501775" sldId="2076137744"/>
            <ac:spMk id="3" creationId="{C00ADFFA-A71C-B998-7790-536179CAF78E}"/>
          </ac:spMkLst>
        </pc:spChg>
        <pc:spChg chg="add mod">
          <ac:chgData name="Jorge Alejandro Bravo Pizarro" userId="866f4d59-4e3d-4420-8a8b-3d6ddbb5c639" providerId="ADAL" clId="{8303F22A-E1DC-3042-99CA-00881C9156AC}" dt="2024-06-12T14:51:16.603" v="205" actId="20577"/>
          <ac:spMkLst>
            <pc:docMk/>
            <pc:sldMk cId="3102501775" sldId="2076137744"/>
            <ac:spMk id="4" creationId="{23C72C79-FA78-A5FE-BABB-BFED741242E3}"/>
          </ac:spMkLst>
        </pc:spChg>
      </pc:sldChg>
      <pc:sldChg chg="modSp add mod">
        <pc:chgData name="Jorge Alejandro Bravo Pizarro" userId="866f4d59-4e3d-4420-8a8b-3d6ddbb5c639" providerId="ADAL" clId="{8303F22A-E1DC-3042-99CA-00881C9156AC}" dt="2024-06-12T14:53:06.036" v="218"/>
        <pc:sldMkLst>
          <pc:docMk/>
          <pc:sldMk cId="4093052187" sldId="2076137745"/>
        </pc:sldMkLst>
        <pc:spChg chg="mod">
          <ac:chgData name="Jorge Alejandro Bravo Pizarro" userId="866f4d59-4e3d-4420-8a8b-3d6ddbb5c639" providerId="ADAL" clId="{8303F22A-E1DC-3042-99CA-00881C9156AC}" dt="2024-06-12T14:53:06.036" v="218"/>
          <ac:spMkLst>
            <pc:docMk/>
            <pc:sldMk cId="4093052187" sldId="2076137745"/>
            <ac:spMk id="3" creationId="{C00ADFFA-A71C-B998-7790-536179CAF78E}"/>
          </ac:spMkLst>
        </pc:spChg>
        <pc:spChg chg="mod">
          <ac:chgData name="Jorge Alejandro Bravo Pizarro" userId="866f4d59-4e3d-4420-8a8b-3d6ddbb5c639" providerId="ADAL" clId="{8303F22A-E1DC-3042-99CA-00881C9156AC}" dt="2024-06-12T14:51:22.582" v="211" actId="20577"/>
          <ac:spMkLst>
            <pc:docMk/>
            <pc:sldMk cId="4093052187" sldId="2076137745"/>
            <ac:spMk id="4" creationId="{23C72C79-FA78-A5FE-BABB-BFED741242E3}"/>
          </ac:spMkLst>
        </pc:spChg>
      </pc:sldChg>
      <pc:sldChg chg="addSp delSp modSp add mod">
        <pc:chgData name="Jorge Alejandro Bravo Pizarro" userId="866f4d59-4e3d-4420-8a8b-3d6ddbb5c639" providerId="ADAL" clId="{8303F22A-E1DC-3042-99CA-00881C9156AC}" dt="2024-06-12T14:54:48.891" v="229" actId="1076"/>
        <pc:sldMkLst>
          <pc:docMk/>
          <pc:sldMk cId="3672042234" sldId="2076137746"/>
        </pc:sldMkLst>
        <pc:spChg chg="del">
          <ac:chgData name="Jorge Alejandro Bravo Pizarro" userId="866f4d59-4e3d-4420-8a8b-3d6ddbb5c639" providerId="ADAL" clId="{8303F22A-E1DC-3042-99CA-00881C9156AC}" dt="2024-06-12T14:53:13.340" v="220" actId="478"/>
          <ac:spMkLst>
            <pc:docMk/>
            <pc:sldMk cId="3672042234" sldId="2076137746"/>
            <ac:spMk id="3" creationId="{C00ADFFA-A71C-B998-7790-536179CAF78E}"/>
          </ac:spMkLst>
        </pc:spChg>
        <pc:spChg chg="del">
          <ac:chgData name="Jorge Alejandro Bravo Pizarro" userId="866f4d59-4e3d-4420-8a8b-3d6ddbb5c639" providerId="ADAL" clId="{8303F22A-E1DC-3042-99CA-00881C9156AC}" dt="2024-06-12T14:53:16.246" v="221" actId="478"/>
          <ac:spMkLst>
            <pc:docMk/>
            <pc:sldMk cId="3672042234" sldId="2076137746"/>
            <ac:spMk id="4" creationId="{23C72C79-FA78-A5FE-BABB-BFED741242E3}"/>
          </ac:spMkLst>
        </pc:spChg>
        <pc:spChg chg="add del mod">
          <ac:chgData name="Jorge Alejandro Bravo Pizarro" userId="866f4d59-4e3d-4420-8a8b-3d6ddbb5c639" providerId="ADAL" clId="{8303F22A-E1DC-3042-99CA-00881C9156AC}" dt="2024-06-12T14:53:19.339" v="222" actId="478"/>
          <ac:spMkLst>
            <pc:docMk/>
            <pc:sldMk cId="3672042234" sldId="2076137746"/>
            <ac:spMk id="5" creationId="{4F59229B-F2B5-7B78-5BDB-B3CA05594D98}"/>
          </ac:spMkLst>
        </pc:spChg>
        <pc:picChg chg="add del mod">
          <ac:chgData name="Jorge Alejandro Bravo Pizarro" userId="866f4d59-4e3d-4420-8a8b-3d6ddbb5c639" providerId="ADAL" clId="{8303F22A-E1DC-3042-99CA-00881C9156AC}" dt="2024-06-12T14:53:30.942" v="224" actId="478"/>
          <ac:picMkLst>
            <pc:docMk/>
            <pc:sldMk cId="3672042234" sldId="2076137746"/>
            <ac:picMk id="7" creationId="{2973AA49-8096-46B4-1C7C-611B3F553A79}"/>
          </ac:picMkLst>
        </pc:picChg>
        <pc:picChg chg="add mod">
          <ac:chgData name="Jorge Alejandro Bravo Pizarro" userId="866f4d59-4e3d-4420-8a8b-3d6ddbb5c639" providerId="ADAL" clId="{8303F22A-E1DC-3042-99CA-00881C9156AC}" dt="2024-06-12T14:54:48.891" v="229" actId="1076"/>
          <ac:picMkLst>
            <pc:docMk/>
            <pc:sldMk cId="3672042234" sldId="2076137746"/>
            <ac:picMk id="8" creationId="{4FDB390F-478F-75EB-4A55-ABB5AB42B71B}"/>
          </ac:picMkLst>
        </pc:picChg>
      </pc:sldChg>
      <pc:sldChg chg="modSp add mod">
        <pc:chgData name="Jorge Alejandro Bravo Pizarro" userId="866f4d59-4e3d-4420-8a8b-3d6ddbb5c639" providerId="ADAL" clId="{8303F22A-E1DC-3042-99CA-00881C9156AC}" dt="2024-06-12T14:58:35.650" v="281" actId="21"/>
        <pc:sldMkLst>
          <pc:docMk/>
          <pc:sldMk cId="332346719" sldId="2076137747"/>
        </pc:sldMkLst>
        <pc:spChg chg="mod">
          <ac:chgData name="Jorge Alejandro Bravo Pizarro" userId="866f4d59-4e3d-4420-8a8b-3d6ddbb5c639" providerId="ADAL" clId="{8303F22A-E1DC-3042-99CA-00881C9156AC}" dt="2024-06-12T14:58:35.650" v="281" actId="21"/>
          <ac:spMkLst>
            <pc:docMk/>
            <pc:sldMk cId="332346719" sldId="2076137747"/>
            <ac:spMk id="3" creationId="{2A7BF873-53DC-D508-8E6A-31A26DB43DA6}"/>
          </ac:spMkLst>
        </pc:spChg>
      </pc:sldChg>
      <pc:sldChg chg="add del">
        <pc:chgData name="Jorge Alejandro Bravo Pizarro" userId="866f4d59-4e3d-4420-8a8b-3d6ddbb5c639" providerId="ADAL" clId="{8303F22A-E1DC-3042-99CA-00881C9156AC}" dt="2024-06-12T14:57:16.602" v="259"/>
        <pc:sldMkLst>
          <pc:docMk/>
          <pc:sldMk cId="861330058" sldId="2076137747"/>
        </pc:sldMkLst>
      </pc:sldChg>
      <pc:sldChg chg="addSp delSp modSp add mod">
        <pc:chgData name="Jorge Alejandro Bravo Pizarro" userId="866f4d59-4e3d-4420-8a8b-3d6ddbb5c639" providerId="ADAL" clId="{8303F22A-E1DC-3042-99CA-00881C9156AC}" dt="2024-06-12T14:58:54.222" v="285"/>
        <pc:sldMkLst>
          <pc:docMk/>
          <pc:sldMk cId="3921647543" sldId="2076137748"/>
        </pc:sldMkLst>
        <pc:spChg chg="mod">
          <ac:chgData name="Jorge Alejandro Bravo Pizarro" userId="866f4d59-4e3d-4420-8a8b-3d6ddbb5c639" providerId="ADAL" clId="{8303F22A-E1DC-3042-99CA-00881C9156AC}" dt="2024-06-12T14:58:54.222" v="285"/>
          <ac:spMkLst>
            <pc:docMk/>
            <pc:sldMk cId="3921647543" sldId="2076137748"/>
            <ac:spMk id="3" creationId="{2A7BF873-53DC-D508-8E6A-31A26DB43DA6}"/>
          </ac:spMkLst>
        </pc:spChg>
        <pc:spChg chg="del">
          <ac:chgData name="Jorge Alejandro Bravo Pizarro" userId="866f4d59-4e3d-4420-8a8b-3d6ddbb5c639" providerId="ADAL" clId="{8303F22A-E1DC-3042-99CA-00881C9156AC}" dt="2024-06-12T14:58:22.042" v="279" actId="478"/>
          <ac:spMkLst>
            <pc:docMk/>
            <pc:sldMk cId="3921647543" sldId="2076137748"/>
            <ac:spMk id="4" creationId="{5ED5E9B1-FAB9-D588-E31C-653D0B08890B}"/>
          </ac:spMkLst>
        </pc:spChg>
        <pc:spChg chg="add del mod">
          <ac:chgData name="Jorge Alejandro Bravo Pizarro" userId="866f4d59-4e3d-4420-8a8b-3d6ddbb5c639" providerId="ADAL" clId="{8303F22A-E1DC-3042-99CA-00881C9156AC}" dt="2024-06-12T14:58:25.642" v="280" actId="478"/>
          <ac:spMkLst>
            <pc:docMk/>
            <pc:sldMk cId="3921647543" sldId="2076137748"/>
            <ac:spMk id="5" creationId="{6765034D-8FC3-D6CB-4C7B-93EDE5ABE34B}"/>
          </ac:spMkLst>
        </pc:spChg>
      </pc:sldChg>
      <pc:sldChg chg="modSp add mod">
        <pc:chgData name="Jorge Alejandro Bravo Pizarro" userId="866f4d59-4e3d-4420-8a8b-3d6ddbb5c639" providerId="ADAL" clId="{8303F22A-E1DC-3042-99CA-00881C9156AC}" dt="2024-06-12T14:59:17.416" v="290" actId="12"/>
        <pc:sldMkLst>
          <pc:docMk/>
          <pc:sldMk cId="1827440269" sldId="2076137749"/>
        </pc:sldMkLst>
        <pc:spChg chg="mod">
          <ac:chgData name="Jorge Alejandro Bravo Pizarro" userId="866f4d59-4e3d-4420-8a8b-3d6ddbb5c639" providerId="ADAL" clId="{8303F22A-E1DC-3042-99CA-00881C9156AC}" dt="2024-06-12T14:59:17.416" v="290" actId="12"/>
          <ac:spMkLst>
            <pc:docMk/>
            <pc:sldMk cId="1827440269" sldId="2076137749"/>
            <ac:spMk id="3" creationId="{2A7BF873-53DC-D508-8E6A-31A26DB43DA6}"/>
          </ac:spMkLst>
        </pc:spChg>
      </pc:sldChg>
      <pc:sldChg chg="modSp add mod">
        <pc:chgData name="Jorge Alejandro Bravo Pizarro" userId="866f4d59-4e3d-4420-8a8b-3d6ddbb5c639" providerId="ADAL" clId="{8303F22A-E1DC-3042-99CA-00881C9156AC}" dt="2024-06-12T15:03:57.179" v="347" actId="6549"/>
        <pc:sldMkLst>
          <pc:docMk/>
          <pc:sldMk cId="1394969324" sldId="2076137750"/>
        </pc:sldMkLst>
        <pc:spChg chg="mod">
          <ac:chgData name="Jorge Alejandro Bravo Pizarro" userId="866f4d59-4e3d-4420-8a8b-3d6ddbb5c639" providerId="ADAL" clId="{8303F22A-E1DC-3042-99CA-00881C9156AC}" dt="2024-06-12T15:02:29.407" v="337" actId="20577"/>
          <ac:spMkLst>
            <pc:docMk/>
            <pc:sldMk cId="1394969324" sldId="2076137750"/>
            <ac:spMk id="2" creationId="{E24F5A81-3939-120B-4421-38AEA62B7650}"/>
          </ac:spMkLst>
        </pc:spChg>
        <pc:spChg chg="mod">
          <ac:chgData name="Jorge Alejandro Bravo Pizarro" userId="866f4d59-4e3d-4420-8a8b-3d6ddbb5c639" providerId="ADAL" clId="{8303F22A-E1DC-3042-99CA-00881C9156AC}" dt="2024-06-12T15:03:57.179" v="347" actId="6549"/>
          <ac:spMkLst>
            <pc:docMk/>
            <pc:sldMk cId="1394969324" sldId="2076137750"/>
            <ac:spMk id="5" creationId="{FE23E888-9D69-5E04-1A7D-66D515E92C04}"/>
          </ac:spMkLst>
        </pc:spChg>
      </pc:sldChg>
      <pc:sldChg chg="addSp delSp modSp add mod">
        <pc:chgData name="Jorge Alejandro Bravo Pizarro" userId="866f4d59-4e3d-4420-8a8b-3d6ddbb5c639" providerId="ADAL" clId="{8303F22A-E1DC-3042-99CA-00881C9156AC}" dt="2024-06-12T15:05:54.736" v="355" actId="14100"/>
        <pc:sldMkLst>
          <pc:docMk/>
          <pc:sldMk cId="326666123" sldId="2076137751"/>
        </pc:sldMkLst>
        <pc:spChg chg="del">
          <ac:chgData name="Jorge Alejandro Bravo Pizarro" userId="866f4d59-4e3d-4420-8a8b-3d6ddbb5c639" providerId="ADAL" clId="{8303F22A-E1DC-3042-99CA-00881C9156AC}" dt="2024-06-12T15:05:46.317" v="350" actId="478"/>
          <ac:spMkLst>
            <pc:docMk/>
            <pc:sldMk cId="326666123" sldId="2076137751"/>
            <ac:spMk id="2" creationId="{E24F5A81-3939-120B-4421-38AEA62B7650}"/>
          </ac:spMkLst>
        </pc:spChg>
        <pc:spChg chg="del">
          <ac:chgData name="Jorge Alejandro Bravo Pizarro" userId="866f4d59-4e3d-4420-8a8b-3d6ddbb5c639" providerId="ADAL" clId="{8303F22A-E1DC-3042-99CA-00881C9156AC}" dt="2024-06-12T15:05:43.975" v="349" actId="478"/>
          <ac:spMkLst>
            <pc:docMk/>
            <pc:sldMk cId="326666123" sldId="2076137751"/>
            <ac:spMk id="5" creationId="{FE23E888-9D69-5E04-1A7D-66D515E92C04}"/>
          </ac:spMkLst>
        </pc:spChg>
        <pc:spChg chg="add del mod">
          <ac:chgData name="Jorge Alejandro Bravo Pizarro" userId="866f4d59-4e3d-4420-8a8b-3d6ddbb5c639" providerId="ADAL" clId="{8303F22A-E1DC-3042-99CA-00881C9156AC}" dt="2024-06-12T15:05:49.114" v="351" actId="478"/>
          <ac:spMkLst>
            <pc:docMk/>
            <pc:sldMk cId="326666123" sldId="2076137751"/>
            <ac:spMk id="6" creationId="{74238D79-5850-CEA2-F5DA-4C443763A5D1}"/>
          </ac:spMkLst>
        </pc:spChg>
        <pc:picChg chg="add mod">
          <ac:chgData name="Jorge Alejandro Bravo Pizarro" userId="866f4d59-4e3d-4420-8a8b-3d6ddbb5c639" providerId="ADAL" clId="{8303F22A-E1DC-3042-99CA-00881C9156AC}" dt="2024-06-12T15:05:54.736" v="355" actId="14100"/>
          <ac:picMkLst>
            <pc:docMk/>
            <pc:sldMk cId="326666123" sldId="2076137751"/>
            <ac:picMk id="7" creationId="{78258467-5F44-40F9-C643-BD36DBD8E576}"/>
          </ac:picMkLst>
        </pc:picChg>
      </pc:sldChg>
    </pc:docChg>
  </pc:docChgLst>
  <pc:docChgLst>
    <pc:chgData name="Alejandra Bravo Garcia" userId="4cf5125d-f567-4a98-9bb5-4ea9ae908f01" providerId="ADAL" clId="{20B9C4F6-F537-4BE7-987D-554A3B4B781E}"/>
    <pc:docChg chg="undo redo custSel addSld delSld modSld sldOrd">
      <pc:chgData name="Alejandra Bravo Garcia" userId="4cf5125d-f567-4a98-9bb5-4ea9ae908f01" providerId="ADAL" clId="{20B9C4F6-F537-4BE7-987D-554A3B4B781E}" dt="2023-09-05T02:53:38.287" v="444" actId="207"/>
      <pc:docMkLst>
        <pc:docMk/>
      </pc:docMkLst>
      <pc:sldChg chg="delSp modSp add del mod">
        <pc:chgData name="Alejandra Bravo Garcia" userId="4cf5125d-f567-4a98-9bb5-4ea9ae908f01" providerId="ADAL" clId="{20B9C4F6-F537-4BE7-987D-554A3B4B781E}" dt="2023-09-05T02:05:50.448" v="206" actId="2696"/>
        <pc:sldMkLst>
          <pc:docMk/>
          <pc:sldMk cId="1405910239" sldId="256"/>
        </pc:sldMkLst>
        <pc:picChg chg="del mod">
          <ac:chgData name="Alejandra Bravo Garcia" userId="4cf5125d-f567-4a98-9bb5-4ea9ae908f01" providerId="ADAL" clId="{20B9C4F6-F537-4BE7-987D-554A3B4B781E}" dt="2023-09-05T02:04:20.290" v="189" actId="21"/>
          <ac:picMkLst>
            <pc:docMk/>
            <pc:sldMk cId="1405910239" sldId="256"/>
            <ac:picMk id="5" creationId="{5D13AF6A-98A1-5A66-4A8B-CC3E858DF87F}"/>
          </ac:picMkLst>
        </pc:picChg>
      </pc:sldChg>
      <pc:sldChg chg="modSp mod">
        <pc:chgData name="Alejandra Bravo Garcia" userId="4cf5125d-f567-4a98-9bb5-4ea9ae908f01" providerId="ADAL" clId="{20B9C4F6-F537-4BE7-987D-554A3B4B781E}" dt="2023-09-05T02:22:50.420" v="431" actId="20577"/>
        <pc:sldMkLst>
          <pc:docMk/>
          <pc:sldMk cId="242947854" sldId="2076137701"/>
        </pc:sldMkLst>
        <pc:spChg chg="mod">
          <ac:chgData name="Alejandra Bravo Garcia" userId="4cf5125d-f567-4a98-9bb5-4ea9ae908f01" providerId="ADAL" clId="{20B9C4F6-F537-4BE7-987D-554A3B4B781E}" dt="2023-09-05T02:22:50.420" v="431" actId="20577"/>
          <ac:spMkLst>
            <pc:docMk/>
            <pc:sldMk cId="242947854" sldId="2076137701"/>
            <ac:spMk id="2" creationId="{1C4898CC-2EB7-701E-6844-7482F6FA4A69}"/>
          </ac:spMkLst>
        </pc:spChg>
      </pc:sldChg>
      <pc:sldChg chg="addSp delSp modSp mod">
        <pc:chgData name="Alejandra Bravo Garcia" userId="4cf5125d-f567-4a98-9bb5-4ea9ae908f01" providerId="ADAL" clId="{20B9C4F6-F537-4BE7-987D-554A3B4B781E}" dt="2023-09-05T02:04:49.891" v="195" actId="1076"/>
        <pc:sldMkLst>
          <pc:docMk/>
          <pc:sldMk cId="1136515697" sldId="2076137702"/>
        </pc:sldMkLst>
        <pc:spChg chg="del">
          <ac:chgData name="Alejandra Bravo Garcia" userId="4cf5125d-f567-4a98-9bb5-4ea9ae908f01" providerId="ADAL" clId="{20B9C4F6-F537-4BE7-987D-554A3B4B781E}" dt="2023-09-05T02:04:46.394" v="194" actId="478"/>
          <ac:spMkLst>
            <pc:docMk/>
            <pc:sldMk cId="1136515697" sldId="2076137702"/>
            <ac:spMk id="2" creationId="{25376074-10EA-2E38-7734-116EE817E5ED}"/>
          </ac:spMkLst>
        </pc:spChg>
        <pc:spChg chg="del">
          <ac:chgData name="Alejandra Bravo Garcia" userId="4cf5125d-f567-4a98-9bb5-4ea9ae908f01" providerId="ADAL" clId="{20B9C4F6-F537-4BE7-987D-554A3B4B781E}" dt="2023-09-05T02:04:26.748" v="190" actId="478"/>
          <ac:spMkLst>
            <pc:docMk/>
            <pc:sldMk cId="1136515697" sldId="2076137702"/>
            <ac:spMk id="3" creationId="{C836C6C3-E8D0-94B1-E144-DD41ECFB4453}"/>
          </ac:spMkLst>
        </pc:spChg>
        <pc:picChg chg="add mod">
          <ac:chgData name="Alejandra Bravo Garcia" userId="4cf5125d-f567-4a98-9bb5-4ea9ae908f01" providerId="ADAL" clId="{20B9C4F6-F537-4BE7-987D-554A3B4B781E}" dt="2023-09-05T02:04:49.891" v="195" actId="1076"/>
          <ac:picMkLst>
            <pc:docMk/>
            <pc:sldMk cId="1136515697" sldId="2076137702"/>
            <ac:picMk id="4" creationId="{7E0A5725-EB83-A829-7460-CA7FA618AF8E}"/>
          </ac:picMkLst>
        </pc:picChg>
      </pc:sldChg>
      <pc:sldChg chg="modSp mod ord">
        <pc:chgData name="Alejandra Bravo Garcia" userId="4cf5125d-f567-4a98-9bb5-4ea9ae908f01" providerId="ADAL" clId="{20B9C4F6-F537-4BE7-987D-554A3B4B781E}" dt="2023-09-05T02:03:21.324" v="182" actId="14100"/>
        <pc:sldMkLst>
          <pc:docMk/>
          <pc:sldMk cId="868812523" sldId="2076137703"/>
        </pc:sldMkLst>
        <pc:spChg chg="mod">
          <ac:chgData name="Alejandra Bravo Garcia" userId="4cf5125d-f567-4a98-9bb5-4ea9ae908f01" providerId="ADAL" clId="{20B9C4F6-F537-4BE7-987D-554A3B4B781E}" dt="2023-09-05T02:03:21.324" v="182" actId="14100"/>
          <ac:spMkLst>
            <pc:docMk/>
            <pc:sldMk cId="868812523" sldId="2076137703"/>
            <ac:spMk id="2" creationId="{A3C1683D-3F2C-514D-52C2-E5502AEA6BCB}"/>
          </ac:spMkLst>
        </pc:spChg>
      </pc:sldChg>
      <pc:sldChg chg="addSp delSp modSp mod ord">
        <pc:chgData name="Alejandra Bravo Garcia" userId="4cf5125d-f567-4a98-9bb5-4ea9ae908f01" providerId="ADAL" clId="{20B9C4F6-F537-4BE7-987D-554A3B4B781E}" dt="2023-09-05T02:12:32.721" v="318" actId="113"/>
        <pc:sldMkLst>
          <pc:docMk/>
          <pc:sldMk cId="1943926825" sldId="2076137704"/>
        </pc:sldMkLst>
        <pc:spChg chg="mod">
          <ac:chgData name="Alejandra Bravo Garcia" userId="4cf5125d-f567-4a98-9bb5-4ea9ae908f01" providerId="ADAL" clId="{20B9C4F6-F537-4BE7-987D-554A3B4B781E}" dt="2023-09-05T02:12:32.721" v="318" actId="113"/>
          <ac:spMkLst>
            <pc:docMk/>
            <pc:sldMk cId="1943926825" sldId="2076137704"/>
            <ac:spMk id="2" creationId="{65692239-D7A4-8289-9A70-5DE5384D5E01}"/>
          </ac:spMkLst>
        </pc:spChg>
        <pc:spChg chg="del">
          <ac:chgData name="Alejandra Bravo Garcia" userId="4cf5125d-f567-4a98-9bb5-4ea9ae908f01" providerId="ADAL" clId="{20B9C4F6-F537-4BE7-987D-554A3B4B781E}" dt="2023-09-05T02:11:58.246" v="308" actId="478"/>
          <ac:spMkLst>
            <pc:docMk/>
            <pc:sldMk cId="1943926825" sldId="2076137704"/>
            <ac:spMk id="3" creationId="{22ACFD13-C7FA-F4C3-0B07-3BE2A9BDD524}"/>
          </ac:spMkLst>
        </pc:spChg>
        <pc:picChg chg="add mod">
          <ac:chgData name="Alejandra Bravo Garcia" userId="4cf5125d-f567-4a98-9bb5-4ea9ae908f01" providerId="ADAL" clId="{20B9C4F6-F537-4BE7-987D-554A3B4B781E}" dt="2023-09-05T02:12:14.281" v="314" actId="1076"/>
          <ac:picMkLst>
            <pc:docMk/>
            <pc:sldMk cId="1943926825" sldId="2076137704"/>
            <ac:picMk id="2050" creationId="{3F21FD4D-CAA2-76D4-8B35-B7D0509C8200}"/>
          </ac:picMkLst>
        </pc:picChg>
      </pc:sldChg>
      <pc:sldChg chg="modSp mod">
        <pc:chgData name="Alejandra Bravo Garcia" userId="4cf5125d-f567-4a98-9bb5-4ea9ae908f01" providerId="ADAL" clId="{20B9C4F6-F537-4BE7-987D-554A3B4B781E}" dt="2023-09-05T01:58:04.930" v="63" actId="20577"/>
        <pc:sldMkLst>
          <pc:docMk/>
          <pc:sldMk cId="3167001994" sldId="2076137705"/>
        </pc:sldMkLst>
        <pc:spChg chg="mod">
          <ac:chgData name="Alejandra Bravo Garcia" userId="4cf5125d-f567-4a98-9bb5-4ea9ae908f01" providerId="ADAL" clId="{20B9C4F6-F537-4BE7-987D-554A3B4B781E}" dt="2023-09-05T01:58:04.930" v="63" actId="20577"/>
          <ac:spMkLst>
            <pc:docMk/>
            <pc:sldMk cId="3167001994" sldId="2076137705"/>
            <ac:spMk id="2" creationId="{972BB412-0761-08C0-91B5-7D184FDF0428}"/>
          </ac:spMkLst>
        </pc:spChg>
        <pc:spChg chg="mod">
          <ac:chgData name="Alejandra Bravo Garcia" userId="4cf5125d-f567-4a98-9bb5-4ea9ae908f01" providerId="ADAL" clId="{20B9C4F6-F537-4BE7-987D-554A3B4B781E}" dt="2023-09-05T01:51:50.923" v="36" actId="20577"/>
          <ac:spMkLst>
            <pc:docMk/>
            <pc:sldMk cId="3167001994" sldId="2076137705"/>
            <ac:spMk id="3" creationId="{317770C8-A12B-436B-AB8E-9FC2932E0DB7}"/>
          </ac:spMkLst>
        </pc:spChg>
      </pc:sldChg>
      <pc:sldChg chg="addSp modSp mod setBg">
        <pc:chgData name="Alejandra Bravo Garcia" userId="4cf5125d-f567-4a98-9bb5-4ea9ae908f01" providerId="ADAL" clId="{20B9C4F6-F537-4BE7-987D-554A3B4B781E}" dt="2023-09-05T02:53:38.287" v="444" actId="207"/>
        <pc:sldMkLst>
          <pc:docMk/>
          <pc:sldMk cId="2328334949" sldId="2076137706"/>
        </pc:sldMkLst>
        <pc:spChg chg="mod">
          <ac:chgData name="Alejandra Bravo Garcia" userId="4cf5125d-f567-4a98-9bb5-4ea9ae908f01" providerId="ADAL" clId="{20B9C4F6-F537-4BE7-987D-554A3B4B781E}" dt="2023-09-05T01:58:17.012" v="65" actId="14100"/>
          <ac:spMkLst>
            <pc:docMk/>
            <pc:sldMk cId="2328334949" sldId="2076137706"/>
            <ac:spMk id="2" creationId="{B6EFDCBE-E499-3103-92A5-28F5D6427A64}"/>
          </ac:spMkLst>
        </pc:spChg>
        <pc:spChg chg="add mod">
          <ac:chgData name="Alejandra Bravo Garcia" userId="4cf5125d-f567-4a98-9bb5-4ea9ae908f01" providerId="ADAL" clId="{20B9C4F6-F537-4BE7-987D-554A3B4B781E}" dt="2023-09-05T02:53:38.287" v="444" actId="207"/>
          <ac:spMkLst>
            <pc:docMk/>
            <pc:sldMk cId="2328334949" sldId="2076137706"/>
            <ac:spMk id="3" creationId="{E13EDA60-EA13-DE58-247C-0BA1927DF33E}"/>
          </ac:spMkLst>
        </pc:spChg>
      </pc:sldChg>
      <pc:sldChg chg="modSp add mod ord">
        <pc:chgData name="Alejandra Bravo Garcia" userId="4cf5125d-f567-4a98-9bb5-4ea9ae908f01" providerId="ADAL" clId="{20B9C4F6-F537-4BE7-987D-554A3B4B781E}" dt="2023-09-05T02:05:38.074" v="202" actId="14100"/>
        <pc:sldMkLst>
          <pc:docMk/>
          <pc:sldMk cId="3736436638" sldId="2076137707"/>
        </pc:sldMkLst>
        <pc:spChg chg="mod">
          <ac:chgData name="Alejandra Bravo Garcia" userId="4cf5125d-f567-4a98-9bb5-4ea9ae908f01" providerId="ADAL" clId="{20B9C4F6-F537-4BE7-987D-554A3B4B781E}" dt="2023-09-05T02:05:38.074" v="202" actId="14100"/>
          <ac:spMkLst>
            <pc:docMk/>
            <pc:sldMk cId="3736436638" sldId="2076137707"/>
            <ac:spMk id="2" creationId="{A3C1683D-3F2C-514D-52C2-E5502AEA6BCB}"/>
          </ac:spMkLst>
        </pc:spChg>
      </pc:sldChg>
      <pc:sldChg chg="modSp add mod ord">
        <pc:chgData name="Alejandra Bravo Garcia" userId="4cf5125d-f567-4a98-9bb5-4ea9ae908f01" providerId="ADAL" clId="{20B9C4F6-F537-4BE7-987D-554A3B4B781E}" dt="2023-09-05T02:07:55.535" v="238" actId="20577"/>
        <pc:sldMkLst>
          <pc:docMk/>
          <pc:sldMk cId="829328944" sldId="2076137708"/>
        </pc:sldMkLst>
        <pc:spChg chg="mod">
          <ac:chgData name="Alejandra Bravo Garcia" userId="4cf5125d-f567-4a98-9bb5-4ea9ae908f01" providerId="ADAL" clId="{20B9C4F6-F537-4BE7-987D-554A3B4B781E}" dt="2023-09-05T02:07:55.535" v="238" actId="20577"/>
          <ac:spMkLst>
            <pc:docMk/>
            <pc:sldMk cId="829328944" sldId="2076137708"/>
            <ac:spMk id="2" creationId="{A3C1683D-3F2C-514D-52C2-E5502AEA6BCB}"/>
          </ac:spMkLst>
        </pc:spChg>
      </pc:sldChg>
      <pc:sldChg chg="modSp add mod">
        <pc:chgData name="Alejandra Bravo Garcia" userId="4cf5125d-f567-4a98-9bb5-4ea9ae908f01" providerId="ADAL" clId="{20B9C4F6-F537-4BE7-987D-554A3B4B781E}" dt="2023-09-05T02:08:29.494" v="243" actId="20577"/>
        <pc:sldMkLst>
          <pc:docMk/>
          <pc:sldMk cId="694389719" sldId="2076137709"/>
        </pc:sldMkLst>
        <pc:spChg chg="mod">
          <ac:chgData name="Alejandra Bravo Garcia" userId="4cf5125d-f567-4a98-9bb5-4ea9ae908f01" providerId="ADAL" clId="{20B9C4F6-F537-4BE7-987D-554A3B4B781E}" dt="2023-09-05T02:08:29.494" v="243" actId="20577"/>
          <ac:spMkLst>
            <pc:docMk/>
            <pc:sldMk cId="694389719" sldId="2076137709"/>
            <ac:spMk id="2" creationId="{A3C1683D-3F2C-514D-52C2-E5502AEA6BCB}"/>
          </ac:spMkLst>
        </pc:spChg>
      </pc:sldChg>
      <pc:sldChg chg="modSp add mod">
        <pc:chgData name="Alejandra Bravo Garcia" userId="4cf5125d-f567-4a98-9bb5-4ea9ae908f01" providerId="ADAL" clId="{20B9C4F6-F537-4BE7-987D-554A3B4B781E}" dt="2023-09-05T02:08:53.284" v="250" actId="20577"/>
        <pc:sldMkLst>
          <pc:docMk/>
          <pc:sldMk cId="3734186721" sldId="2076137710"/>
        </pc:sldMkLst>
        <pc:spChg chg="mod">
          <ac:chgData name="Alejandra Bravo Garcia" userId="4cf5125d-f567-4a98-9bb5-4ea9ae908f01" providerId="ADAL" clId="{20B9C4F6-F537-4BE7-987D-554A3B4B781E}" dt="2023-09-05T02:08:53.284" v="250" actId="20577"/>
          <ac:spMkLst>
            <pc:docMk/>
            <pc:sldMk cId="3734186721" sldId="2076137710"/>
            <ac:spMk id="2" creationId="{A3C1683D-3F2C-514D-52C2-E5502AEA6BCB}"/>
          </ac:spMkLst>
        </pc:spChg>
      </pc:sldChg>
      <pc:sldChg chg="modSp add mod">
        <pc:chgData name="Alejandra Bravo Garcia" userId="4cf5125d-f567-4a98-9bb5-4ea9ae908f01" providerId="ADAL" clId="{20B9C4F6-F537-4BE7-987D-554A3B4B781E}" dt="2023-09-05T02:10:39.157" v="303" actId="20577"/>
        <pc:sldMkLst>
          <pc:docMk/>
          <pc:sldMk cId="571905608" sldId="2076137711"/>
        </pc:sldMkLst>
        <pc:spChg chg="mod">
          <ac:chgData name="Alejandra Bravo Garcia" userId="4cf5125d-f567-4a98-9bb5-4ea9ae908f01" providerId="ADAL" clId="{20B9C4F6-F537-4BE7-987D-554A3B4B781E}" dt="2023-09-05T02:10:39.157" v="303" actId="20577"/>
          <ac:spMkLst>
            <pc:docMk/>
            <pc:sldMk cId="571905608" sldId="2076137711"/>
            <ac:spMk id="2" creationId="{A3C1683D-3F2C-514D-52C2-E5502AEA6BCB}"/>
          </ac:spMkLst>
        </pc:spChg>
      </pc:sldChg>
      <pc:sldChg chg="add del">
        <pc:chgData name="Alejandra Bravo Garcia" userId="4cf5125d-f567-4a98-9bb5-4ea9ae908f01" providerId="ADAL" clId="{20B9C4F6-F537-4BE7-987D-554A3B4B781E}" dt="2023-09-05T02:06:17.425" v="211" actId="2696"/>
        <pc:sldMkLst>
          <pc:docMk/>
          <pc:sldMk cId="1618824746" sldId="2076137712"/>
        </pc:sldMkLst>
      </pc:sldChg>
      <pc:sldChg chg="addSp delSp modSp add mod ord">
        <pc:chgData name="Alejandra Bravo Garcia" userId="4cf5125d-f567-4a98-9bb5-4ea9ae908f01" providerId="ADAL" clId="{20B9C4F6-F537-4BE7-987D-554A3B4B781E}" dt="2023-09-05T02:11:25.147" v="305"/>
        <pc:sldMkLst>
          <pc:docMk/>
          <pc:sldMk cId="3631252662" sldId="2076137712"/>
        </pc:sldMkLst>
        <pc:spChg chg="del">
          <ac:chgData name="Alejandra Bravo Garcia" userId="4cf5125d-f567-4a98-9bb5-4ea9ae908f01" providerId="ADAL" clId="{20B9C4F6-F537-4BE7-987D-554A3B4B781E}" dt="2023-09-05T02:07:08.601" v="226" actId="478"/>
          <ac:spMkLst>
            <pc:docMk/>
            <pc:sldMk cId="3631252662" sldId="2076137712"/>
            <ac:spMk id="2" creationId="{65692239-D7A4-8289-9A70-5DE5384D5E01}"/>
          </ac:spMkLst>
        </pc:spChg>
        <pc:spChg chg="del">
          <ac:chgData name="Alejandra Bravo Garcia" userId="4cf5125d-f567-4a98-9bb5-4ea9ae908f01" providerId="ADAL" clId="{20B9C4F6-F537-4BE7-987D-554A3B4B781E}" dt="2023-09-05T02:07:00.520" v="224" actId="478"/>
          <ac:spMkLst>
            <pc:docMk/>
            <pc:sldMk cId="3631252662" sldId="2076137712"/>
            <ac:spMk id="3" creationId="{22ACFD13-C7FA-F4C3-0B07-3BE2A9BDD524}"/>
          </ac:spMkLst>
        </pc:spChg>
        <pc:picChg chg="add mod">
          <ac:chgData name="Alejandra Bravo Garcia" userId="4cf5125d-f567-4a98-9bb5-4ea9ae908f01" providerId="ADAL" clId="{20B9C4F6-F537-4BE7-987D-554A3B4B781E}" dt="2023-09-05T02:07:19.973" v="227" actId="1076"/>
          <ac:picMkLst>
            <pc:docMk/>
            <pc:sldMk cId="3631252662" sldId="2076137712"/>
            <ac:picMk id="1026" creationId="{DC153E5B-DFF3-D2D8-88FC-43C6A850998F}"/>
          </ac:picMkLst>
        </pc:picChg>
      </pc:sldChg>
      <pc:sldChg chg="addSp delSp modSp add mod ord">
        <pc:chgData name="Alejandra Bravo Garcia" userId="4cf5125d-f567-4a98-9bb5-4ea9ae908f01" providerId="ADAL" clId="{20B9C4F6-F537-4BE7-987D-554A3B4B781E}" dt="2023-09-05T02:17:56.182" v="351" actId="1076"/>
        <pc:sldMkLst>
          <pc:docMk/>
          <pc:sldMk cId="536104298" sldId="2076137713"/>
        </pc:sldMkLst>
        <pc:spChg chg="del mod">
          <ac:chgData name="Alejandra Bravo Garcia" userId="4cf5125d-f567-4a98-9bb5-4ea9ae908f01" providerId="ADAL" clId="{20B9C4F6-F537-4BE7-987D-554A3B4B781E}" dt="2023-09-05T02:15:31.170" v="338" actId="478"/>
          <ac:spMkLst>
            <pc:docMk/>
            <pc:sldMk cId="536104298" sldId="2076137713"/>
            <ac:spMk id="2" creationId="{65692239-D7A4-8289-9A70-5DE5384D5E01}"/>
          </ac:spMkLst>
        </pc:spChg>
        <pc:spChg chg="del">
          <ac:chgData name="Alejandra Bravo Garcia" userId="4cf5125d-f567-4a98-9bb5-4ea9ae908f01" providerId="ADAL" clId="{20B9C4F6-F537-4BE7-987D-554A3B4B781E}" dt="2023-09-05T02:15:07.040" v="332" actId="478"/>
          <ac:spMkLst>
            <pc:docMk/>
            <pc:sldMk cId="536104298" sldId="2076137713"/>
            <ac:spMk id="3" creationId="{22ACFD13-C7FA-F4C3-0B07-3BE2A9BDD524}"/>
          </ac:spMkLst>
        </pc:spChg>
        <pc:spChg chg="add mod">
          <ac:chgData name="Alejandra Bravo Garcia" userId="4cf5125d-f567-4a98-9bb5-4ea9ae908f01" providerId="ADAL" clId="{20B9C4F6-F537-4BE7-987D-554A3B4B781E}" dt="2023-09-05T02:16:49.285" v="345" actId="14100"/>
          <ac:spMkLst>
            <pc:docMk/>
            <pc:sldMk cId="536104298" sldId="2076137713"/>
            <ac:spMk id="4" creationId="{50FEBFAF-F16F-D3D3-04EB-C957FF331333}"/>
          </ac:spMkLst>
        </pc:spChg>
        <pc:spChg chg="add mod">
          <ac:chgData name="Alejandra Bravo Garcia" userId="4cf5125d-f567-4a98-9bb5-4ea9ae908f01" providerId="ADAL" clId="{20B9C4F6-F537-4BE7-987D-554A3B4B781E}" dt="2023-09-05T02:17:09.306" v="348" actId="255"/>
          <ac:spMkLst>
            <pc:docMk/>
            <pc:sldMk cId="536104298" sldId="2076137713"/>
            <ac:spMk id="5" creationId="{396D43B6-C001-8635-3ECC-22C243D08BBD}"/>
          </ac:spMkLst>
        </pc:spChg>
        <pc:spChg chg="add mod">
          <ac:chgData name="Alejandra Bravo Garcia" userId="4cf5125d-f567-4a98-9bb5-4ea9ae908f01" providerId="ADAL" clId="{20B9C4F6-F537-4BE7-987D-554A3B4B781E}" dt="2023-09-05T02:17:56.182" v="351" actId="1076"/>
          <ac:spMkLst>
            <pc:docMk/>
            <pc:sldMk cId="536104298" sldId="2076137713"/>
            <ac:spMk id="6" creationId="{C5827CDD-A6E4-25EA-3A20-58D43697366D}"/>
          </ac:spMkLst>
        </pc:spChg>
        <pc:spChg chg="add mod">
          <ac:chgData name="Alejandra Bravo Garcia" userId="4cf5125d-f567-4a98-9bb5-4ea9ae908f01" providerId="ADAL" clId="{20B9C4F6-F537-4BE7-987D-554A3B4B781E}" dt="2023-09-05T02:17:46.310" v="350" actId="20577"/>
          <ac:spMkLst>
            <pc:docMk/>
            <pc:sldMk cId="536104298" sldId="2076137713"/>
            <ac:spMk id="7" creationId="{22E3879B-FFF9-187A-E988-98E80FBEF22E}"/>
          </ac:spMkLst>
        </pc:spChg>
      </pc:sldChg>
      <pc:sldChg chg="addSp delSp modSp add mod ord">
        <pc:chgData name="Alejandra Bravo Garcia" userId="4cf5125d-f567-4a98-9bb5-4ea9ae908f01" providerId="ADAL" clId="{20B9C4F6-F537-4BE7-987D-554A3B4B781E}" dt="2023-09-05T02:20:31.766" v="368" actId="113"/>
        <pc:sldMkLst>
          <pc:docMk/>
          <pc:sldMk cId="4073713596" sldId="2076137714"/>
        </pc:sldMkLst>
        <pc:spChg chg="del">
          <ac:chgData name="Alejandra Bravo Garcia" userId="4cf5125d-f567-4a98-9bb5-4ea9ae908f01" providerId="ADAL" clId="{20B9C4F6-F537-4BE7-987D-554A3B4B781E}" dt="2023-09-05T02:18:28.266" v="352" actId="478"/>
          <ac:spMkLst>
            <pc:docMk/>
            <pc:sldMk cId="4073713596" sldId="2076137714"/>
            <ac:spMk id="2" creationId="{65692239-D7A4-8289-9A70-5DE5384D5E01}"/>
          </ac:spMkLst>
        </pc:spChg>
        <pc:spChg chg="del">
          <ac:chgData name="Alejandra Bravo Garcia" userId="4cf5125d-f567-4a98-9bb5-4ea9ae908f01" providerId="ADAL" clId="{20B9C4F6-F537-4BE7-987D-554A3B4B781E}" dt="2023-09-05T02:18:29.875" v="353" actId="478"/>
          <ac:spMkLst>
            <pc:docMk/>
            <pc:sldMk cId="4073713596" sldId="2076137714"/>
            <ac:spMk id="3" creationId="{22ACFD13-C7FA-F4C3-0B07-3BE2A9BDD524}"/>
          </ac:spMkLst>
        </pc:spChg>
        <pc:spChg chg="add mod">
          <ac:chgData name="Alejandra Bravo Garcia" userId="4cf5125d-f567-4a98-9bb5-4ea9ae908f01" providerId="ADAL" clId="{20B9C4F6-F537-4BE7-987D-554A3B4B781E}" dt="2023-09-05T02:20:15.953" v="363" actId="14100"/>
          <ac:spMkLst>
            <pc:docMk/>
            <pc:sldMk cId="4073713596" sldId="2076137714"/>
            <ac:spMk id="4" creationId="{A4110A9C-3C0C-FFE0-8B27-DD567C75CC9C}"/>
          </ac:spMkLst>
        </pc:spChg>
        <pc:spChg chg="add mod">
          <ac:chgData name="Alejandra Bravo Garcia" userId="4cf5125d-f567-4a98-9bb5-4ea9ae908f01" providerId="ADAL" clId="{20B9C4F6-F537-4BE7-987D-554A3B4B781E}" dt="2023-09-05T02:20:19.067" v="364" actId="14100"/>
          <ac:spMkLst>
            <pc:docMk/>
            <pc:sldMk cId="4073713596" sldId="2076137714"/>
            <ac:spMk id="5" creationId="{D12BFC78-BB1A-5DF7-4A24-B2D125E3F549}"/>
          </ac:spMkLst>
        </pc:spChg>
        <pc:spChg chg="add mod">
          <ac:chgData name="Alejandra Bravo Garcia" userId="4cf5125d-f567-4a98-9bb5-4ea9ae908f01" providerId="ADAL" clId="{20B9C4F6-F537-4BE7-987D-554A3B4B781E}" dt="2023-09-05T02:20:31.766" v="368" actId="113"/>
          <ac:spMkLst>
            <pc:docMk/>
            <pc:sldMk cId="4073713596" sldId="2076137714"/>
            <ac:spMk id="6" creationId="{C5B670E2-61D2-BDE5-CA30-D2856F15D7DD}"/>
          </ac:spMkLst>
        </pc:spChg>
        <pc:picChg chg="add mod">
          <ac:chgData name="Alejandra Bravo Garcia" userId="4cf5125d-f567-4a98-9bb5-4ea9ae908f01" providerId="ADAL" clId="{20B9C4F6-F537-4BE7-987D-554A3B4B781E}" dt="2023-09-05T02:19:48.535" v="361" actId="1440"/>
          <ac:picMkLst>
            <pc:docMk/>
            <pc:sldMk cId="4073713596" sldId="2076137714"/>
            <ac:picMk id="4098" creationId="{341E7F11-1D29-5C4D-77E0-B8E3E6750D91}"/>
          </ac:picMkLst>
        </pc:picChg>
        <pc:picChg chg="add mod">
          <ac:chgData name="Alejandra Bravo Garcia" userId="4cf5125d-f567-4a98-9bb5-4ea9ae908f01" providerId="ADAL" clId="{20B9C4F6-F537-4BE7-987D-554A3B4B781E}" dt="2023-09-05T02:19:50.590" v="362" actId="1440"/>
          <ac:picMkLst>
            <pc:docMk/>
            <pc:sldMk cId="4073713596" sldId="2076137714"/>
            <ac:picMk id="4099" creationId="{DBB5197D-7643-3A44-BB24-E3E9AA538EDC}"/>
          </ac:picMkLst>
        </pc:picChg>
      </pc:sldChg>
      <pc:sldChg chg="addSp delSp modSp add mod ord">
        <pc:chgData name="Alejandra Bravo Garcia" userId="4cf5125d-f567-4a98-9bb5-4ea9ae908f01" providerId="ADAL" clId="{20B9C4F6-F537-4BE7-987D-554A3B4B781E}" dt="2023-09-05T02:22:00.112" v="379" actId="207"/>
        <pc:sldMkLst>
          <pc:docMk/>
          <pc:sldMk cId="3308352145" sldId="2076137715"/>
        </pc:sldMkLst>
        <pc:spChg chg="del">
          <ac:chgData name="Alejandra Bravo Garcia" userId="4cf5125d-f567-4a98-9bb5-4ea9ae908f01" providerId="ADAL" clId="{20B9C4F6-F537-4BE7-987D-554A3B4B781E}" dt="2023-09-05T02:21:04.214" v="370" actId="478"/>
          <ac:spMkLst>
            <pc:docMk/>
            <pc:sldMk cId="3308352145" sldId="2076137715"/>
            <ac:spMk id="2" creationId="{65692239-D7A4-8289-9A70-5DE5384D5E01}"/>
          </ac:spMkLst>
        </pc:spChg>
        <pc:spChg chg="del">
          <ac:chgData name="Alejandra Bravo Garcia" userId="4cf5125d-f567-4a98-9bb5-4ea9ae908f01" providerId="ADAL" clId="{20B9C4F6-F537-4BE7-987D-554A3B4B781E}" dt="2023-09-05T02:21:02.471" v="369" actId="478"/>
          <ac:spMkLst>
            <pc:docMk/>
            <pc:sldMk cId="3308352145" sldId="2076137715"/>
            <ac:spMk id="3" creationId="{22ACFD13-C7FA-F4C3-0B07-3BE2A9BDD524}"/>
          </ac:spMkLst>
        </pc:spChg>
        <pc:spChg chg="add mod">
          <ac:chgData name="Alejandra Bravo Garcia" userId="4cf5125d-f567-4a98-9bb5-4ea9ae908f01" providerId="ADAL" clId="{20B9C4F6-F537-4BE7-987D-554A3B4B781E}" dt="2023-09-05T02:21:52.352" v="378" actId="113"/>
          <ac:spMkLst>
            <pc:docMk/>
            <pc:sldMk cId="3308352145" sldId="2076137715"/>
            <ac:spMk id="4" creationId="{89401DFB-4589-4A40-1CF4-5D132DD2EF72}"/>
          </ac:spMkLst>
        </pc:spChg>
        <pc:spChg chg="add mod">
          <ac:chgData name="Alejandra Bravo Garcia" userId="4cf5125d-f567-4a98-9bb5-4ea9ae908f01" providerId="ADAL" clId="{20B9C4F6-F537-4BE7-987D-554A3B4B781E}" dt="2023-09-05T02:22:00.112" v="379" actId="207"/>
          <ac:spMkLst>
            <pc:docMk/>
            <pc:sldMk cId="3308352145" sldId="2076137715"/>
            <ac:spMk id="5" creationId="{A2D74E4D-CBE6-A3D9-BD83-ED8A812243ED}"/>
          </ac:spMkLst>
        </pc:spChg>
        <pc:spChg chg="add mod">
          <ac:chgData name="Alejandra Bravo Garcia" userId="4cf5125d-f567-4a98-9bb5-4ea9ae908f01" providerId="ADAL" clId="{20B9C4F6-F537-4BE7-987D-554A3B4B781E}" dt="2023-09-05T02:21:32.961" v="374" actId="1076"/>
          <ac:spMkLst>
            <pc:docMk/>
            <pc:sldMk cId="3308352145" sldId="2076137715"/>
            <ac:spMk id="6" creationId="{E7A96764-862C-3475-9311-453A659389A3}"/>
          </ac:spMkLst>
        </pc:spChg>
        <pc:picChg chg="add mod">
          <ac:chgData name="Alejandra Bravo Garcia" userId="4cf5125d-f567-4a98-9bb5-4ea9ae908f01" providerId="ADAL" clId="{20B9C4F6-F537-4BE7-987D-554A3B4B781E}" dt="2023-09-05T02:21:39.376" v="376" actId="1440"/>
          <ac:picMkLst>
            <pc:docMk/>
            <pc:sldMk cId="3308352145" sldId="2076137715"/>
            <ac:picMk id="5122" creationId="{E54C5135-F610-A35E-7081-EC02C10B7FFC}"/>
          </ac:picMkLst>
        </pc:picChg>
      </pc:sldChg>
      <pc:sldChg chg="addSp delSp modSp add mod">
        <pc:chgData name="Alejandra Bravo Garcia" userId="4cf5125d-f567-4a98-9bb5-4ea9ae908f01" providerId="ADAL" clId="{20B9C4F6-F537-4BE7-987D-554A3B4B781E}" dt="2023-09-05T02:14:13.054" v="331" actId="14100"/>
        <pc:sldMkLst>
          <pc:docMk/>
          <pc:sldMk cId="2456185182" sldId="2076137716"/>
        </pc:sldMkLst>
        <pc:spChg chg="mod">
          <ac:chgData name="Alejandra Bravo Garcia" userId="4cf5125d-f567-4a98-9bb5-4ea9ae908f01" providerId="ADAL" clId="{20B9C4F6-F537-4BE7-987D-554A3B4B781E}" dt="2023-09-05T02:13:26.277" v="324" actId="5793"/>
          <ac:spMkLst>
            <pc:docMk/>
            <pc:sldMk cId="2456185182" sldId="2076137716"/>
            <ac:spMk id="2" creationId="{65692239-D7A4-8289-9A70-5DE5384D5E01}"/>
          </ac:spMkLst>
        </pc:spChg>
        <pc:picChg chg="del">
          <ac:chgData name="Alejandra Bravo Garcia" userId="4cf5125d-f567-4a98-9bb5-4ea9ae908f01" providerId="ADAL" clId="{20B9C4F6-F537-4BE7-987D-554A3B4B781E}" dt="2023-09-05T02:12:59.294" v="320" actId="478"/>
          <ac:picMkLst>
            <pc:docMk/>
            <pc:sldMk cId="2456185182" sldId="2076137716"/>
            <ac:picMk id="2050" creationId="{3F21FD4D-CAA2-76D4-8B35-B7D0509C8200}"/>
          </ac:picMkLst>
        </pc:picChg>
        <pc:picChg chg="add mod">
          <ac:chgData name="Alejandra Bravo Garcia" userId="4cf5125d-f567-4a98-9bb5-4ea9ae908f01" providerId="ADAL" clId="{20B9C4F6-F537-4BE7-987D-554A3B4B781E}" dt="2023-09-05T02:14:13.054" v="331" actId="14100"/>
          <ac:picMkLst>
            <pc:docMk/>
            <pc:sldMk cId="2456185182" sldId="2076137716"/>
            <ac:picMk id="3074" creationId="{0E5561CE-0A7C-B717-8D59-304DF82310BC}"/>
          </ac:picMkLst>
        </pc:picChg>
      </pc:sldChg>
      <pc:sldMasterChg chg="delSldLayout">
        <pc:chgData name="Alejandra Bravo Garcia" userId="4cf5125d-f567-4a98-9bb5-4ea9ae908f01" providerId="ADAL" clId="{20B9C4F6-F537-4BE7-987D-554A3B4B781E}" dt="2023-09-05T02:05:50.448" v="206" actId="2696"/>
        <pc:sldMasterMkLst>
          <pc:docMk/>
          <pc:sldMasterMk cId="2491898207" sldId="2147483660"/>
        </pc:sldMasterMkLst>
        <pc:sldLayoutChg chg="del">
          <pc:chgData name="Alejandra Bravo Garcia" userId="4cf5125d-f567-4a98-9bb5-4ea9ae908f01" providerId="ADAL" clId="{20B9C4F6-F537-4BE7-987D-554A3B4B781E}" dt="2023-09-05T02:05:50.448" v="206" actId="2696"/>
          <pc:sldLayoutMkLst>
            <pc:docMk/>
            <pc:sldMasterMk cId="2491898207" sldId="2147483660"/>
            <pc:sldLayoutMk cId="1493273478" sldId="2147483666"/>
          </pc:sldLayoutMkLst>
        </pc:sldLayoutChg>
      </pc:sldMasterChg>
    </pc:docChg>
  </pc:docChgLst>
  <pc:docChgLst>
    <pc:chgData name="Alvaro Gajardo Rozas" userId="S::agajardo@ciisa.cl::b3fbea3f-f2a8-486d-aa1c-9a9bc80c7b05" providerId="AD" clId="Web-{81A78B22-6EB1-4333-B29B-3AA70FB3DE9C}"/>
    <pc:docChg chg="modSld">
      <pc:chgData name="Alvaro Gajardo Rozas" userId="S::agajardo@ciisa.cl::b3fbea3f-f2a8-486d-aa1c-9a9bc80c7b05" providerId="AD" clId="Web-{81A78B22-6EB1-4333-B29B-3AA70FB3DE9C}" dt="2023-08-17T18:58:22.310" v="1" actId="20577"/>
      <pc:docMkLst>
        <pc:docMk/>
      </pc:docMkLst>
      <pc:sldChg chg="modSp">
        <pc:chgData name="Alvaro Gajardo Rozas" userId="S::agajardo@ciisa.cl::b3fbea3f-f2a8-486d-aa1c-9a9bc80c7b05" providerId="AD" clId="Web-{81A78B22-6EB1-4333-B29B-3AA70FB3DE9C}" dt="2023-08-17T18:58:22.310" v="1" actId="20577"/>
        <pc:sldMkLst>
          <pc:docMk/>
          <pc:sldMk cId="1136515697" sldId="2076137702"/>
        </pc:sldMkLst>
        <pc:spChg chg="mod">
          <ac:chgData name="Alvaro Gajardo Rozas" userId="S::agajardo@ciisa.cl::b3fbea3f-f2a8-486d-aa1c-9a9bc80c7b05" providerId="AD" clId="Web-{81A78B22-6EB1-4333-B29B-3AA70FB3DE9C}" dt="2023-08-17T18:58:22.310" v="1" actId="20577"/>
          <ac:spMkLst>
            <pc:docMk/>
            <pc:sldMk cId="1136515697" sldId="2076137702"/>
            <ac:spMk id="2" creationId="{25376074-10EA-2E38-7734-116EE817E5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C2656-D0C9-4458-96E2-63B8D593F054}" type="datetimeFigureOut">
              <a:rPr lang="es-CL" smtClean="0"/>
              <a:t>16-08-2024</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8C6D-1E16-459A-B4A2-B354227B25CE}" type="slidenum">
              <a:rPr lang="es-CL" smtClean="0"/>
              <a:t>‹Nº›</a:t>
            </a:fld>
            <a:endParaRPr lang="es-CL"/>
          </a:p>
        </p:txBody>
      </p:sp>
    </p:spTree>
    <p:extLst>
      <p:ext uri="{BB962C8B-B14F-4D97-AF65-F5344CB8AC3E}">
        <p14:creationId xmlns:p14="http://schemas.microsoft.com/office/powerpoint/2010/main" val="152748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39BCFA7-EFF0-AE3A-4D5A-F54C59C5A639}"/>
              </a:ext>
            </a:extLst>
          </p:cNvPr>
          <p:cNvSpPr>
            <a:spLocks noGrp="1"/>
          </p:cNvSpPr>
          <p:nvPr>
            <p:ph type="ctrTitle" hasCustomPrompt="1"/>
          </p:nvPr>
        </p:nvSpPr>
        <p:spPr>
          <a:xfrm>
            <a:off x="6372790" y="3107113"/>
            <a:ext cx="5113194" cy="643773"/>
          </a:xfrm>
        </p:spPr>
        <p:txBody>
          <a:bodyPr anchor="ctr">
            <a:normAutofit/>
          </a:bodyPr>
          <a:lstStyle/>
          <a:p>
            <a:pPr algn="l"/>
            <a:r>
              <a:rPr lang="es-CL" sz="3600" b="1" err="1">
                <a:solidFill>
                  <a:schemeClr val="bg1"/>
                </a:solidFill>
                <a:latin typeface="Gotham" panose="02000603040000020004" pitchFamily="50" charset="0"/>
              </a:rPr>
              <a:t>Lorem</a:t>
            </a:r>
            <a:r>
              <a:rPr lang="es-CL" sz="3600" b="1">
                <a:solidFill>
                  <a:schemeClr val="bg1"/>
                </a:solidFill>
                <a:latin typeface="Gotham" panose="02000603040000020004" pitchFamily="50" charset="0"/>
              </a:rPr>
              <a:t> </a:t>
            </a:r>
            <a:r>
              <a:rPr lang="es-CL" sz="3600" b="1" err="1">
                <a:solidFill>
                  <a:schemeClr val="bg1"/>
                </a:solidFill>
                <a:latin typeface="Gotham" panose="02000603040000020004" pitchFamily="50" charset="0"/>
              </a:rPr>
              <a:t>ipsum</a:t>
            </a:r>
            <a:endParaRPr lang="es-CL" sz="3600" b="1">
              <a:solidFill>
                <a:schemeClr val="bg1"/>
              </a:solidFill>
              <a:latin typeface="Gotham" panose="02000603040000020004" pitchFamily="50" charset="0"/>
            </a:endParaRPr>
          </a:p>
        </p:txBody>
      </p:sp>
      <p:sp>
        <p:nvSpPr>
          <p:cNvPr id="5" name="Subtítulo 2">
            <a:extLst>
              <a:ext uri="{FF2B5EF4-FFF2-40B4-BE49-F238E27FC236}">
                <a16:creationId xmlns:a16="http://schemas.microsoft.com/office/drawing/2014/main" id="{4329DCCD-8CF6-9BA5-1F82-4885C19BA23B}"/>
              </a:ext>
            </a:extLst>
          </p:cNvPr>
          <p:cNvSpPr>
            <a:spLocks noGrp="1"/>
          </p:cNvSpPr>
          <p:nvPr>
            <p:ph type="subTitle" idx="1"/>
          </p:nvPr>
        </p:nvSpPr>
        <p:spPr>
          <a:xfrm>
            <a:off x="6372790" y="3839546"/>
            <a:ext cx="5113194" cy="635654"/>
          </a:xfrm>
        </p:spPr>
        <p:txBody>
          <a:bodyPr>
            <a:noAutofit/>
          </a:bodyPr>
          <a:lstStyle/>
          <a:p>
            <a:pPr algn="l"/>
            <a:r>
              <a:rPr lang="es-CL" sz="1800" err="1">
                <a:solidFill>
                  <a:schemeClr val="bg1"/>
                </a:solidFill>
                <a:latin typeface="Gotham" panose="02000603040000020004" pitchFamily="50" charset="0"/>
              </a:rPr>
              <a:t>Lorem</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ipsum</a:t>
            </a:r>
            <a:r>
              <a:rPr lang="es-CL" sz="1800">
                <a:solidFill>
                  <a:schemeClr val="bg1"/>
                </a:solidFill>
                <a:latin typeface="Gotham" panose="02000603040000020004" pitchFamily="50" charset="0"/>
              </a:rPr>
              <a:t> dolor </a:t>
            </a:r>
            <a:r>
              <a:rPr lang="es-CL" sz="1800" err="1">
                <a:solidFill>
                  <a:schemeClr val="bg1"/>
                </a:solidFill>
                <a:latin typeface="Gotham" panose="02000603040000020004" pitchFamily="50" charset="0"/>
              </a:rPr>
              <a:t>sit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amet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consectetuer</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adipiscing</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elit</a:t>
            </a:r>
            <a:r>
              <a:rPr lang="es-CL" sz="1800">
                <a:solidFill>
                  <a:schemeClr val="bg1"/>
                </a:solidFill>
                <a:latin typeface="Gotham" panose="02000603040000020004" pitchFamily="50" charset="0"/>
              </a:rPr>
              <a:t>, sed </a:t>
            </a:r>
            <a:r>
              <a:rPr lang="es-CL" sz="1800" err="1">
                <a:solidFill>
                  <a:schemeClr val="bg1"/>
                </a:solidFill>
                <a:latin typeface="Gotham" panose="02000603040000020004" pitchFamily="50" charset="0"/>
              </a:rPr>
              <a:t>diam</a:t>
            </a:r>
            <a:r>
              <a:rPr lang="es-CL" sz="1800">
                <a:solidFill>
                  <a:schemeClr val="bg1"/>
                </a:solidFill>
                <a:latin typeface="Gotham" panose="02000603040000020004" pitchFamily="50" charset="0"/>
              </a:rPr>
              <a:t>.</a:t>
            </a:r>
          </a:p>
        </p:txBody>
      </p:sp>
      <p:pic>
        <p:nvPicPr>
          <p:cNvPr id="2" name="Imagen 1" descr="Imagen que contiene botella, texto, periódico, firmar&#10;&#10;Descripción generada automáticamente">
            <a:extLst>
              <a:ext uri="{FF2B5EF4-FFF2-40B4-BE49-F238E27FC236}">
                <a16:creationId xmlns:a16="http://schemas.microsoft.com/office/drawing/2014/main" id="{56246E2A-FF94-6B4F-980C-12E7E5DF0C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4506" y="5579974"/>
            <a:ext cx="2199042" cy="761207"/>
          </a:xfrm>
          <a:prstGeom prst="rect">
            <a:avLst/>
          </a:prstGeom>
        </p:spPr>
      </p:pic>
    </p:spTree>
    <p:extLst>
      <p:ext uri="{BB962C8B-B14F-4D97-AF65-F5344CB8AC3E}">
        <p14:creationId xmlns:p14="http://schemas.microsoft.com/office/powerpoint/2010/main" val="639590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ma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a:solidFill>
                  <a:srgbClr val="102B42"/>
                </a:solidFill>
                <a:latin typeface="Gotham" panose="02000603040000020004" pitchFamily="2" charset="0"/>
              </a:rPr>
              <a:t>AGENDA</a:t>
            </a:r>
            <a:endParaRPr lang="en-US"/>
          </a:p>
        </p:txBody>
      </p:sp>
      <p:sp>
        <p:nvSpPr>
          <p:cNvPr id="45" name="Rectángulo: esquinas superiores redondeadas 44">
            <a:extLst>
              <a:ext uri="{FF2B5EF4-FFF2-40B4-BE49-F238E27FC236}">
                <a16:creationId xmlns:a16="http://schemas.microsoft.com/office/drawing/2014/main" id="{A669CD1B-0E03-ABA9-763C-5D948F0B8EB8}"/>
              </a:ext>
            </a:extLst>
          </p:cNvPr>
          <p:cNvSpPr/>
          <p:nvPr userDrawn="1"/>
        </p:nvSpPr>
        <p:spPr>
          <a:xfrm rot="16200000">
            <a:off x="-14135" y="3062436"/>
            <a:ext cx="4305299" cy="2180925"/>
          </a:xfrm>
          <a:prstGeom prst="round2SameRect">
            <a:avLst/>
          </a:prstGeom>
          <a:solidFill>
            <a:srgbClr val="304B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7" name="Subtitle 2">
            <a:extLst>
              <a:ext uri="{FF2B5EF4-FFF2-40B4-BE49-F238E27FC236}">
                <a16:creationId xmlns:a16="http://schemas.microsoft.com/office/drawing/2014/main" id="{024370F0-34C6-0E0F-CB33-03242E12CDC9}"/>
              </a:ext>
            </a:extLst>
          </p:cNvPr>
          <p:cNvSpPr txBox="1">
            <a:spLocks/>
          </p:cNvSpPr>
          <p:nvPr userDrawn="1"/>
        </p:nvSpPr>
        <p:spPr>
          <a:xfrm>
            <a:off x="3933825" y="1877961"/>
            <a:ext cx="7221854" cy="4444294"/>
          </a:xfrm>
          <a:prstGeom prst="rect">
            <a:avLst/>
          </a:prstGeom>
        </p:spPr>
        <p:txBody>
          <a:bodyPr vert="horz" wrap="square" lIns="91440" tIns="45720" rIns="91440" bIns="4572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01</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02</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03</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04</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05</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06</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p:txBody>
      </p:sp>
      <p:pic>
        <p:nvPicPr>
          <p:cNvPr id="4" name="Imagen 3" descr="Texto, Icono&#10;&#10;Descripción generada automáticamente">
            <a:extLst>
              <a:ext uri="{FF2B5EF4-FFF2-40B4-BE49-F238E27FC236}">
                <a16:creationId xmlns:a16="http://schemas.microsoft.com/office/drawing/2014/main" id="{EC37FD03-A8F4-6CC0-494F-F7761EB371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277" y="3038639"/>
            <a:ext cx="2125701" cy="2122937"/>
          </a:xfrm>
          <a:prstGeom prst="rect">
            <a:avLst/>
          </a:prstGeom>
        </p:spPr>
      </p:pic>
    </p:spTree>
    <p:extLst>
      <p:ext uri="{BB962C8B-B14F-4D97-AF65-F5344CB8AC3E}">
        <p14:creationId xmlns:p14="http://schemas.microsoft.com/office/powerpoint/2010/main" val="1993959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General">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err="1">
                <a:solidFill>
                  <a:srgbClr val="102B42"/>
                </a:solidFill>
                <a:latin typeface="Gotham" panose="02000603040000020004" pitchFamily="2" charset="0"/>
              </a:rPr>
              <a:t>Lorem</a:t>
            </a:r>
            <a:r>
              <a:rPr lang="es-ES" b="1">
                <a:solidFill>
                  <a:srgbClr val="102B42"/>
                </a:solidFill>
                <a:latin typeface="Gotham" panose="02000603040000020004" pitchFamily="2" charset="0"/>
              </a:rPr>
              <a:t> </a:t>
            </a:r>
            <a:r>
              <a:rPr lang="es-ES" b="1" err="1">
                <a:solidFill>
                  <a:srgbClr val="102B42"/>
                </a:solidFill>
                <a:latin typeface="Gotham" panose="02000603040000020004" pitchFamily="2" charset="0"/>
              </a:rPr>
              <a:t>Ipsum</a:t>
            </a:r>
            <a:endParaRPr lang="en-US"/>
          </a:p>
        </p:txBody>
      </p:sp>
      <p:sp>
        <p:nvSpPr>
          <p:cNvPr id="56" name="Content Placeholder 2">
            <a:extLst>
              <a:ext uri="{FF2B5EF4-FFF2-40B4-BE49-F238E27FC236}">
                <a16:creationId xmlns:a16="http://schemas.microsoft.com/office/drawing/2014/main" id="{25AF31D7-DDAD-AE10-0239-B0B639942F05}"/>
              </a:ext>
            </a:extLst>
          </p:cNvPr>
          <p:cNvSpPr>
            <a:spLocks noGrp="1"/>
          </p:cNvSpPr>
          <p:nvPr>
            <p:ph idx="1"/>
          </p:nvPr>
        </p:nvSpPr>
        <p:spPr>
          <a:xfrm>
            <a:off x="629587" y="1966452"/>
            <a:ext cx="11137692" cy="4359396"/>
          </a:xfrm>
        </p:spPr>
        <p:txBody>
          <a:bodyPr/>
          <a:lstStyle>
            <a:lvl1pPr>
              <a:defRPr>
                <a:solidFill>
                  <a:srgbClr val="3C3C3B"/>
                </a:solidFill>
              </a:defRPr>
            </a:lvl1pPr>
            <a:lvl2pPr>
              <a:defRPr>
                <a:solidFill>
                  <a:srgbClr val="3C3C3B"/>
                </a:solidFill>
              </a:defRPr>
            </a:lvl2pPr>
            <a:lvl3pPr>
              <a:defRPr>
                <a:solidFill>
                  <a:srgbClr val="3C3C3B"/>
                </a:solidFill>
              </a:defRPr>
            </a:lvl3pPr>
            <a:lvl4pPr>
              <a:defRPr>
                <a:solidFill>
                  <a:srgbClr val="3C3C3B"/>
                </a:solidFill>
              </a:defRPr>
            </a:lvl4pPr>
            <a:lvl5pPr>
              <a:defRPr>
                <a:solidFill>
                  <a:srgbClr val="3C3C3B"/>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9363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Cambio Tem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A8F40-9B3F-63B9-DD8C-BB01669C23EF}"/>
              </a:ext>
            </a:extLst>
          </p:cNvPr>
          <p:cNvSpPr>
            <a:spLocks noGrp="1"/>
          </p:cNvSpPr>
          <p:nvPr>
            <p:ph type="title" hasCustomPrompt="1"/>
          </p:nvPr>
        </p:nvSpPr>
        <p:spPr>
          <a:xfrm>
            <a:off x="4558721" y="2553043"/>
            <a:ext cx="7286438" cy="1744716"/>
          </a:xfrm>
        </p:spPr>
        <p:txBody>
          <a:bodyPr anchor="ctr"/>
          <a:lstStyle/>
          <a:p>
            <a:r>
              <a:rPr lang="es-CL" sz="4400" b="1" err="1">
                <a:solidFill>
                  <a:schemeClr val="bg1"/>
                </a:solidFill>
                <a:latin typeface="Gotham" panose="02000603040000020004" pitchFamily="50" charset="0"/>
              </a:rPr>
              <a:t>Lorem</a:t>
            </a:r>
            <a:r>
              <a:rPr lang="es-CL" sz="4400" b="1">
                <a:solidFill>
                  <a:schemeClr val="bg1"/>
                </a:solidFill>
                <a:latin typeface="Gotham" panose="02000603040000020004" pitchFamily="50" charset="0"/>
              </a:rPr>
              <a:t> </a:t>
            </a:r>
            <a:r>
              <a:rPr lang="es-CL" sz="4400" b="1" err="1">
                <a:solidFill>
                  <a:schemeClr val="bg1"/>
                </a:solidFill>
                <a:latin typeface="Gotham" panose="02000603040000020004" pitchFamily="50" charset="0"/>
              </a:rPr>
              <a:t>ipsum</a:t>
            </a:r>
            <a:endParaRPr lang="es-CL"/>
          </a:p>
        </p:txBody>
      </p:sp>
    </p:spTree>
    <p:extLst>
      <p:ext uri="{BB962C8B-B14F-4D97-AF65-F5344CB8AC3E}">
        <p14:creationId xmlns:p14="http://schemas.microsoft.com/office/powerpoint/2010/main" val="341119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29866" y="2203068"/>
            <a:ext cx="4925814" cy="1450757"/>
          </a:xfrm>
          <a:prstGeom prst="rect">
            <a:avLst/>
          </a:prstGeom>
        </p:spPr>
        <p:txBody>
          <a:bodyPr vert="horz" lIns="91440" tIns="45720" rIns="91440" bIns="45720" rtlCol="0" anchor="b">
            <a:no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229866" y="3653824"/>
            <a:ext cx="4925814" cy="1173009"/>
          </a:xfrm>
          <a:prstGeom prst="rect">
            <a:avLst/>
          </a:prstGeom>
        </p:spPr>
        <p:txBody>
          <a:bodyPr vert="horz" lIns="0" tIns="45720" rIns="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491898207"/>
      </p:ext>
    </p:extLst>
  </p:cSld>
  <p:clrMap bg1="lt1" tx1="dk1" bg2="lt2" tx2="dk2" accent1="accent1" accent2="accent2" accent3="accent3" accent4="accent4" accent5="accent5" accent6="accent6" hlink="hlink" folHlink="folHlink"/>
  <p:sldLayoutIdLst>
    <p:sldLayoutId id="2147483662" r:id="rId1"/>
    <p:sldLayoutId id="2147483665" r:id="rId2"/>
    <p:sldLayoutId id="2147483661" r:id="rId3"/>
    <p:sldLayoutId id="2147483663" r:id="rId4"/>
  </p:sldLayoutIdLst>
  <p:txStyles>
    <p:title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bg1"/>
          </a:solidFill>
          <a:latin typeface="Gotham" panose="02000603040000020004" pitchFamily="50" charset="0"/>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bg1"/>
          </a:solidFill>
          <a:latin typeface="Gotham" panose="02000603040000020004" pitchFamily="50" charset="0"/>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BB412-0761-08C0-91B5-7D184FDF0428}"/>
              </a:ext>
            </a:extLst>
          </p:cNvPr>
          <p:cNvSpPr>
            <a:spLocks noGrp="1"/>
          </p:cNvSpPr>
          <p:nvPr>
            <p:ph type="ctrTitle"/>
          </p:nvPr>
        </p:nvSpPr>
        <p:spPr>
          <a:xfrm>
            <a:off x="496672" y="3556166"/>
            <a:ext cx="5292436" cy="643773"/>
          </a:xfrm>
        </p:spPr>
        <p:txBody>
          <a:bodyPr>
            <a:noAutofit/>
          </a:bodyPr>
          <a:lstStyle/>
          <a:p>
            <a:r>
              <a:rPr lang="es-MX" dirty="0">
                <a:latin typeface="Gotham"/>
              </a:rPr>
              <a:t>Unidad 3</a:t>
            </a:r>
            <a:endParaRPr lang="es-ES" dirty="0"/>
          </a:p>
        </p:txBody>
      </p:sp>
      <p:sp>
        <p:nvSpPr>
          <p:cNvPr id="3" name="Subtítulo 2">
            <a:extLst>
              <a:ext uri="{FF2B5EF4-FFF2-40B4-BE49-F238E27FC236}">
                <a16:creationId xmlns:a16="http://schemas.microsoft.com/office/drawing/2014/main" id="{317770C8-A12B-436B-AB8E-9FC2932E0DB7}"/>
              </a:ext>
            </a:extLst>
          </p:cNvPr>
          <p:cNvSpPr>
            <a:spLocks noGrp="1"/>
          </p:cNvSpPr>
          <p:nvPr>
            <p:ph type="subTitle" idx="1"/>
          </p:nvPr>
        </p:nvSpPr>
        <p:spPr>
          <a:xfrm>
            <a:off x="492783" y="5606789"/>
            <a:ext cx="5113194" cy="635654"/>
          </a:xfrm>
        </p:spPr>
        <p:txBody>
          <a:bodyPr vert="horz" lIns="0" tIns="45720" rIns="0" bIns="45720" rtlCol="0" anchor="t">
            <a:noAutofit/>
          </a:bodyPr>
          <a:lstStyle/>
          <a:p>
            <a:r>
              <a:rPr lang="es-ES" sz="2400" dirty="0">
                <a:latin typeface="Gotham"/>
              </a:rPr>
              <a:t>Defectos</a:t>
            </a:r>
            <a:endParaRPr lang="es-CL" sz="2400" dirty="0"/>
          </a:p>
          <a:p>
            <a:r>
              <a:rPr lang="es-MX" sz="2400" dirty="0">
                <a:latin typeface="Gotham"/>
              </a:rPr>
              <a:t>Testing Aplicado al Desarrollo </a:t>
            </a:r>
            <a:endParaRPr lang="es-MX" sz="2400" dirty="0"/>
          </a:p>
        </p:txBody>
      </p:sp>
    </p:spTree>
    <p:extLst>
      <p:ext uri="{BB962C8B-B14F-4D97-AF65-F5344CB8AC3E}">
        <p14:creationId xmlns:p14="http://schemas.microsoft.com/office/powerpoint/2010/main" val="3167001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a:xfrm>
            <a:off x="4127964" y="222737"/>
            <a:ext cx="5905402" cy="590764"/>
          </a:xfrm>
        </p:spPr>
        <p:txBody>
          <a:bodyPr/>
          <a:lstStyle/>
          <a:p>
            <a:r>
              <a:rPr lang="es-ES" dirty="0">
                <a:latin typeface="Gotham"/>
              </a:rPr>
              <a:t>ÍNDICE</a:t>
            </a:r>
            <a:endParaRPr lang="es-ES" dirty="0"/>
          </a:p>
        </p:txBody>
      </p:sp>
      <p:sp>
        <p:nvSpPr>
          <p:cNvPr id="3" name="CuadroTexto 2">
            <a:extLst>
              <a:ext uri="{FF2B5EF4-FFF2-40B4-BE49-F238E27FC236}">
                <a16:creationId xmlns:a16="http://schemas.microsoft.com/office/drawing/2014/main" id="{E13EDA60-EA13-DE58-247C-0BA1927DF33E}"/>
              </a:ext>
            </a:extLst>
          </p:cNvPr>
          <p:cNvSpPr txBox="1"/>
          <p:nvPr/>
        </p:nvSpPr>
        <p:spPr>
          <a:xfrm>
            <a:off x="3829977" y="1852749"/>
            <a:ext cx="7499927" cy="3785652"/>
          </a:xfrm>
          <a:prstGeom prst="rect">
            <a:avLst/>
          </a:prstGeom>
          <a:solidFill>
            <a:schemeClr val="bg1"/>
          </a:solidFill>
        </p:spPr>
        <p:txBody>
          <a:bodyPr wrap="square" lIns="91440" tIns="45720" rIns="91440" bIns="45720" rtlCol="0" anchor="t">
            <a:spAutoFit/>
          </a:bodyPr>
          <a:lstStyle/>
          <a:p>
            <a:pPr marL="285750" indent="-285750">
              <a:buFont typeface="Arial" panose="020B0604020202020204" pitchFamily="34" charset="0"/>
              <a:buChar char="•"/>
            </a:pPr>
            <a:r>
              <a:rPr lang="es-MX" sz="2000" dirty="0">
                <a:solidFill>
                  <a:srgbClr val="102B42"/>
                </a:solidFill>
              </a:rPr>
              <a:t>Introducción</a:t>
            </a:r>
          </a:p>
          <a:p>
            <a:pPr marL="285750" indent="-285750">
              <a:buFont typeface="Arial" panose="020B0604020202020204" pitchFamily="34" charset="0"/>
              <a:buChar char="•"/>
            </a:pPr>
            <a:r>
              <a:rPr lang="es-MX" sz="2000" dirty="0">
                <a:solidFill>
                  <a:srgbClr val="102B42"/>
                </a:solidFill>
              </a:rPr>
              <a:t>Historia </a:t>
            </a:r>
          </a:p>
          <a:p>
            <a:pPr marL="285750" indent="-285750">
              <a:buFont typeface="Arial" panose="020B0604020202020204" pitchFamily="34" charset="0"/>
              <a:buChar char="•"/>
            </a:pPr>
            <a:r>
              <a:rPr lang="es-MX" sz="2000" dirty="0">
                <a:solidFill>
                  <a:srgbClr val="102B42"/>
                </a:solidFill>
              </a:rPr>
              <a:t>Procesos</a:t>
            </a:r>
          </a:p>
          <a:p>
            <a:pPr marL="285750" indent="-285750">
              <a:buFont typeface="Arial" panose="020B0604020202020204" pitchFamily="34" charset="0"/>
              <a:buChar char="•"/>
            </a:pPr>
            <a:r>
              <a:rPr lang="es-MX" sz="2000" dirty="0">
                <a:solidFill>
                  <a:srgbClr val="102B42"/>
                </a:solidFill>
              </a:rPr>
              <a:t>Roles</a:t>
            </a:r>
          </a:p>
          <a:p>
            <a:pPr marL="285750" indent="-285750">
              <a:buFont typeface="Arial" panose="020B0604020202020204" pitchFamily="34" charset="0"/>
              <a:buChar char="•"/>
            </a:pPr>
            <a:r>
              <a:rPr lang="es-MX" sz="2000" dirty="0">
                <a:solidFill>
                  <a:srgbClr val="102B42"/>
                </a:solidFill>
              </a:rPr>
              <a:t>Mejores Prácticas</a:t>
            </a:r>
          </a:p>
          <a:p>
            <a:pPr marL="285750" indent="-285750">
              <a:buFont typeface="Arial" panose="020B0604020202020204" pitchFamily="34" charset="0"/>
              <a:buChar char="•"/>
            </a:pPr>
            <a:r>
              <a:rPr lang="es-MX" sz="2000" dirty="0">
                <a:solidFill>
                  <a:srgbClr val="102B42"/>
                </a:solidFill>
              </a:rPr>
              <a:t>Protocolos Estándar</a:t>
            </a:r>
          </a:p>
          <a:p>
            <a:pPr marL="285750" indent="-285750">
              <a:buFont typeface="Arial" panose="020B0604020202020204" pitchFamily="34" charset="0"/>
              <a:buChar char="•"/>
            </a:pPr>
            <a:r>
              <a:rPr lang="es-MX" sz="2000" dirty="0">
                <a:solidFill>
                  <a:srgbClr val="102B42"/>
                </a:solidFill>
              </a:rPr>
              <a:t>Ventas y Desvenajas </a:t>
            </a:r>
          </a:p>
          <a:p>
            <a:pPr marL="285750" indent="-285750">
              <a:buFont typeface="Arial" panose="020B0604020202020204" pitchFamily="34" charset="0"/>
              <a:buChar char="•"/>
            </a:pPr>
            <a:r>
              <a:rPr lang="es-MX" sz="2000" dirty="0">
                <a:solidFill>
                  <a:srgbClr val="102B42"/>
                </a:solidFill>
              </a:rPr>
              <a:t>Problemas Historicos</a:t>
            </a:r>
          </a:p>
          <a:p>
            <a:pPr marL="742950" lvl="1" indent="-285750">
              <a:buFont typeface="Arial" panose="020B0604020202020204" pitchFamily="34" charset="0"/>
              <a:buChar char="•"/>
            </a:pPr>
            <a:endParaRPr lang="es-MX" sz="2000" dirty="0">
              <a:solidFill>
                <a:srgbClr val="102B42"/>
              </a:solidFill>
            </a:endParaRPr>
          </a:p>
          <a:p>
            <a:pPr marL="742950" lvl="1" indent="-285750">
              <a:buFont typeface="Arial" panose="020B0604020202020204" pitchFamily="34" charset="0"/>
              <a:buChar char="•"/>
            </a:pPr>
            <a:endParaRPr lang="es-MX" sz="2000" dirty="0">
              <a:solidFill>
                <a:srgbClr val="102B42"/>
              </a:solidFill>
            </a:endParaRPr>
          </a:p>
          <a:p>
            <a:pPr marL="742950" lvl="1" indent="-285750">
              <a:buFont typeface="Arial" panose="020B0604020202020204" pitchFamily="34" charset="0"/>
              <a:buChar char="•"/>
            </a:pPr>
            <a:endParaRPr lang="es-MX" sz="2000" dirty="0">
              <a:solidFill>
                <a:srgbClr val="102B42"/>
              </a:solidFill>
            </a:endParaRPr>
          </a:p>
          <a:p>
            <a:pPr lvl="1"/>
            <a:endParaRPr lang="es-MX" sz="2000" dirty="0">
              <a:solidFill>
                <a:srgbClr val="102B42"/>
              </a:solidFill>
              <a:cs typeface="Calibri" panose="020F0502020204030204"/>
            </a:endParaRPr>
          </a:p>
        </p:txBody>
      </p:sp>
    </p:spTree>
    <p:extLst>
      <p:ext uri="{BB962C8B-B14F-4D97-AF65-F5344CB8AC3E}">
        <p14:creationId xmlns:p14="http://schemas.microsoft.com/office/powerpoint/2010/main" val="2328334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a:xfrm>
            <a:off x="3984910" y="199538"/>
            <a:ext cx="6735641" cy="602137"/>
          </a:xfrm>
        </p:spPr>
        <p:txBody>
          <a:bodyPr/>
          <a:lstStyle/>
          <a:p>
            <a:r>
              <a:rPr lang="es-ES" dirty="0">
                <a:latin typeface="Gotham"/>
              </a:rPr>
              <a:t>Introducción </a:t>
            </a:r>
            <a:endParaRPr lang="es-ES" dirty="0"/>
          </a:p>
        </p:txBody>
      </p:sp>
      <p:sp>
        <p:nvSpPr>
          <p:cNvPr id="3" name="CuadroTexto 2">
            <a:extLst>
              <a:ext uri="{FF2B5EF4-FFF2-40B4-BE49-F238E27FC236}">
                <a16:creationId xmlns:a16="http://schemas.microsoft.com/office/drawing/2014/main" id="{E13EDA60-EA13-DE58-247C-0BA1927DF33E}"/>
              </a:ext>
            </a:extLst>
          </p:cNvPr>
          <p:cNvSpPr txBox="1"/>
          <p:nvPr/>
        </p:nvSpPr>
        <p:spPr>
          <a:xfrm>
            <a:off x="3985767" y="1859377"/>
            <a:ext cx="7474038" cy="3262432"/>
          </a:xfrm>
          <a:prstGeom prst="rect">
            <a:avLst/>
          </a:prstGeom>
          <a:solidFill>
            <a:schemeClr val="bg1"/>
          </a:solidFill>
        </p:spPr>
        <p:txBody>
          <a:bodyPr wrap="square" lIns="91440" tIns="45720" rIns="91440" bIns="45720" rtlCol="0" anchor="t">
            <a:spAutoFit/>
          </a:bodyPr>
          <a:lstStyle/>
          <a:p>
            <a:pPr algn="just"/>
            <a:r>
              <a:rPr lang="es-CL" sz="2000" dirty="0">
                <a:solidFill>
                  <a:srgbClr val="102B42"/>
                </a:solidFill>
              </a:rPr>
              <a:t>Los defectos en software, conocidos como bugs, han sido una preocupación desde los primeros días de la informática. La gestión de defectos es crucial para garantizar la seguridad y funcionalidad de los sistemas.</a:t>
            </a:r>
          </a:p>
          <a:p>
            <a:pPr algn="just"/>
            <a:endParaRPr lang="es-CL" dirty="0">
              <a:ea typeface="Calibri" panose="020F0502020204030204"/>
              <a:cs typeface="Calibri" panose="020F0502020204030204"/>
            </a:endParaRPr>
          </a:p>
          <a:p>
            <a:pPr algn="just"/>
            <a:endParaRPr lang="es-CL" dirty="0">
              <a:ea typeface="Calibri" panose="020F0502020204030204"/>
              <a:cs typeface="Calibri" panose="020F0502020204030204"/>
            </a:endParaRPr>
          </a:p>
          <a:p>
            <a:pPr algn="just"/>
            <a:endParaRPr lang="es-CL" dirty="0">
              <a:ea typeface="Calibri" panose="020F0502020204030204"/>
              <a:cs typeface="Calibri" panose="020F0502020204030204"/>
            </a:endParaRPr>
          </a:p>
          <a:p>
            <a:pPr algn="just"/>
            <a:endParaRPr lang="es-CL" dirty="0">
              <a:ea typeface="Calibri" panose="020F0502020204030204"/>
              <a:cs typeface="Calibri" panose="020F0502020204030204"/>
            </a:endParaRPr>
          </a:p>
          <a:p>
            <a:pPr algn="just"/>
            <a:endParaRPr lang="es-CL" dirty="0">
              <a:ea typeface="Calibri" panose="020F0502020204030204"/>
              <a:cs typeface="Calibri" panose="020F0502020204030204"/>
            </a:endParaRPr>
          </a:p>
          <a:p>
            <a:pPr algn="just"/>
            <a:endParaRPr lang="es-CL" dirty="0">
              <a:ea typeface="Calibri" panose="020F0502020204030204"/>
              <a:cs typeface="Calibri" panose="020F0502020204030204"/>
            </a:endParaRPr>
          </a:p>
          <a:p>
            <a:pPr algn="just"/>
            <a:endParaRPr lang="es-CL" dirty="0">
              <a:ea typeface="Calibri" panose="020F0502020204030204"/>
              <a:cs typeface="Calibri" panose="020F0502020204030204"/>
            </a:endParaRPr>
          </a:p>
        </p:txBody>
      </p:sp>
    </p:spTree>
    <p:extLst>
      <p:ext uri="{BB962C8B-B14F-4D97-AF65-F5344CB8AC3E}">
        <p14:creationId xmlns:p14="http://schemas.microsoft.com/office/powerpoint/2010/main" val="2546042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A2E26143-09E1-7C51-AB76-51A925D022D3}"/>
              </a:ext>
            </a:extLst>
          </p:cNvPr>
          <p:cNvSpPr>
            <a:spLocks noGrp="1"/>
          </p:cNvSpPr>
          <p:nvPr>
            <p:ph type="title"/>
          </p:nvPr>
        </p:nvSpPr>
        <p:spPr>
          <a:xfrm>
            <a:off x="840861" y="200826"/>
            <a:ext cx="10113461" cy="602137"/>
          </a:xfrm>
        </p:spPr>
        <p:txBody>
          <a:bodyPr/>
          <a:lstStyle/>
          <a:p>
            <a:r>
              <a:rPr lang="es-ES" dirty="0">
                <a:latin typeface="Gotham"/>
              </a:rPr>
              <a:t>Historia</a:t>
            </a:r>
            <a:endParaRPr lang="es-ES" dirty="0"/>
          </a:p>
        </p:txBody>
      </p:sp>
      <p:sp>
        <p:nvSpPr>
          <p:cNvPr id="9" name="CuadroTexto 8">
            <a:extLst>
              <a:ext uri="{FF2B5EF4-FFF2-40B4-BE49-F238E27FC236}">
                <a16:creationId xmlns:a16="http://schemas.microsoft.com/office/drawing/2014/main" id="{76A9EC48-A4FA-9DA0-1098-8D7DA268221D}"/>
              </a:ext>
            </a:extLst>
          </p:cNvPr>
          <p:cNvSpPr txBox="1"/>
          <p:nvPr/>
        </p:nvSpPr>
        <p:spPr>
          <a:xfrm>
            <a:off x="988985" y="801946"/>
            <a:ext cx="10225404" cy="5632311"/>
          </a:xfrm>
          <a:prstGeom prst="rect">
            <a:avLst/>
          </a:prstGeom>
          <a:noFill/>
        </p:spPr>
        <p:txBody>
          <a:bodyPr wrap="square" lIns="91440" tIns="45720" rIns="91440" bIns="45720" rtlCol="0" anchor="t">
            <a:spAutoFit/>
          </a:bodyPr>
          <a:lstStyle/>
          <a:p>
            <a:pPr algn="just"/>
            <a:r>
              <a:rPr lang="es-CL" sz="2000" dirty="0">
                <a:solidFill>
                  <a:srgbClr val="102B42"/>
                </a:solidFill>
              </a:rPr>
              <a:t>• 1947: Grace Hopper popularizó el término “bug” tras descubrir una polilla en el ordenador Mark II en Harvard, causando un fallo.</a:t>
            </a:r>
            <a:endParaRPr lang="es-ES"/>
          </a:p>
          <a:p>
            <a:pPr algn="just"/>
            <a:endParaRPr lang="es-CL" sz="2000" dirty="0">
              <a:solidFill>
                <a:srgbClr val="102B42"/>
              </a:solidFill>
            </a:endParaRPr>
          </a:p>
          <a:p>
            <a:pPr algn="just"/>
            <a:r>
              <a:rPr lang="es-CL" sz="2000" dirty="0">
                <a:solidFill>
                  <a:srgbClr val="102B42"/>
                </a:solidFill>
              </a:rPr>
              <a:t>• 1960s-1970s: La complejidad del software aumentó con el desarrollo de lenguajes de programación avanzados y sistemas operativos complejos, incrementando la frecuencia de defectos.</a:t>
            </a:r>
            <a:endParaRPr lang="es-CL" sz="2000" dirty="0">
              <a:solidFill>
                <a:srgbClr val="102B42"/>
              </a:solidFill>
              <a:cs typeface="Calibri" panose="020F0502020204030204"/>
            </a:endParaRPr>
          </a:p>
          <a:p>
            <a:pPr algn="just"/>
            <a:endParaRPr lang="es-CL" sz="2000" dirty="0">
              <a:solidFill>
                <a:srgbClr val="102B42"/>
              </a:solidFill>
            </a:endParaRPr>
          </a:p>
          <a:p>
            <a:pPr algn="just"/>
            <a:r>
              <a:rPr lang="es-CL" sz="2000" dirty="0">
                <a:solidFill>
                  <a:srgbClr val="102B42"/>
                </a:solidFill>
              </a:rPr>
              <a:t>• 1980s: La explosión de la industria del software y la aparición de microcomputadoras llevaron a un aumento significativo en la producción de software, incrementando también la presencia de defectos debido a la rápida evolución tecnológica.</a:t>
            </a:r>
            <a:endParaRPr lang="es-CL" sz="2000" dirty="0">
              <a:solidFill>
                <a:srgbClr val="102B42"/>
              </a:solidFill>
              <a:cs typeface="Calibri" panose="020F0502020204030204"/>
            </a:endParaRPr>
          </a:p>
          <a:p>
            <a:pPr algn="just"/>
            <a:endParaRPr lang="es-CL" sz="2000" dirty="0">
              <a:solidFill>
                <a:srgbClr val="102B42"/>
              </a:solidFill>
            </a:endParaRPr>
          </a:p>
          <a:p>
            <a:pPr algn="just"/>
            <a:r>
              <a:rPr lang="es-CL" sz="2000" dirty="0">
                <a:solidFill>
                  <a:srgbClr val="102B42"/>
                </a:solidFill>
              </a:rPr>
              <a:t>• 1990s: Con el auge de Internet y las aplicaciones web, los defectos adquirieron una dimensión crítica de seguridad, destacando la importancia de la ciberseguridad.</a:t>
            </a:r>
            <a:endParaRPr lang="es-CL" sz="2000" dirty="0">
              <a:solidFill>
                <a:srgbClr val="102B42"/>
              </a:solidFill>
              <a:cs typeface="Calibri" panose="020F0502020204030204"/>
            </a:endParaRPr>
          </a:p>
          <a:p>
            <a:pPr algn="just"/>
            <a:endParaRPr lang="es-CL" sz="2000" dirty="0">
              <a:solidFill>
                <a:srgbClr val="102B42"/>
              </a:solidFill>
            </a:endParaRPr>
          </a:p>
          <a:p>
            <a:pPr algn="just"/>
            <a:r>
              <a:rPr lang="es-CL" sz="2000" dirty="0">
                <a:solidFill>
                  <a:srgbClr val="102B42"/>
                </a:solidFill>
              </a:rPr>
              <a:t>• 2000s-Presente: Las metodologías ágiles y DevOps han integrado la gestión de defectos en el ciclo de vida del desarrollo de software, utilizando herramientas automatizadas y técnicas avanzadas de pruebas para detectar y corregir bugs eficientemente. Sin embargo, la creciente complejidad del software asegura que los bugs sigan siendo un desafío persistente.</a:t>
            </a:r>
            <a:endParaRPr lang="es-CL" sz="2000" dirty="0">
              <a:ea typeface="Calibri" panose="020F0502020204030204"/>
              <a:cs typeface="Calibri" panose="020F0502020204030204"/>
            </a:endParaRPr>
          </a:p>
        </p:txBody>
      </p:sp>
    </p:spTree>
    <p:extLst>
      <p:ext uri="{BB962C8B-B14F-4D97-AF65-F5344CB8AC3E}">
        <p14:creationId xmlns:p14="http://schemas.microsoft.com/office/powerpoint/2010/main" val="1136515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00ADFFA-A71C-B998-7790-536179CAF78E}"/>
              </a:ext>
            </a:extLst>
          </p:cNvPr>
          <p:cNvSpPr txBox="1"/>
          <p:nvPr/>
        </p:nvSpPr>
        <p:spPr>
          <a:xfrm>
            <a:off x="933410" y="801515"/>
            <a:ext cx="10313807" cy="5632311"/>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s-CL" sz="2000" dirty="0">
                <a:solidFill>
                  <a:srgbClr val="0E0E0E"/>
                </a:solidFill>
                <a:effectLst/>
              </a:rPr>
              <a:t>Pruebas de Software:</a:t>
            </a:r>
            <a:endParaRPr lang="es-ES"/>
          </a:p>
          <a:p>
            <a:pPr marL="742950" lvl="1" indent="-285750" algn="just">
              <a:buFont typeface="Arial" panose="020B0604020202020204" pitchFamily="34" charset="0"/>
              <a:buChar char="•"/>
            </a:pPr>
            <a:r>
              <a:rPr lang="es-CL" sz="2000" dirty="0">
                <a:solidFill>
                  <a:srgbClr val="0E0E0E"/>
                </a:solidFill>
                <a:effectLst/>
              </a:rPr>
              <a:t>Se ejecutan diversas pruebas (unitarias, integración, sistema y aceptación) para detectar distintos tipos de defectos.</a:t>
            </a:r>
            <a:endParaRPr lang="es-CL" sz="2000" dirty="0">
              <a:solidFill>
                <a:srgbClr val="0E0E0E"/>
              </a:solidFill>
              <a:effectLst/>
              <a:cs typeface="Calibri" panose="020F0502020204030204"/>
            </a:endParaRPr>
          </a:p>
          <a:p>
            <a:pPr lvl="1" algn="just"/>
            <a:endParaRPr lang="es-CL" sz="2000" dirty="0">
              <a:solidFill>
                <a:srgbClr val="0E0E0E"/>
              </a:solidFill>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Registro de Defectos:</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Los defectos identificados se registran en sistemas de seguimiento como JIRA o Bugzilla, incluyendo detalles sobre el comportamiento anómalo, pasos para reproducirlo, severidad y entorno del problema.</a:t>
            </a:r>
            <a:endParaRPr lang="es-CL" sz="2000" dirty="0">
              <a:solidFill>
                <a:srgbClr val="0E0E0E"/>
              </a:solidFill>
              <a:effectLst/>
              <a:cs typeface="Calibri" panose="020F0502020204030204"/>
            </a:endParaRPr>
          </a:p>
          <a:p>
            <a:pPr lvl="1" algn="just"/>
            <a:endParaRPr lang="es-CL" sz="2000" dirty="0">
              <a:solidFill>
                <a:srgbClr val="0E0E0E"/>
              </a:solidFill>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Análisis y Priorización:</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Análisis de Causa Raíz (RCA): Se identifican y comprenden las razones fundamentales del defecto usando técnicas como diagramas de Ishikawa y los 5 Porqués.</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Priorización: Se priori	</a:t>
            </a:r>
            <a:r>
              <a:rPr lang="es-CL" sz="2000" dirty="0" err="1">
                <a:solidFill>
                  <a:srgbClr val="0E0E0E"/>
                </a:solidFill>
                <a:effectLst/>
              </a:rPr>
              <a:t>zan</a:t>
            </a:r>
            <a:r>
              <a:rPr lang="es-CL" sz="2000" dirty="0">
                <a:solidFill>
                  <a:srgbClr val="0E0E0E"/>
                </a:solidFill>
                <a:effectLst/>
              </a:rPr>
              <a:t> los defectos según su impacto y urgencia (crítico, mayor, menor), frecuencia y impacto potencial en usuarios finales o componentes del sistema.</a:t>
            </a:r>
            <a:endParaRPr lang="es-CL" sz="2000" dirty="0">
              <a:solidFill>
                <a:srgbClr val="0E0E0E"/>
              </a:solidFill>
              <a:effectLst/>
              <a:cs typeface="Calibri" panose="020F0502020204030204"/>
            </a:endParaRPr>
          </a:p>
          <a:p>
            <a:pPr lvl="1" algn="just"/>
            <a:endParaRPr lang="es-CL" sz="2000" dirty="0">
              <a:solidFill>
                <a:srgbClr val="0E0E0E"/>
              </a:solidFill>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Corrección y Validación:</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Después de la priorización, los defectos se corrigen y validan para asegurar que se han solucionado adecuadamente y que no se introducen nuevos problemas.</a:t>
            </a:r>
            <a:endParaRPr lang="es-CL" sz="2000" dirty="0">
              <a:solidFill>
                <a:srgbClr val="0E0E0E"/>
              </a:solidFill>
              <a:effectLst/>
              <a:cs typeface="Calibri" panose="020F0502020204030204"/>
            </a:endParaRPr>
          </a:p>
        </p:txBody>
      </p:sp>
      <p:sp>
        <p:nvSpPr>
          <p:cNvPr id="2" name="Título 1">
            <a:extLst>
              <a:ext uri="{FF2B5EF4-FFF2-40B4-BE49-F238E27FC236}">
                <a16:creationId xmlns:a16="http://schemas.microsoft.com/office/drawing/2014/main" id="{A3ECF958-ABF4-3291-6CC8-D8F67D02CE15}"/>
              </a:ext>
            </a:extLst>
          </p:cNvPr>
          <p:cNvSpPr>
            <a:spLocks noGrp="1"/>
          </p:cNvSpPr>
          <p:nvPr>
            <p:ph type="title"/>
          </p:nvPr>
        </p:nvSpPr>
        <p:spPr>
          <a:xfrm>
            <a:off x="840861" y="200826"/>
            <a:ext cx="10113461" cy="602137"/>
          </a:xfrm>
        </p:spPr>
        <p:txBody>
          <a:bodyPr/>
          <a:lstStyle/>
          <a:p>
            <a:r>
              <a:rPr lang="es-ES" dirty="0">
                <a:latin typeface="Gotham"/>
              </a:rPr>
              <a:t>Procesos</a:t>
            </a:r>
            <a:endParaRPr lang="es-ES" dirty="0"/>
          </a:p>
        </p:txBody>
      </p:sp>
    </p:spTree>
    <p:extLst>
      <p:ext uri="{BB962C8B-B14F-4D97-AF65-F5344CB8AC3E}">
        <p14:creationId xmlns:p14="http://schemas.microsoft.com/office/powerpoint/2010/main" val="90832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00ADFFA-A71C-B998-7790-536179CAF78E}"/>
              </a:ext>
            </a:extLst>
          </p:cNvPr>
          <p:cNvSpPr txBox="1"/>
          <p:nvPr/>
        </p:nvSpPr>
        <p:spPr>
          <a:xfrm>
            <a:off x="911073" y="1164545"/>
            <a:ext cx="10370673" cy="5016758"/>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s-CL" sz="2000" dirty="0">
                <a:solidFill>
                  <a:srgbClr val="0E0E0E"/>
                </a:solidFill>
                <a:effectLst/>
              </a:rPr>
              <a:t>Desarrolladores:</a:t>
            </a:r>
            <a:endParaRPr lang="es-ES"/>
          </a:p>
          <a:p>
            <a:pPr marL="742950" lvl="1" indent="-285750" algn="just">
              <a:buFont typeface="Arial" panose="020B0604020202020204" pitchFamily="34" charset="0"/>
              <a:buChar char="•"/>
            </a:pPr>
            <a:r>
              <a:rPr lang="es-CL" sz="2000" dirty="0">
                <a:solidFill>
                  <a:srgbClr val="0E0E0E"/>
                </a:solidFill>
                <a:effectLst/>
              </a:rPr>
              <a:t> Responsables de escribir y mantener el código del software, además de corregir defectos identificados durante pruebas y uso en producción.</a:t>
            </a:r>
            <a:endParaRPr lang="es-CL" sz="2000" dirty="0">
              <a:solidFill>
                <a:srgbClr val="0E0E0E"/>
              </a:solidFill>
              <a:effectLst/>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Testers/QA (Quality Assurance):</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Ejecutan pruebas para identificar defectos y verifican que las correcciones no introduzcan nuevos problemas, asegurando el cumplimiento de los estándares de calidad.</a:t>
            </a:r>
            <a:endParaRPr lang="es-CL" sz="2000" dirty="0">
              <a:solidFill>
                <a:srgbClr val="0E0E0E"/>
              </a:solidFill>
              <a:effectLst/>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Gerentes de Proyecto:</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Supervisan el progreso del proyecto y la gestión de defectos, planificando recursos y evaluando el impacto de los defectos en los objetivos del proyecto.</a:t>
            </a:r>
            <a:endParaRPr lang="es-CL" sz="2000" dirty="0">
              <a:solidFill>
                <a:srgbClr val="0E0E0E"/>
              </a:solidFill>
              <a:effectLst/>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Analistas de Negocios:</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 Ayudan a priorizar defectos según su impacto en el negocio y en los usuarios, evaluando la severidad y riesgo de cada defecto.</a:t>
            </a:r>
            <a:endParaRPr lang="es-CL" sz="2000" dirty="0">
              <a:solidFill>
                <a:srgbClr val="0E0E0E"/>
              </a:solidFill>
              <a:effectLst/>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Usuarios Finales:</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Proporcionan retroalimentación sobre el software en producción y pueden identificar defectos no detectados durante las pruebas, mejorando la experiencia del usuario y la satisfacción del cliente.</a:t>
            </a:r>
            <a:endParaRPr lang="es-CL" sz="2000" dirty="0">
              <a:solidFill>
                <a:srgbClr val="0E0E0E"/>
              </a:solidFill>
              <a:effectLst/>
              <a:cs typeface="Calibri" panose="020F0502020204030204"/>
            </a:endParaRPr>
          </a:p>
        </p:txBody>
      </p:sp>
      <p:sp>
        <p:nvSpPr>
          <p:cNvPr id="2" name="Título 1">
            <a:extLst>
              <a:ext uri="{FF2B5EF4-FFF2-40B4-BE49-F238E27FC236}">
                <a16:creationId xmlns:a16="http://schemas.microsoft.com/office/drawing/2014/main" id="{A3ECF958-ABF4-3291-6CC8-D8F67D02CE15}"/>
              </a:ext>
            </a:extLst>
          </p:cNvPr>
          <p:cNvSpPr>
            <a:spLocks noGrp="1"/>
          </p:cNvSpPr>
          <p:nvPr>
            <p:ph type="title"/>
          </p:nvPr>
        </p:nvSpPr>
        <p:spPr>
          <a:xfrm>
            <a:off x="840861" y="200826"/>
            <a:ext cx="10113461" cy="602137"/>
          </a:xfrm>
        </p:spPr>
        <p:txBody>
          <a:bodyPr/>
          <a:lstStyle/>
          <a:p>
            <a:r>
              <a:rPr lang="es-ES" dirty="0">
                <a:latin typeface="Gotham"/>
              </a:rPr>
              <a:t>Roles</a:t>
            </a:r>
            <a:endParaRPr lang="es-ES" dirty="0"/>
          </a:p>
        </p:txBody>
      </p:sp>
    </p:spTree>
    <p:extLst>
      <p:ext uri="{BB962C8B-B14F-4D97-AF65-F5344CB8AC3E}">
        <p14:creationId xmlns:p14="http://schemas.microsoft.com/office/powerpoint/2010/main" val="1117519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00ADFFA-A71C-B998-7790-536179CAF78E}"/>
              </a:ext>
            </a:extLst>
          </p:cNvPr>
          <p:cNvSpPr txBox="1"/>
          <p:nvPr/>
        </p:nvSpPr>
        <p:spPr>
          <a:xfrm>
            <a:off x="1127161" y="1232784"/>
            <a:ext cx="9995361" cy="4708981"/>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s-CL" sz="2000" dirty="0">
                <a:solidFill>
                  <a:srgbClr val="0E0E0E"/>
                </a:solidFill>
                <a:effectLst/>
              </a:rPr>
              <a:t>Automatización de Pruebas:</a:t>
            </a:r>
            <a:endParaRPr lang="es-ES"/>
          </a:p>
          <a:p>
            <a:pPr marL="742950" lvl="1" indent="-285750" algn="just">
              <a:buFont typeface="Arial" panose="020B0604020202020204" pitchFamily="34" charset="0"/>
              <a:buChar char="•"/>
            </a:pPr>
            <a:r>
              <a:rPr lang="es-CL" sz="2000" dirty="0">
                <a:solidFill>
                  <a:srgbClr val="0E0E0E"/>
                </a:solidFill>
                <a:effectLst/>
              </a:rPr>
              <a:t>Utilizar herramientas automatizadas para ejecutar pruebas repetitivas de manera rápida y precisa, mejorando la eficiencia y cobertura de pruebas.</a:t>
            </a:r>
            <a:endParaRPr lang="es-CL" sz="2000" dirty="0">
              <a:solidFill>
                <a:srgbClr val="0E0E0E"/>
              </a:solidFill>
              <a:effectLst/>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Integración Continua/Entrega Continua (CI/CD):</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Implementar pipelines de CI/CD para automatizar la integración, prueba y entrega de código, facilitando la detección temprana de defectos y la entrega rápida de nuevas funcionalidades.</a:t>
            </a:r>
            <a:endParaRPr lang="es-CL" sz="2000" dirty="0">
              <a:solidFill>
                <a:srgbClr val="0E0E0E"/>
              </a:solidFill>
              <a:effectLst/>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Revisiones de Código:</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Realizar revisiones regulares de código entre pares o equipos para identificar posibles defectos antes de integrar cambios al repositorio principal, mejorando la calidad y consistencia del código.</a:t>
            </a:r>
            <a:endParaRPr lang="es-CL" sz="2000" dirty="0">
              <a:solidFill>
                <a:srgbClr val="0E0E0E"/>
              </a:solidFill>
              <a:effectLst/>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Pruebas de Seguridad:</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Incluir pruebas de seguridad en el proceso de desarrollo para identificar y mitigar vulnerabilidades, protegiendo la información sensible y manteniendo la confianza de los usuarios.</a:t>
            </a:r>
            <a:endParaRPr lang="es-CL" sz="2000" dirty="0">
              <a:solidFill>
                <a:srgbClr val="0E0E0E"/>
              </a:solidFill>
              <a:effectLst/>
              <a:cs typeface="Calibri" panose="020F0502020204030204"/>
            </a:endParaRPr>
          </a:p>
        </p:txBody>
      </p:sp>
      <p:sp>
        <p:nvSpPr>
          <p:cNvPr id="2" name="Título 1">
            <a:extLst>
              <a:ext uri="{FF2B5EF4-FFF2-40B4-BE49-F238E27FC236}">
                <a16:creationId xmlns:a16="http://schemas.microsoft.com/office/drawing/2014/main" id="{A3ECF958-ABF4-3291-6CC8-D8F67D02CE15}"/>
              </a:ext>
            </a:extLst>
          </p:cNvPr>
          <p:cNvSpPr>
            <a:spLocks noGrp="1"/>
          </p:cNvSpPr>
          <p:nvPr>
            <p:ph type="title"/>
          </p:nvPr>
        </p:nvSpPr>
        <p:spPr>
          <a:xfrm>
            <a:off x="840861" y="200826"/>
            <a:ext cx="10113461" cy="602137"/>
          </a:xfrm>
        </p:spPr>
        <p:txBody>
          <a:bodyPr/>
          <a:lstStyle/>
          <a:p>
            <a:r>
              <a:rPr lang="es-ES" dirty="0">
                <a:latin typeface="Gotham"/>
              </a:rPr>
              <a:t>Mejores Prácticas</a:t>
            </a:r>
            <a:endParaRPr lang="es-ES" dirty="0"/>
          </a:p>
        </p:txBody>
      </p:sp>
    </p:spTree>
    <p:extLst>
      <p:ext uri="{BB962C8B-B14F-4D97-AF65-F5344CB8AC3E}">
        <p14:creationId xmlns:p14="http://schemas.microsoft.com/office/powerpoint/2010/main" val="4148947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00ADFFA-A71C-B998-7790-536179CAF78E}"/>
              </a:ext>
            </a:extLst>
          </p:cNvPr>
          <p:cNvSpPr txBox="1"/>
          <p:nvPr/>
        </p:nvSpPr>
        <p:spPr>
          <a:xfrm>
            <a:off x="956565" y="1278277"/>
            <a:ext cx="10268315" cy="4708981"/>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s-CL" sz="2000" dirty="0">
                <a:solidFill>
                  <a:srgbClr val="0E0E0E"/>
                </a:solidFill>
                <a:effectLst/>
              </a:rPr>
              <a:t>Ciclo de Vida de Desarrollo de Software (SDLC):</a:t>
            </a:r>
            <a:endParaRPr lang="es-ES"/>
          </a:p>
          <a:p>
            <a:pPr marL="742950" lvl="1" indent="-285750" algn="just">
              <a:buFont typeface="Arial" panose="020B0604020202020204" pitchFamily="34" charset="0"/>
              <a:buChar char="•"/>
            </a:pPr>
            <a:r>
              <a:rPr lang="es-CL" sz="2000" dirty="0">
                <a:solidFill>
                  <a:srgbClr val="0E0E0E"/>
                </a:solidFill>
                <a:effectLst/>
              </a:rPr>
              <a:t>Seguir un ciclo de vida estructurado como Agile o </a:t>
            </a:r>
            <a:r>
              <a:rPr lang="es-CL" sz="2000" dirty="0" err="1">
                <a:solidFill>
                  <a:srgbClr val="0E0E0E"/>
                </a:solidFill>
                <a:effectLst/>
              </a:rPr>
              <a:t>Waterfall</a:t>
            </a:r>
            <a:r>
              <a:rPr lang="es-CL" sz="2000" dirty="0">
                <a:solidFill>
                  <a:srgbClr val="0E0E0E"/>
                </a:solidFill>
                <a:effectLst/>
              </a:rPr>
              <a:t>, que incluya fases definidas de desarrollo, pruebas y validación para gestionar el proceso desde la concepción hasta la entrega y mantenimiento del software.</a:t>
            </a:r>
            <a:endParaRPr lang="es-CL" sz="2000" dirty="0">
              <a:solidFill>
                <a:srgbClr val="0E0E0E"/>
              </a:solidFill>
              <a:effectLst/>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Gestión de la Configuración:</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Mantener un control estricto sobre las versiones del software y sus cambios mediante prácticas de gestión de configuración, asegurando que todas las modificaciones sean controladas y documentadas para evitar conflictos y errores.</a:t>
            </a:r>
            <a:endParaRPr lang="es-CL" sz="2000" dirty="0">
              <a:solidFill>
                <a:srgbClr val="0E0E0E"/>
              </a:solidFill>
              <a:effectLst/>
              <a:cs typeface="Calibri" panose="020F0502020204030204"/>
            </a:endParaRPr>
          </a:p>
          <a:p>
            <a:pPr marL="285750" indent="-285750" algn="just">
              <a:buFont typeface="Arial" panose="020B0604020202020204" pitchFamily="34" charset="0"/>
              <a:buChar char="•"/>
            </a:pPr>
            <a:r>
              <a:rPr lang="es-CL" sz="2000" dirty="0">
                <a:solidFill>
                  <a:srgbClr val="0E0E0E"/>
                </a:solidFill>
                <a:effectLst/>
              </a:rPr>
              <a:t>Documentación:</a:t>
            </a:r>
            <a:endParaRPr lang="es-CL" sz="2000" dirty="0">
              <a:solidFill>
                <a:srgbClr val="0E0E0E"/>
              </a:solidFill>
              <a:effectLst/>
              <a:cs typeface="Calibri" panose="020F0502020204030204"/>
            </a:endParaRPr>
          </a:p>
          <a:p>
            <a:pPr marL="742950" lvl="1" indent="-285750" algn="just">
              <a:buFont typeface="Arial" panose="020B0604020202020204" pitchFamily="34" charset="0"/>
              <a:buChar char="•"/>
            </a:pPr>
            <a:r>
              <a:rPr lang="es-CL" sz="2000" dirty="0">
                <a:solidFill>
                  <a:srgbClr val="0E0E0E"/>
                </a:solidFill>
                <a:effectLst/>
              </a:rPr>
              <a:t>Documentar detalladamente los defectos y las soluciones implementadas para facilitar el análisis futuro, la identificación de patrones recurrentes y la mejora continua en el proceso de desarrollo.</a:t>
            </a:r>
            <a:endParaRPr lang="es-CL" sz="2000" dirty="0">
              <a:solidFill>
                <a:srgbClr val="0E0E0E"/>
              </a:solidFill>
              <a:effectLst/>
              <a:cs typeface="Calibri"/>
            </a:endParaRPr>
          </a:p>
          <a:p>
            <a:pPr algn="just"/>
            <a:r>
              <a:rPr lang="es-CL" sz="2000" dirty="0">
                <a:solidFill>
                  <a:srgbClr val="0E0E0E"/>
                </a:solidFill>
                <a:effectLst/>
              </a:rPr>
              <a:t>Implementar estos métodos y protocolos estándar no solo mejora la eficiencia y calidad del software, sino que también fortalece la capacidad del equipo para responder a los desafíos del entorno tecnológico.</a:t>
            </a:r>
            <a:endParaRPr lang="es-CL" sz="2000" dirty="0">
              <a:solidFill>
                <a:srgbClr val="0E0E0E"/>
              </a:solidFill>
              <a:effectLst/>
              <a:cs typeface="Calibri" panose="020F0502020204030204"/>
            </a:endParaRPr>
          </a:p>
        </p:txBody>
      </p:sp>
      <p:sp>
        <p:nvSpPr>
          <p:cNvPr id="2" name="Título 1">
            <a:extLst>
              <a:ext uri="{FF2B5EF4-FFF2-40B4-BE49-F238E27FC236}">
                <a16:creationId xmlns:a16="http://schemas.microsoft.com/office/drawing/2014/main" id="{A3ECF958-ABF4-3291-6CC8-D8F67D02CE15}"/>
              </a:ext>
            </a:extLst>
          </p:cNvPr>
          <p:cNvSpPr>
            <a:spLocks noGrp="1"/>
          </p:cNvSpPr>
          <p:nvPr>
            <p:ph type="title"/>
          </p:nvPr>
        </p:nvSpPr>
        <p:spPr>
          <a:xfrm>
            <a:off x="840861" y="200826"/>
            <a:ext cx="10113461" cy="602137"/>
          </a:xfrm>
        </p:spPr>
        <p:txBody>
          <a:bodyPr/>
          <a:lstStyle/>
          <a:p>
            <a:r>
              <a:rPr lang="es-ES" dirty="0">
                <a:latin typeface="Gotham"/>
              </a:rPr>
              <a:t>Protocolos Estándar</a:t>
            </a:r>
            <a:endParaRPr lang="es-ES" dirty="0"/>
          </a:p>
        </p:txBody>
      </p:sp>
    </p:spTree>
    <p:extLst>
      <p:ext uri="{BB962C8B-B14F-4D97-AF65-F5344CB8AC3E}">
        <p14:creationId xmlns:p14="http://schemas.microsoft.com/office/powerpoint/2010/main" val="3043711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00ADFFA-A71C-B998-7790-536179CAF78E}"/>
              </a:ext>
            </a:extLst>
          </p:cNvPr>
          <p:cNvSpPr txBox="1"/>
          <p:nvPr/>
        </p:nvSpPr>
        <p:spPr>
          <a:xfrm>
            <a:off x="1093043" y="800605"/>
            <a:ext cx="10313807" cy="5584606"/>
          </a:xfrm>
          <a:prstGeom prst="rect">
            <a:avLst/>
          </a:prstGeom>
          <a:noFill/>
        </p:spPr>
        <p:txBody>
          <a:bodyPr wrap="square" rtlCol="0">
            <a:spAutoFit/>
          </a:bodyPr>
          <a:lstStyle/>
          <a:p>
            <a:pPr algn="just">
              <a:lnSpc>
                <a:spcPct val="150000"/>
              </a:lnSpc>
            </a:pPr>
            <a:r>
              <a:rPr lang="es-CL" sz="2000" dirty="0">
                <a:solidFill>
                  <a:srgbClr val="0E0E0E"/>
                </a:solidFill>
              </a:rPr>
              <a:t>V</a:t>
            </a:r>
            <a:r>
              <a:rPr lang="es-CL" sz="2000" dirty="0">
                <a:solidFill>
                  <a:srgbClr val="0E0E0E"/>
                </a:solidFill>
                <a:effectLst/>
              </a:rPr>
              <a:t>entajas:</a:t>
            </a:r>
          </a:p>
          <a:p>
            <a:pPr marL="285750" indent="-285750" algn="just">
              <a:lnSpc>
                <a:spcPct val="150000"/>
              </a:lnSpc>
              <a:buFont typeface="Arial" panose="020B0604020202020204" pitchFamily="34" charset="0"/>
              <a:buChar char="•"/>
            </a:pPr>
            <a:r>
              <a:rPr lang="es-CL" sz="2000" dirty="0">
                <a:solidFill>
                  <a:srgbClr val="0E0E0E"/>
                </a:solidFill>
                <a:effectLst/>
              </a:rPr>
              <a:t>Reducción de Costos: Identificar y corregir defectos en etapas tempranas del desarrollo minimiza los costos de reparación en fases posteriores y evita gastos adicionales.</a:t>
            </a:r>
          </a:p>
          <a:p>
            <a:pPr marL="285750" indent="-285750" algn="just">
              <a:lnSpc>
                <a:spcPct val="150000"/>
              </a:lnSpc>
              <a:buFont typeface="Arial" panose="020B0604020202020204" pitchFamily="34" charset="0"/>
              <a:buChar char="•"/>
            </a:pPr>
            <a:r>
              <a:rPr lang="es-CL" sz="2000" dirty="0">
                <a:solidFill>
                  <a:srgbClr val="0E0E0E"/>
                </a:solidFill>
                <a:effectLst/>
              </a:rPr>
              <a:t>Mejora de la Calidad: Un enfoque sistemático en la gestión de defectos mejora la calidad general del software, asegurando que el producto final cumpla con los estándares esperados y proporcionando una mejor experiencia del usuario.</a:t>
            </a:r>
          </a:p>
          <a:p>
            <a:pPr marL="285750" indent="-285750" algn="just">
              <a:lnSpc>
                <a:spcPct val="150000"/>
              </a:lnSpc>
              <a:buFont typeface="Arial" panose="020B0604020202020204" pitchFamily="34" charset="0"/>
              <a:buChar char="•"/>
            </a:pPr>
            <a:r>
              <a:rPr lang="es-CL" sz="2000" dirty="0">
                <a:solidFill>
                  <a:srgbClr val="0E0E0E"/>
                </a:solidFill>
                <a:effectLst/>
              </a:rPr>
              <a:t>Impacto Positivo:</a:t>
            </a:r>
          </a:p>
          <a:p>
            <a:pPr marL="742950" lvl="1" indent="-285750" algn="just">
              <a:lnSpc>
                <a:spcPct val="150000"/>
              </a:lnSpc>
              <a:buFont typeface="Arial" panose="020B0604020202020204" pitchFamily="34" charset="0"/>
              <a:buChar char="•"/>
            </a:pPr>
            <a:r>
              <a:rPr lang="es-CL" sz="2000" dirty="0">
                <a:solidFill>
                  <a:srgbClr val="0E0E0E"/>
                </a:solidFill>
                <a:effectLst/>
              </a:rPr>
              <a:t>Seguridad Aumentada: Corregir defectos ayuda a reducir las vulnerabilidades de seguridad del software, protegiendo la integridad de los datos y la información confidencial de los usuarios.</a:t>
            </a:r>
          </a:p>
          <a:p>
            <a:pPr marL="742950" lvl="1" indent="-285750" algn="just">
              <a:lnSpc>
                <a:spcPct val="150000"/>
              </a:lnSpc>
              <a:buFont typeface="Arial" panose="020B0604020202020204" pitchFamily="34" charset="0"/>
              <a:buChar char="•"/>
            </a:pPr>
            <a:r>
              <a:rPr lang="es-CL" sz="2000" dirty="0">
                <a:solidFill>
                  <a:srgbClr val="0E0E0E"/>
                </a:solidFill>
                <a:effectLst/>
              </a:rPr>
              <a:t>Confianza del Cliente: Un software con menos defectos inspira confianza en los clientes y usuarios finales, fortaleciendo la credibilidad y las relaciones a largo plazo.</a:t>
            </a:r>
          </a:p>
        </p:txBody>
      </p:sp>
      <p:sp>
        <p:nvSpPr>
          <p:cNvPr id="2" name="Título 1">
            <a:extLst>
              <a:ext uri="{FF2B5EF4-FFF2-40B4-BE49-F238E27FC236}">
                <a16:creationId xmlns:a16="http://schemas.microsoft.com/office/drawing/2014/main" id="{A3ECF958-ABF4-3291-6CC8-D8F67D02CE15}"/>
              </a:ext>
            </a:extLst>
          </p:cNvPr>
          <p:cNvSpPr>
            <a:spLocks noGrp="1"/>
          </p:cNvSpPr>
          <p:nvPr>
            <p:ph type="title"/>
          </p:nvPr>
        </p:nvSpPr>
        <p:spPr>
          <a:xfrm>
            <a:off x="840861" y="200826"/>
            <a:ext cx="10113461" cy="602137"/>
          </a:xfrm>
        </p:spPr>
        <p:txBody>
          <a:bodyPr/>
          <a:lstStyle/>
          <a:p>
            <a:r>
              <a:rPr lang="es-ES" dirty="0">
                <a:latin typeface="Gotham"/>
              </a:rPr>
              <a:t>Ventajas y </a:t>
            </a:r>
            <a:r>
              <a:rPr lang="es-ES">
                <a:latin typeface="Gotham"/>
              </a:rPr>
              <a:t>Desventajas</a:t>
            </a:r>
            <a:endParaRPr lang="es-ES" dirty="0"/>
          </a:p>
        </p:txBody>
      </p:sp>
    </p:spTree>
    <p:extLst>
      <p:ext uri="{BB962C8B-B14F-4D97-AF65-F5344CB8AC3E}">
        <p14:creationId xmlns:p14="http://schemas.microsoft.com/office/powerpoint/2010/main" val="4079602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00ADFFA-A71C-B998-7790-536179CAF78E}"/>
              </a:ext>
            </a:extLst>
          </p:cNvPr>
          <p:cNvSpPr txBox="1"/>
          <p:nvPr/>
        </p:nvSpPr>
        <p:spPr>
          <a:xfrm>
            <a:off x="1070297" y="1437500"/>
            <a:ext cx="10325181" cy="3737946"/>
          </a:xfrm>
          <a:prstGeom prst="rect">
            <a:avLst/>
          </a:prstGeom>
          <a:noFill/>
        </p:spPr>
        <p:txBody>
          <a:bodyPr wrap="square" rtlCol="0">
            <a:spAutoFit/>
          </a:bodyPr>
          <a:lstStyle/>
          <a:p>
            <a:pPr algn="just">
              <a:lnSpc>
                <a:spcPct val="150000"/>
              </a:lnSpc>
            </a:pPr>
            <a:r>
              <a:rPr lang="es-CL" sz="2000" dirty="0">
                <a:solidFill>
                  <a:srgbClr val="0E0E0E"/>
                </a:solidFill>
                <a:effectLst/>
              </a:rPr>
              <a:t>Desventajas:</a:t>
            </a:r>
          </a:p>
          <a:p>
            <a:pPr marL="285750" indent="-285750" algn="just">
              <a:lnSpc>
                <a:spcPct val="150000"/>
              </a:lnSpc>
              <a:buFont typeface="Arial" panose="020B0604020202020204" pitchFamily="34" charset="0"/>
              <a:buChar char="•"/>
            </a:pPr>
            <a:r>
              <a:rPr lang="es-CL" sz="2000" dirty="0">
                <a:solidFill>
                  <a:srgbClr val="0E0E0E"/>
                </a:solidFill>
                <a:effectLst/>
              </a:rPr>
              <a:t>Costo Inicial: Implementar procesos y herramientas de gestión de defectos puede ser costoso inicialmente, incluyendo la adquisición de software y capacitación del personal.</a:t>
            </a:r>
          </a:p>
          <a:p>
            <a:pPr marL="285750" indent="-285750" algn="just">
              <a:lnSpc>
                <a:spcPct val="150000"/>
              </a:lnSpc>
              <a:buFont typeface="Arial" panose="020B0604020202020204" pitchFamily="34" charset="0"/>
              <a:buChar char="•"/>
            </a:pPr>
            <a:r>
              <a:rPr lang="es-CL" sz="2000" dirty="0">
                <a:solidFill>
                  <a:srgbClr val="0E0E0E"/>
                </a:solidFill>
                <a:effectLst/>
              </a:rPr>
              <a:t>Requiere Recursos: La gestión efectiva de defectos demanda personal capacitado y tiempo dedicado, lo cual puede ser un desafío para equipos pequeños o con recursos limitados.</a:t>
            </a:r>
          </a:p>
          <a:p>
            <a:pPr marL="285750" indent="-285750" algn="just">
              <a:lnSpc>
                <a:spcPct val="150000"/>
              </a:lnSpc>
              <a:buFont typeface="Arial" panose="020B0604020202020204" pitchFamily="34" charset="0"/>
              <a:buChar char="•"/>
            </a:pPr>
            <a:r>
              <a:rPr lang="es-CL" sz="2000" dirty="0">
                <a:solidFill>
                  <a:srgbClr val="0E0E0E"/>
                </a:solidFill>
                <a:effectLst/>
              </a:rPr>
              <a:t>Complejidad Adicional: La implementación de procesos de gestión de defectos puede agregar complejidad al flujo de trabajo, requiriendo una gestión cuidadosa para evitar ralentizar el desarrollo.</a:t>
            </a:r>
          </a:p>
        </p:txBody>
      </p:sp>
      <p:sp>
        <p:nvSpPr>
          <p:cNvPr id="2" name="Título 1">
            <a:extLst>
              <a:ext uri="{FF2B5EF4-FFF2-40B4-BE49-F238E27FC236}">
                <a16:creationId xmlns:a16="http://schemas.microsoft.com/office/drawing/2014/main" id="{A3ECF958-ABF4-3291-6CC8-D8F67D02CE15}"/>
              </a:ext>
            </a:extLst>
          </p:cNvPr>
          <p:cNvSpPr>
            <a:spLocks noGrp="1"/>
          </p:cNvSpPr>
          <p:nvPr>
            <p:ph type="title"/>
          </p:nvPr>
        </p:nvSpPr>
        <p:spPr>
          <a:xfrm>
            <a:off x="840861" y="200826"/>
            <a:ext cx="10113461" cy="602137"/>
          </a:xfrm>
        </p:spPr>
        <p:txBody>
          <a:bodyPr/>
          <a:lstStyle/>
          <a:p>
            <a:r>
              <a:rPr lang="es-ES" dirty="0">
                <a:latin typeface="Gotham"/>
              </a:rPr>
              <a:t>Ventajas y </a:t>
            </a:r>
            <a:r>
              <a:rPr lang="es-ES">
                <a:latin typeface="Gotham"/>
              </a:rPr>
              <a:t>Desventajas</a:t>
            </a:r>
            <a:endParaRPr lang="es-ES" dirty="0"/>
          </a:p>
        </p:txBody>
      </p:sp>
    </p:spTree>
    <p:extLst>
      <p:ext uri="{BB962C8B-B14F-4D97-AF65-F5344CB8AC3E}">
        <p14:creationId xmlns:p14="http://schemas.microsoft.com/office/powerpoint/2010/main" val="350010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00ADFFA-A71C-B998-7790-536179CAF78E}"/>
              </a:ext>
            </a:extLst>
          </p:cNvPr>
          <p:cNvSpPr txBox="1"/>
          <p:nvPr/>
        </p:nvSpPr>
        <p:spPr>
          <a:xfrm>
            <a:off x="945193" y="1380635"/>
            <a:ext cx="10291061" cy="4401205"/>
          </a:xfrm>
          <a:prstGeom prst="rect">
            <a:avLst/>
          </a:prstGeom>
          <a:noFill/>
        </p:spPr>
        <p:txBody>
          <a:bodyPr wrap="square" lIns="91440" tIns="45720" rIns="91440" bIns="45720" rtlCol="0" anchor="t">
            <a:spAutoFit/>
          </a:bodyPr>
          <a:lstStyle/>
          <a:p>
            <a:pPr algn="just"/>
            <a:r>
              <a:rPr lang="es-CL" sz="2000" dirty="0">
                <a:solidFill>
                  <a:srgbClr val="0E0E0E"/>
                </a:solidFill>
                <a:effectLst/>
              </a:rPr>
              <a:t>Ariane 5:</a:t>
            </a:r>
            <a:endParaRPr lang="es-ES"/>
          </a:p>
          <a:p>
            <a:pPr algn="just"/>
            <a:r>
              <a:rPr lang="es-CL" sz="2000" dirty="0">
                <a:solidFill>
                  <a:srgbClr val="0E0E0E"/>
                </a:solidFill>
                <a:effectLst/>
              </a:rPr>
              <a:t>En 1996, el cohete Ariane 5 de la Agencia Espacial Europea explotó 40 segundos después de su lanzamiento debido a un error en el software de navegación. Un valor excedió el rango permitido, causando una excepción no manejada y la pérdida total del cohete y su carga útil, con un costo estimado en cientos de millones de dólares. Este incidente destaca la importancia de pruebas exhaustivas y gestión efectiva de excepciones en sistemas complejos.</a:t>
            </a:r>
            <a:endParaRPr lang="es-CL" sz="2000" dirty="0">
              <a:solidFill>
                <a:srgbClr val="0E0E0E"/>
              </a:solidFill>
              <a:effectLst/>
              <a:cs typeface="Calibri" panose="020F0502020204030204"/>
            </a:endParaRPr>
          </a:p>
          <a:p>
            <a:pPr algn="just"/>
            <a:endParaRPr lang="es-CL" sz="2000" dirty="0">
              <a:solidFill>
                <a:srgbClr val="0E0E0E"/>
              </a:solidFill>
              <a:effectLst/>
              <a:cs typeface="Calibri" panose="020F0502020204030204"/>
            </a:endParaRPr>
          </a:p>
          <a:p>
            <a:pPr algn="just"/>
            <a:endParaRPr lang="es-CL" sz="2000" dirty="0">
              <a:solidFill>
                <a:srgbClr val="0E0E0E"/>
              </a:solidFill>
            </a:endParaRPr>
          </a:p>
          <a:p>
            <a:pPr algn="just"/>
            <a:r>
              <a:rPr lang="es-CL" sz="2000" dirty="0">
                <a:solidFill>
                  <a:srgbClr val="0E0E0E"/>
                </a:solidFill>
                <a:effectLst/>
              </a:rPr>
              <a:t>Therac-25:</a:t>
            </a:r>
            <a:endParaRPr lang="es-CL" sz="2000" dirty="0">
              <a:solidFill>
                <a:srgbClr val="0E0E0E"/>
              </a:solidFill>
              <a:effectLst/>
              <a:cs typeface="Calibri" panose="020F0502020204030204"/>
            </a:endParaRPr>
          </a:p>
          <a:p>
            <a:pPr algn="just"/>
            <a:r>
              <a:rPr lang="es-CL" sz="2000" dirty="0">
                <a:solidFill>
                  <a:srgbClr val="0E0E0E"/>
                </a:solidFill>
                <a:effectLst/>
              </a:rPr>
              <a:t>Entre 1985 y 1987, varios pacientes recibieron dosis letales de radiación durante tratamientos de radioterapia debido a errores en el software de la máquina Therac-25, permitiendo la activación inadvertida de dosis excesivas. Seis pacientes murieron como resultado directo. Este caso resalta las graves consecuencias de los defectos de software en aplicaciones críticas para la salud, subrayando la necesidad de prácticas robustas de desarrollo y pruebas.</a:t>
            </a:r>
            <a:endParaRPr lang="es-CL" sz="2000" dirty="0">
              <a:solidFill>
                <a:srgbClr val="0E0E0E"/>
              </a:solidFill>
              <a:effectLst/>
              <a:cs typeface="Calibri" panose="020F0502020204030204"/>
            </a:endParaRPr>
          </a:p>
        </p:txBody>
      </p:sp>
      <p:sp>
        <p:nvSpPr>
          <p:cNvPr id="2" name="Título 1">
            <a:extLst>
              <a:ext uri="{FF2B5EF4-FFF2-40B4-BE49-F238E27FC236}">
                <a16:creationId xmlns:a16="http://schemas.microsoft.com/office/drawing/2014/main" id="{A3ECF958-ABF4-3291-6CC8-D8F67D02CE15}"/>
              </a:ext>
            </a:extLst>
          </p:cNvPr>
          <p:cNvSpPr>
            <a:spLocks noGrp="1"/>
          </p:cNvSpPr>
          <p:nvPr>
            <p:ph type="title"/>
          </p:nvPr>
        </p:nvSpPr>
        <p:spPr>
          <a:xfrm>
            <a:off x="840861" y="200826"/>
            <a:ext cx="10113461" cy="602137"/>
          </a:xfrm>
        </p:spPr>
        <p:txBody>
          <a:bodyPr/>
          <a:lstStyle/>
          <a:p>
            <a:r>
              <a:rPr lang="es-ES" dirty="0">
                <a:latin typeface="Gotham"/>
              </a:rPr>
              <a:t>Problemas Históricos</a:t>
            </a:r>
            <a:endParaRPr lang="es-ES" dirty="0"/>
          </a:p>
        </p:txBody>
      </p:sp>
    </p:spTree>
    <p:extLst>
      <p:ext uri="{BB962C8B-B14F-4D97-AF65-F5344CB8AC3E}">
        <p14:creationId xmlns:p14="http://schemas.microsoft.com/office/powerpoint/2010/main" val="1945117987"/>
      </p:ext>
    </p:extLst>
  </p:cSld>
  <p:clrMapOvr>
    <a:masterClrMapping/>
  </p:clrMapOvr>
</p:sld>
</file>

<file path=ppt/theme/theme1.xml><?xml version="1.0" encoding="utf-8"?>
<a:theme xmlns:a="http://schemas.openxmlformats.org/drawingml/2006/main" name="Plantilla Institucional CIISA">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lantilla_Institucional-2021" id="{D6758B44-4591-4742-9426-1DF69164099C}" vid="{2BD42133-B291-4B97-8F0A-E5C885E715A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CD8E051C034CD4AB7AA71D698AE8B30" ma:contentTypeVersion="14" ma:contentTypeDescription="Crear nuevo documento." ma:contentTypeScope="" ma:versionID="ba84be2a6c96e4e44c55bd7316411ed7">
  <xsd:schema xmlns:xsd="http://www.w3.org/2001/XMLSchema" xmlns:xs="http://www.w3.org/2001/XMLSchema" xmlns:p="http://schemas.microsoft.com/office/2006/metadata/properties" xmlns:ns2="bda1ad10-d4bb-41ec-a603-c5fb97d92d9b" xmlns:ns3="a78bb83c-f79f-4baf-ae30-fdf209467eca" targetNamespace="http://schemas.microsoft.com/office/2006/metadata/properties" ma:root="true" ma:fieldsID="41ef44b21c7357b5eadf57dcc10076a1" ns2:_="" ns3:_="">
    <xsd:import namespace="bda1ad10-d4bb-41ec-a603-c5fb97d92d9b"/>
    <xsd:import namespace="a78bb83c-f79f-4baf-ae30-fdf209467ec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a1ad10-d4bb-41ec-a603-c5fb97d92d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d06eb44f-0cc1-4f80-a712-3bf3176deb3c}" ma:internalName="TaxCatchAll" ma:showField="CatchAllData" ma:web="bda1ad10-d4bb-41ec-a603-c5fb97d92d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78bb83c-f79f-4baf-ae30-fdf209467ec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5d370a8b-1d73-4c2e-b75a-e5292e92d2a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da1ad10-d4bb-41ec-a603-c5fb97d92d9b" xsi:nil="true"/>
    <lcf76f155ced4ddcb4097134ff3c332f xmlns="a78bb83c-f79f-4baf-ae30-fdf209467eca">
      <Terms xmlns="http://schemas.microsoft.com/office/infopath/2007/PartnerControls"/>
    </lcf76f155ced4ddcb4097134ff3c332f>
    <SharedWithUsers xmlns="bda1ad10-d4bb-41ec-a603-c5fb97d92d9b">
      <UserInfo>
        <DisplayName/>
        <AccountId xsi:nil="true"/>
        <AccountType/>
      </UserInfo>
    </SharedWithUsers>
    <MediaLengthInSeconds xmlns="a78bb83c-f79f-4baf-ae30-fdf209467eca" xsi:nil="true"/>
  </documentManagement>
</p:properties>
</file>

<file path=customXml/itemProps1.xml><?xml version="1.0" encoding="utf-8"?>
<ds:datastoreItem xmlns:ds="http://schemas.openxmlformats.org/officeDocument/2006/customXml" ds:itemID="{4661082E-0D03-494C-9BAA-97B6381D5E43}">
  <ds:schemaRefs>
    <ds:schemaRef ds:uri="a78bb83c-f79f-4baf-ae30-fdf209467eca"/>
    <ds:schemaRef ds:uri="bda1ad10-d4bb-41ec-a603-c5fb97d92d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7F4E0E8-DCD7-4FED-941D-0AB556AD80FE}">
  <ds:schemaRefs>
    <ds:schemaRef ds:uri="http://schemas.microsoft.com/sharepoint/v3/contenttype/forms"/>
  </ds:schemaRefs>
</ds:datastoreItem>
</file>

<file path=customXml/itemProps3.xml><?xml version="1.0" encoding="utf-8"?>
<ds:datastoreItem xmlns:ds="http://schemas.openxmlformats.org/officeDocument/2006/customXml" ds:itemID="{F0D21582-FC00-409E-B0FE-B85F4A2AD932}">
  <ds:schemaRefs>
    <ds:schemaRef ds:uri="http://schemas.openxmlformats.org/package/2006/metadata/core-properties"/>
    <ds:schemaRef ds:uri="http://purl.org/dc/terms/"/>
    <ds:schemaRef ds:uri="http://purl.org/dc/dcmitype/"/>
    <ds:schemaRef ds:uri="http://purl.org/dc/elements/1.1/"/>
    <ds:schemaRef ds:uri="http://schemas.microsoft.com/office/2006/documentManagement/types"/>
    <ds:schemaRef ds:uri="bda1ad10-d4bb-41ec-a603-c5fb97d92d9b"/>
    <ds:schemaRef ds:uri="http://schemas.microsoft.com/office/infopath/2007/PartnerControls"/>
    <ds:schemaRef ds:uri="a78bb83c-f79f-4baf-ae30-fdf209467eca"/>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Plantilla_Institucional-2021_A</Template>
  <TotalTime>109</TotalTime>
  <Words>1199</Words>
  <Application>Microsoft Office PowerPoint</Application>
  <PresentationFormat>Panorámica</PresentationFormat>
  <Paragraphs>94</Paragraphs>
  <Slides>11</Slides>
  <Notes>0</Notes>
  <HiddenSlides>0</HiddenSlides>
  <MMClips>0</MMClips>
  <ScaleCrop>false</ScaleCrop>
  <HeadingPairs>
    <vt:vector size="4" baseType="variant">
      <vt:variant>
        <vt:lpstr>Tema</vt:lpstr>
      </vt:variant>
      <vt:variant>
        <vt:i4>1</vt:i4>
      </vt:variant>
      <vt:variant>
        <vt:lpstr>Títulos de diapositiva</vt:lpstr>
      </vt:variant>
      <vt:variant>
        <vt:i4>11</vt:i4>
      </vt:variant>
    </vt:vector>
  </HeadingPairs>
  <TitlesOfParts>
    <vt:vector size="12" baseType="lpstr">
      <vt:lpstr>Plantilla Institucional CIISA</vt:lpstr>
      <vt:lpstr>Unidad 3</vt:lpstr>
      <vt:lpstr>ÍNDICE</vt:lpstr>
      <vt:lpstr>Introducción </vt:lpstr>
      <vt:lpstr>Historia</vt:lpstr>
      <vt:lpstr>Procesos</vt:lpstr>
      <vt:lpstr>Roles</vt:lpstr>
      <vt:lpstr>Mejores Prácticas</vt:lpstr>
      <vt:lpstr>Protocolos Estándar</vt:lpstr>
      <vt:lpstr>Ventajas y Desventajas</vt:lpstr>
      <vt:lpstr>Ventajas y Desventajas</vt:lpstr>
      <vt:lpstr>Problemas Históricos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dc:title>
  <dc:creator>César Díaz</dc:creator>
  <cp:lastModifiedBy>Jorge Alejandro Bravo Pizarro</cp:lastModifiedBy>
  <cp:revision>144</cp:revision>
  <dcterms:created xsi:type="dcterms:W3CDTF">2023-07-19T16:06:31Z</dcterms:created>
  <dcterms:modified xsi:type="dcterms:W3CDTF">2024-08-16T08:50:44Z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0x0101009CD8E051C034CD4AB7AA71D698AE8B30</vt:lpwstr>
  </property>
  <property fmtid="{D5CDD505-2E9C-101B-9397-08002B2CF9AE}" pid="3" name="MediaServiceImageTags">
    <vt:lpwstr/>
  </property>
  <property fmtid="{D5CDD505-2E9C-101B-9397-08002B2CF9AE}" pid="4" name="Order">
    <vt:r8>217300</vt:r8>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