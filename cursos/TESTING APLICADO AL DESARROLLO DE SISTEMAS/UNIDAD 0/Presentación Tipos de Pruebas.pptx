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omments/modernComment_7BBF58E9_BCC49D8A.xml" ContentType="application/vnd.ms-powerpoint.comments+xml"/>
  <Override PartName="/ppt/comments/modernComment_7BBF58EA_8AC79265.xml" ContentType="application/vnd.ms-powerpoint.comments+xml"/>
  <Override PartName="/ppt/comments/modernComment_7BBF58F5_97C18843.xml" ContentType="application/vnd.ms-powerpoint.comments+xml"/>
  <Override PartName="/ppt/comments/modernComment_7BBF58E7_33C906EB.xml" ContentType="application/vnd.ms-powerpoint.comments+xml"/>
  <Override PartName="/ppt/comments/modernComment_7BBF58E6_43BDDA71.xml" ContentType="application/vnd.ms-powerpoint.comments+xml"/>
  <Override PartName="/ppt/comments/modernComment_7BBF58EB_DEB57F9E.xml" ContentType="application/vnd.ms-powerpoint.comments+xml"/>
  <Override PartName="/ppt/comments/modernComment_7BBF58EC_316E8E30.xml" ContentType="application/vnd.ms-powerpoint.comments+xml"/>
  <Override PartName="/ppt/comments/modernComment_7BBF58E8_73DDF829.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8"/>
  </p:notesMasterIdLst>
  <p:sldIdLst>
    <p:sldId id="2076137705" r:id="rId5"/>
    <p:sldId id="2076137706" r:id="rId6"/>
    <p:sldId id="2076137717" r:id="rId7"/>
    <p:sldId id="2076137703" r:id="rId8"/>
    <p:sldId id="2076137702" r:id="rId9"/>
    <p:sldId id="2076137722" r:id="rId10"/>
    <p:sldId id="2076137707" r:id="rId11"/>
    <p:sldId id="2076137708" r:id="rId12"/>
    <p:sldId id="2076137704" r:id="rId13"/>
    <p:sldId id="2076137720" r:id="rId14"/>
    <p:sldId id="2076137709" r:id="rId15"/>
    <p:sldId id="2076137721" r:id="rId16"/>
    <p:sldId id="2076137710" r:id="rId17"/>
    <p:sldId id="2076137723" r:id="rId18"/>
    <p:sldId id="2076137724" r:id="rId19"/>
    <p:sldId id="2076137725" r:id="rId20"/>
    <p:sldId id="2076137726" r:id="rId21"/>
    <p:sldId id="2076137727" r:id="rId22"/>
    <p:sldId id="2076137728" r:id="rId23"/>
    <p:sldId id="2076137729" r:id="rId24"/>
    <p:sldId id="2076137730" r:id="rId25"/>
    <p:sldId id="2076137731" r:id="rId26"/>
    <p:sldId id="2076137732" r:id="rId27"/>
    <p:sldId id="2076137733" r:id="rId28"/>
    <p:sldId id="2076137734" r:id="rId29"/>
    <p:sldId id="2076137735" r:id="rId30"/>
    <p:sldId id="2076137736" r:id="rId31"/>
    <p:sldId id="2076137737" r:id="rId32"/>
    <p:sldId id="2076137738" r:id="rId33"/>
    <p:sldId id="2076137739" r:id="rId34"/>
    <p:sldId id="2076137740" r:id="rId35"/>
    <p:sldId id="2076137741" r:id="rId36"/>
    <p:sldId id="207613774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DFE0A-DF80-3E30-C204-25B1D5565698}" name="Alejandra Bravo Garcia" initials="AB" userId="S::alejandra.bravo@ipss.cl::4cf5125d-f567-4a98-9bb5-4ea9ae908f01" providerId="AD"/>
  <p188:author id="{DFC5AA2A-7322-24C3-9B68-AD7395C41981}" name="Alejandra Bravo Garcia" initials="AG" userId="S::abravo@ciisa.cl::4cf5125d-f567-4a98-9bb5-4ea9ae908f01" providerId="AD"/>
  <p188:author id="{ED6C565C-96F3-95F4-3EAF-1F06D7DCD0EB}" name="Jorge Alejandro Bravo Pizarro" initials="" userId="S::jbravo@ciisa.cl::866f4d59-4e3d-4420-8a8b-3d6ddbb5c63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96073"/>
    <a:srgbClr val="798998"/>
    <a:srgbClr val="3C3C3B"/>
    <a:srgbClr val="C7AC7A"/>
    <a:srgbClr val="102B42"/>
    <a:srgbClr val="304B61"/>
    <a:srgbClr val="00263E"/>
    <a:srgbClr val="13A438"/>
    <a:srgbClr val="67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35"/>
    <p:restoredTop sz="94694"/>
  </p:normalViewPr>
  <p:slideViewPr>
    <p:cSldViewPr snapToGrid="0">
      <p:cViewPr varScale="1">
        <p:scale>
          <a:sx n="69" d="100"/>
          <a:sy n="69" d="100"/>
        </p:scale>
        <p:origin x="82" y="322"/>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ésar Díaz" userId="ed34fad7-0c20-4e51-b35e-19bd778b9593" providerId="ADAL" clId="{51ACDB2D-09DD-490E-A1C2-29B24CBAEA85}"/>
    <pc:docChg chg="custSel modSld modMainMaster">
      <pc:chgData name="César Díaz" userId="ed34fad7-0c20-4e51-b35e-19bd778b9593" providerId="ADAL" clId="{51ACDB2D-09DD-490E-A1C2-29B24CBAEA85}" dt="2023-08-08T17:01:27.407" v="8" actId="14100"/>
      <pc:docMkLst>
        <pc:docMk/>
      </pc:docMkLst>
      <pc:sldChg chg="addSp delSp modSp mod">
        <pc:chgData name="César Díaz" userId="ed34fad7-0c20-4e51-b35e-19bd778b9593" providerId="ADAL" clId="{51ACDB2D-09DD-490E-A1C2-29B24CBAEA85}" dt="2023-08-08T16:51:13.533" v="3" actId="21"/>
        <pc:sldMkLst>
          <pc:docMk/>
          <pc:sldMk cId="3167001994" sldId="2076137705"/>
        </pc:sldMkLst>
        <pc:picChg chg="add del mod">
          <ac:chgData name="César Díaz" userId="ed34fad7-0c20-4e51-b35e-19bd778b9593" providerId="ADAL" clId="{51ACDB2D-09DD-490E-A1C2-29B24CBAEA85}" dt="2023-08-08T16:51:13.533" v="3" actId="21"/>
          <ac:picMkLst>
            <pc:docMk/>
            <pc:sldMk cId="3167001994" sldId="2076137705"/>
            <ac:picMk id="5" creationId="{7D7459A5-8102-94A7-EEE8-64E872E249FD}"/>
          </ac:picMkLst>
        </pc:picChg>
      </pc:sldChg>
      <pc:sldMasterChg chg="modSldLayout">
        <pc:chgData name="César Díaz" userId="ed34fad7-0c20-4e51-b35e-19bd778b9593" providerId="ADAL" clId="{51ACDB2D-09DD-490E-A1C2-29B24CBAEA85}" dt="2023-08-08T17:01:27.407" v="8" actId="14100"/>
        <pc:sldMasterMkLst>
          <pc:docMk/>
          <pc:sldMasterMk cId="2491898207" sldId="2147483660"/>
        </pc:sldMasterMkLst>
        <pc:sldLayoutChg chg="addSp delSp modSp mod">
          <pc:chgData name="César Díaz" userId="ed34fad7-0c20-4e51-b35e-19bd778b9593" providerId="ADAL" clId="{51ACDB2D-09DD-490E-A1C2-29B24CBAEA85}" dt="2023-08-08T17:01:27.407" v="8" actId="14100"/>
          <pc:sldLayoutMkLst>
            <pc:docMk/>
            <pc:sldMasterMk cId="2491898207" sldId="2147483660"/>
            <pc:sldLayoutMk cId="639590872" sldId="2147483662"/>
          </pc:sldLayoutMkLst>
          <pc:picChg chg="add mod">
            <ac:chgData name="César Díaz" userId="ed34fad7-0c20-4e51-b35e-19bd778b9593" providerId="ADAL" clId="{51ACDB2D-09DD-490E-A1C2-29B24CBAEA85}" dt="2023-08-08T17:01:27.407" v="8" actId="14100"/>
            <ac:picMkLst>
              <pc:docMk/>
              <pc:sldMasterMk cId="2491898207" sldId="2147483660"/>
              <pc:sldLayoutMk cId="639590872" sldId="2147483662"/>
              <ac:picMk id="2" creationId="{56246E2A-FF94-6B4F-980C-12E7E5DF0CB8}"/>
            </ac:picMkLst>
          </pc:picChg>
          <pc:picChg chg="del">
            <ac:chgData name="César Díaz" userId="ed34fad7-0c20-4e51-b35e-19bd778b9593" providerId="ADAL" clId="{51ACDB2D-09DD-490E-A1C2-29B24CBAEA85}" dt="2023-08-08T16:51:33.751" v="6" actId="478"/>
            <ac:picMkLst>
              <pc:docMk/>
              <pc:sldMasterMk cId="2491898207" sldId="2147483660"/>
              <pc:sldLayoutMk cId="639590872" sldId="2147483662"/>
              <ac:picMk id="3" creationId="{826DD118-0008-9744-EE2F-668939AD7CF2}"/>
            </ac:picMkLst>
          </pc:picChg>
        </pc:sldLayoutChg>
      </pc:sldMasterChg>
    </pc:docChg>
  </pc:docChgLst>
  <pc:docChgLst>
    <pc:chgData name="Alejandra Bravo Garcia" userId="S::abravo@ciisa.cl::4cf5125d-f567-4a98-9bb5-4ea9ae908f01" providerId="AD" clId="Web-{7BA15F0B-029B-E7C7-F931-CF0999763482}"/>
    <pc:docChg chg="mod addSld modSld">
      <pc:chgData name="Alejandra Bravo Garcia" userId="S::abravo@ciisa.cl::4cf5125d-f567-4a98-9bb5-4ea9ae908f01" providerId="AD" clId="Web-{7BA15F0B-029B-E7C7-F931-CF0999763482}" dt="2023-09-12T03:31:41.921" v="155" actId="20577"/>
      <pc:docMkLst>
        <pc:docMk/>
      </pc:docMkLst>
      <pc:sldChg chg="addCm">
        <pc:chgData name="Alejandra Bravo Garcia" userId="S::abravo@ciisa.cl::4cf5125d-f567-4a98-9bb5-4ea9ae908f01" providerId="AD" clId="Web-{7BA15F0B-029B-E7C7-F931-CF0999763482}" dt="2023-09-12T03:28:52.463" v="136"/>
        <pc:sldMkLst>
          <pc:docMk/>
          <pc:sldMk cId="1136515697" sldId="207613770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52.463" v="136"/>
              <pc2:cmMkLst xmlns:pc2="http://schemas.microsoft.com/office/powerpoint/2019/9/main/command">
                <pc:docMk/>
                <pc:sldMk cId="1136515697" sldId="2076137702"/>
                <pc2:cmMk id="{E30EEDB4-A314-47FD-8D64-D776ED46A02F}"/>
              </pc2:cmMkLst>
            </pc226:cmChg>
          </p:ext>
        </pc:extLst>
      </pc:sldChg>
      <pc:sldChg chg="addCm">
        <pc:chgData name="Alejandra Bravo Garcia" userId="S::abravo@ciisa.cl::4cf5125d-f567-4a98-9bb5-4ea9ae908f01" providerId="AD" clId="Web-{7BA15F0B-029B-E7C7-F931-CF0999763482}" dt="2023-09-12T03:26:05.270" v="133"/>
        <pc:sldMkLst>
          <pc:docMk/>
          <pc:sldMk cId="868812523" sldId="2076137703"/>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05.270" v="133"/>
              <pc2:cmMkLst xmlns:pc2="http://schemas.microsoft.com/office/powerpoint/2019/9/main/command">
                <pc:docMk/>
                <pc:sldMk cId="868812523" sldId="2076137703"/>
                <pc2:cmMk id="{1EA8D883-5044-4AAA-BBAD-F5A58475186B}"/>
              </pc2:cmMkLst>
            </pc226:cmChg>
          </p:ext>
        </pc:extLst>
      </pc:sldChg>
      <pc:sldChg chg="addCm">
        <pc:chgData name="Alejandra Bravo Garcia" userId="S::abravo@ciisa.cl::4cf5125d-f567-4a98-9bb5-4ea9ae908f01" providerId="AD" clId="Web-{7BA15F0B-029B-E7C7-F931-CF0999763482}" dt="2023-09-12T03:29:58.371" v="138"/>
        <pc:sldMkLst>
          <pc:docMk/>
          <pc:sldMk cId="1943926825" sldId="2076137704"/>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58.371" v="138"/>
              <pc2:cmMkLst xmlns:pc2="http://schemas.microsoft.com/office/powerpoint/2019/9/main/command">
                <pc:docMk/>
                <pc:sldMk cId="1943926825" sldId="2076137704"/>
                <pc2:cmMk id="{EA16C70D-1923-4304-A5D8-45ADC65883D6}"/>
              </pc2:cmMkLst>
            </pc226:cmChg>
          </p:ext>
        </pc:extLst>
      </pc:sldChg>
      <pc:sldChg chg="addCm">
        <pc:chgData name="Alejandra Bravo Garcia" userId="S::abravo@ciisa.cl::4cf5125d-f567-4a98-9bb5-4ea9ae908f01" providerId="AD" clId="Web-{7BA15F0B-029B-E7C7-F931-CF0999763482}" dt="2023-09-12T03:24:24.908" v="130"/>
        <pc:sldMkLst>
          <pc:docMk/>
          <pc:sldMk cId="3167001994" sldId="2076137705"/>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12.908" v="129"/>
              <pc2:cmMkLst xmlns:pc2="http://schemas.microsoft.com/office/powerpoint/2019/9/main/command">
                <pc:docMk/>
                <pc:sldMk cId="3167001994" sldId="2076137705"/>
                <pc2:cmMk id="{FDA31033-C313-481E-B661-B5FAF3DCBAFF}"/>
              </pc2:cmMkLst>
            </pc226:cmChg>
            <pc226:cmChg xmlns:pc226="http://schemas.microsoft.com/office/powerpoint/2022/06/main/command" chg="add">
              <pc226:chgData name="Alejandra Bravo Garcia" userId="S::abravo@ciisa.cl::4cf5125d-f567-4a98-9bb5-4ea9ae908f01" providerId="AD" clId="Web-{7BA15F0B-029B-E7C7-F931-CF0999763482}" dt="2023-09-12T03:24:24.908" v="130"/>
              <pc2:cmMkLst xmlns:pc2="http://schemas.microsoft.com/office/powerpoint/2019/9/main/command">
                <pc:docMk/>
                <pc:sldMk cId="3167001994" sldId="2076137705"/>
                <pc2:cmMk id="{6ACC9BD5-3395-4EED-95E2-0F111C252A4D}"/>
              </pc2:cmMkLst>
            </pc226:cmChg>
          </p:ext>
        </pc:extLst>
      </pc:sldChg>
      <pc:sldChg chg="modSp addCm">
        <pc:chgData name="Alejandra Bravo Garcia" userId="S::abravo@ciisa.cl::4cf5125d-f567-4a98-9bb5-4ea9ae908f01" providerId="AD" clId="Web-{7BA15F0B-029B-E7C7-F931-CF0999763482}" dt="2023-09-12T03:24:54.581" v="131"/>
        <pc:sldMkLst>
          <pc:docMk/>
          <pc:sldMk cId="2328334949" sldId="2076137706"/>
        </pc:sldMkLst>
        <pc:spChg chg="mod">
          <ac:chgData name="Alejandra Bravo Garcia" userId="S::abravo@ciisa.cl::4cf5125d-f567-4a98-9bb5-4ea9ae908f01" providerId="AD" clId="Web-{7BA15F0B-029B-E7C7-F931-CF0999763482}" dt="2023-09-12T03:21:55.591" v="4" actId="20577"/>
          <ac:spMkLst>
            <pc:docMk/>
            <pc:sldMk cId="2328334949" sldId="2076137706"/>
            <ac:spMk id="2" creationId="{B6EFDCBE-E499-3103-92A5-28F5D6427A64}"/>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54.581" v="131"/>
              <pc2:cmMkLst xmlns:pc2="http://schemas.microsoft.com/office/powerpoint/2019/9/main/command">
                <pc:docMk/>
                <pc:sldMk cId="2328334949" sldId="2076137706"/>
                <pc2:cmMk id="{389693A5-11B2-4C14-A119-775D20B2A22B}"/>
              </pc2:cmMkLst>
            </pc226:cmChg>
          </p:ext>
        </pc:extLst>
      </pc:sldChg>
      <pc:sldChg chg="addCm">
        <pc:chgData name="Alejandra Bravo Garcia" userId="S::abravo@ciisa.cl::4cf5125d-f567-4a98-9bb5-4ea9ae908f01" providerId="AD" clId="Web-{7BA15F0B-029B-E7C7-F931-CF0999763482}" dt="2023-09-12T03:26:16.771" v="134"/>
        <pc:sldMkLst>
          <pc:docMk/>
          <pc:sldMk cId="3736436638" sldId="2076137707"/>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16.771" v="134"/>
              <pc2:cmMkLst xmlns:pc2="http://schemas.microsoft.com/office/powerpoint/2019/9/main/command">
                <pc:docMk/>
                <pc:sldMk cId="3736436638" sldId="2076137707"/>
                <pc2:cmMk id="{07EF16F2-FDF7-459F-8065-373D6580A19D}"/>
              </pc2:cmMkLst>
            </pc226:cmChg>
          </p:ext>
        </pc:extLst>
      </pc:sldChg>
      <pc:sldChg chg="addCm">
        <pc:chgData name="Alejandra Bravo Garcia" userId="S::abravo@ciisa.cl::4cf5125d-f567-4a98-9bb5-4ea9ae908f01" providerId="AD" clId="Web-{7BA15F0B-029B-E7C7-F931-CF0999763482}" dt="2023-09-12T03:29:35.370" v="137"/>
        <pc:sldMkLst>
          <pc:docMk/>
          <pc:sldMk cId="829328944" sldId="2076137708"/>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35.370" v="137"/>
              <pc2:cmMkLst xmlns:pc2="http://schemas.microsoft.com/office/powerpoint/2019/9/main/command">
                <pc:docMk/>
                <pc:sldMk cId="829328944" sldId="2076137708"/>
                <pc2:cmMk id="{D267BE4A-61DE-40D3-A24C-59F6D7967C8C}"/>
              </pc2:cmMkLst>
            </pc226:cmChg>
          </p:ext>
        </pc:extLst>
      </pc:sldChg>
      <pc:sldChg chg="addCm">
        <pc:chgData name="Alejandra Bravo Garcia" userId="S::abravo@ciisa.cl::4cf5125d-f567-4a98-9bb5-4ea9ae908f01" providerId="AD" clId="Web-{7BA15F0B-029B-E7C7-F931-CF0999763482}" dt="2023-09-12T03:28:28.478" v="135"/>
        <pc:sldMkLst>
          <pc:docMk/>
          <pc:sldMk cId="3631252662" sldId="207613771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28.478" v="135"/>
              <pc2:cmMkLst xmlns:pc2="http://schemas.microsoft.com/office/powerpoint/2019/9/main/command">
                <pc:docMk/>
                <pc:sldMk cId="3631252662" sldId="2076137712"/>
                <pc2:cmMk id="{0D333014-9AC8-4346-BB09-9D720E4A3858}"/>
              </pc2:cmMkLst>
            </pc226:cmChg>
          </p:ext>
        </pc:extLst>
      </pc:sldChg>
      <pc:sldChg chg="modSp add replId addCm">
        <pc:chgData name="Alejandra Bravo Garcia" userId="S::abravo@ciisa.cl::4cf5125d-f567-4a98-9bb5-4ea9ae908f01" providerId="AD" clId="Web-{7BA15F0B-029B-E7C7-F931-CF0999763482}" dt="2023-09-12T03:25:38.613" v="132"/>
        <pc:sldMkLst>
          <pc:docMk/>
          <pc:sldMk cId="2546042947" sldId="2076137717"/>
        </pc:sldMkLst>
        <pc:spChg chg="mod">
          <ac:chgData name="Alejandra Bravo Garcia" userId="S::abravo@ciisa.cl::4cf5125d-f567-4a98-9bb5-4ea9ae908f01" providerId="AD" clId="Web-{7BA15F0B-029B-E7C7-F931-CF0999763482}" dt="2023-09-12T03:22:39.030" v="21" actId="20577"/>
          <ac:spMkLst>
            <pc:docMk/>
            <pc:sldMk cId="2546042947" sldId="2076137717"/>
            <ac:spMk id="2" creationId="{B6EFDCBE-E499-3103-92A5-28F5D6427A64}"/>
          </ac:spMkLst>
        </pc:spChg>
        <pc:spChg chg="mod">
          <ac:chgData name="Alejandra Bravo Garcia" userId="S::abravo@ciisa.cl::4cf5125d-f567-4a98-9bb5-4ea9ae908f01" providerId="AD" clId="Web-{7BA15F0B-029B-E7C7-F931-CF0999763482}" dt="2023-09-12T03:23:44.032" v="127" actId="20577"/>
          <ac:spMkLst>
            <pc:docMk/>
            <pc:sldMk cId="2546042947" sldId="2076137717"/>
            <ac:spMk id="3" creationId="{E13EDA60-EA13-DE58-247C-0BA1927DF33E}"/>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5:38.613" v="132"/>
              <pc2:cmMkLst xmlns:pc2="http://schemas.microsoft.com/office/powerpoint/2019/9/main/command">
                <pc:docMk/>
                <pc:sldMk cId="2546042947" sldId="2076137717"/>
                <pc2:cmMk id="{C1737562-6C8A-463E-B045-4829F6317B19}"/>
              </pc2:cmMkLst>
            </pc226:cmChg>
          </p:ext>
        </pc:extLst>
      </pc:sldChg>
      <pc:sldChg chg="addSp delSp modSp add replId addCm">
        <pc:chgData name="Alejandra Bravo Garcia" userId="S::abravo@ciisa.cl::4cf5125d-f567-4a98-9bb5-4ea9ae908f01" providerId="AD" clId="Web-{7BA15F0B-029B-E7C7-F931-CF0999763482}" dt="2023-09-12T03:31:41.921" v="155" actId="20577"/>
        <pc:sldMkLst>
          <pc:docMk/>
          <pc:sldMk cId="729372892" sldId="2076137718"/>
        </pc:sldMkLst>
        <pc:spChg chg="add mod">
          <ac:chgData name="Alejandra Bravo Garcia" userId="S::abravo@ciisa.cl::4cf5125d-f567-4a98-9bb5-4ea9ae908f01" providerId="AD" clId="Web-{7BA15F0B-029B-E7C7-F931-CF0999763482}" dt="2023-09-12T03:31:41.921" v="155" actId="20577"/>
          <ac:spMkLst>
            <pc:docMk/>
            <pc:sldMk cId="729372892" sldId="2076137718"/>
            <ac:spMk id="2" creationId="{7D6BBE6D-6364-2A96-9BD0-B43BAB212637}"/>
          </ac:spMkLst>
        </pc:spChg>
        <pc:spChg chg="del mod">
          <ac:chgData name="Alejandra Bravo Garcia" userId="S::abravo@ciisa.cl::4cf5125d-f567-4a98-9bb5-4ea9ae908f01" providerId="AD" clId="Web-{7BA15F0B-029B-E7C7-F931-CF0999763482}" dt="2023-09-12T03:30:25.028" v="142"/>
          <ac:spMkLst>
            <pc:docMk/>
            <pc:sldMk cId="729372892" sldId="2076137718"/>
            <ac:spMk id="4" creationId="{89401DFB-4589-4A40-1CF4-5D132DD2EF72}"/>
          </ac:spMkLst>
        </pc:spChg>
        <pc:spChg chg="del">
          <ac:chgData name="Alejandra Bravo Garcia" userId="S::abravo@ciisa.cl::4cf5125d-f567-4a98-9bb5-4ea9ae908f01" providerId="AD" clId="Web-{7BA15F0B-029B-E7C7-F931-CF0999763482}" dt="2023-09-12T03:30:19.637" v="140"/>
          <ac:spMkLst>
            <pc:docMk/>
            <pc:sldMk cId="729372892" sldId="2076137718"/>
            <ac:spMk id="5" creationId="{A2D74E4D-CBE6-A3D9-BD83-ED8A812243ED}"/>
          </ac:spMkLst>
        </pc:spChg>
        <pc:spChg chg="del">
          <ac:chgData name="Alejandra Bravo Garcia" userId="S::abravo@ciisa.cl::4cf5125d-f567-4a98-9bb5-4ea9ae908f01" providerId="AD" clId="Web-{7BA15F0B-029B-E7C7-F931-CF0999763482}" dt="2023-09-12T03:30:28.184" v="144"/>
          <ac:spMkLst>
            <pc:docMk/>
            <pc:sldMk cId="729372892" sldId="2076137718"/>
            <ac:spMk id="6" creationId="{E7A96764-862C-3475-9311-453A659389A3}"/>
          </ac:spMkLst>
        </pc:spChg>
        <pc:picChg chg="del">
          <ac:chgData name="Alejandra Bravo Garcia" userId="S::abravo@ciisa.cl::4cf5125d-f567-4a98-9bb5-4ea9ae908f01" providerId="AD" clId="Web-{7BA15F0B-029B-E7C7-F931-CF0999763482}" dt="2023-09-12T03:30:26.919" v="143"/>
          <ac:picMkLst>
            <pc:docMk/>
            <pc:sldMk cId="729372892" sldId="2076137718"/>
            <ac:picMk id="5122" creationId="{E54C5135-F610-A35E-7081-EC02C10B7FFC}"/>
          </ac:picMkLst>
        </pc:pic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31:39.765" v="154"/>
              <pc2:cmMkLst xmlns:pc2="http://schemas.microsoft.com/office/powerpoint/2019/9/main/command">
                <pc:docMk/>
                <pc:sldMk cId="729372892" sldId="2076137718"/>
                <pc2:cmMk id="{A4CF5ACE-D39B-432C-8A7B-88D220DC3AF0}"/>
              </pc2:cmMkLst>
            </pc226:cmChg>
          </p:ext>
        </pc:extLst>
      </pc:sldChg>
    </pc:docChg>
  </pc:docChgLst>
  <pc:docChgLst>
    <pc:chgData name="Alejandra Bravo Garcia" userId="S::abravo@ciisa.cl::4cf5125d-f567-4a98-9bb5-4ea9ae908f01" providerId="AD" clId="Web-{341A84B5-8B6E-3EA9-03A3-74F6E9820380}"/>
    <pc:docChg chg="sldOrd">
      <pc:chgData name="Alejandra Bravo Garcia" userId="S::abravo@ciisa.cl::4cf5125d-f567-4a98-9bb5-4ea9ae908f01" providerId="AD" clId="Web-{341A84B5-8B6E-3EA9-03A3-74F6E9820380}" dt="2023-10-27T15:51:17.925" v="1"/>
      <pc:docMkLst>
        <pc:docMk/>
      </pc:docMkLst>
      <pc:sldChg chg="ord">
        <pc:chgData name="Alejandra Bravo Garcia" userId="S::abravo@ciisa.cl::4cf5125d-f567-4a98-9bb5-4ea9ae908f01" providerId="AD" clId="Web-{341A84B5-8B6E-3EA9-03A3-74F6E9820380}" dt="2023-10-27T15:51:17.925" v="1"/>
        <pc:sldMkLst>
          <pc:docMk/>
          <pc:sldMk cId="242947854" sldId="2076137701"/>
        </pc:sldMkLst>
      </pc:sldChg>
      <pc:sldChg chg="modCm">
        <pc:chgData name="Alejandra Bravo Garcia" userId="S::abravo@ciisa.cl::4cf5125d-f567-4a98-9bb5-4ea9ae908f01" providerId="AD" clId="Web-{341A84B5-8B6E-3EA9-03A3-74F6E9820380}" dt="2023-10-27T15:51:06.831" v="0"/>
        <pc:sldMkLst>
          <pc:docMk/>
          <pc:sldMk cId="3631252662" sldId="2076137712"/>
        </pc:sldMkLst>
        <pc:extLst>
          <p:ext xmlns:p="http://schemas.openxmlformats.org/presentationml/2006/main" uri="{D6D511B9-2390-475A-947B-AFAB55BFBCF1}">
            <pc226:cmChg xmlns:pc226="http://schemas.microsoft.com/office/powerpoint/2022/06/main/command" chg="mod">
              <pc226:chgData name="Alejandra Bravo Garcia" userId="S::abravo@ciisa.cl::4cf5125d-f567-4a98-9bb5-4ea9ae908f01" providerId="AD" clId="Web-{341A84B5-8B6E-3EA9-03A3-74F6E9820380}" dt="2023-10-27T15:51:06.831" v="0"/>
              <pc2:cmMkLst xmlns:pc2="http://schemas.microsoft.com/office/powerpoint/2019/9/main/command">
                <pc:docMk/>
                <pc:sldMk cId="3631252662" sldId="2076137712"/>
                <pc2:cmMk id="{0D333014-9AC8-4346-BB09-9D720E4A3858}"/>
              </pc2:cmMkLst>
            </pc226:cmChg>
          </p:ext>
        </pc:extLst>
      </pc:sldChg>
    </pc:docChg>
  </pc:docChgLst>
  <pc:docChgLst>
    <pc:chgData name="Alvaro Gajardo Rozas" userId="S::agajardo@ciisa.cl::b3fbea3f-f2a8-486d-aa1c-9a9bc80c7b05" providerId="AD" clId="Web-{81A78B22-6EB1-4333-B29B-3AA70FB3DE9C}"/>
    <pc:docChg chg="modSld">
      <pc:chgData name="Alvaro Gajardo Rozas" userId="S::agajardo@ciisa.cl::b3fbea3f-f2a8-486d-aa1c-9a9bc80c7b05" providerId="AD" clId="Web-{81A78B22-6EB1-4333-B29B-3AA70FB3DE9C}" dt="2023-08-17T18:58:22.310" v="1" actId="20577"/>
      <pc:docMkLst>
        <pc:docMk/>
      </pc:docMkLst>
      <pc:sldChg chg="modSp">
        <pc:chgData name="Alvaro Gajardo Rozas" userId="S::agajardo@ciisa.cl::b3fbea3f-f2a8-486d-aa1c-9a9bc80c7b05" providerId="AD" clId="Web-{81A78B22-6EB1-4333-B29B-3AA70FB3DE9C}" dt="2023-08-17T18:58:22.310" v="1" actId="20577"/>
        <pc:sldMkLst>
          <pc:docMk/>
          <pc:sldMk cId="1136515697" sldId="2076137702"/>
        </pc:sldMkLst>
        <pc:spChg chg="mod">
          <ac:chgData name="Alvaro Gajardo Rozas" userId="S::agajardo@ciisa.cl::b3fbea3f-f2a8-486d-aa1c-9a9bc80c7b05" providerId="AD" clId="Web-{81A78B22-6EB1-4333-B29B-3AA70FB3DE9C}" dt="2023-08-17T18:58:22.310" v="1" actId="20577"/>
          <ac:spMkLst>
            <pc:docMk/>
            <pc:sldMk cId="1136515697" sldId="2076137702"/>
            <ac:spMk id="2" creationId="{25376074-10EA-2E38-7734-116EE817E5ED}"/>
          </ac:spMkLst>
        </pc:spChg>
      </pc:sldChg>
    </pc:docChg>
  </pc:docChgLst>
  <pc:docChgLst>
    <pc:chgData name="Carolina Lastra Avendaño" userId="S::clastra@ciisa.cl::81d2f08a-669f-4504-b713-9505f7f274c4" providerId="AD" clId="Web-{5CA01B3C-B536-6762-EAA4-E33501866A87}"/>
    <pc:docChg chg="addSld delSld modSld modMainMaster">
      <pc:chgData name="Carolina Lastra Avendaño" userId="S::clastra@ciisa.cl::81d2f08a-669f-4504-b713-9505f7f274c4" providerId="AD" clId="Web-{5CA01B3C-B536-6762-EAA4-E33501866A87}" dt="2024-05-22T15:43:42.882" v="61" actId="20577"/>
      <pc:docMkLst>
        <pc:docMk/>
      </pc:docMkLst>
      <pc:sldChg chg="del mod">
        <pc:chgData name="Carolina Lastra Avendaño" userId="S::clastra@ciisa.cl::81d2f08a-669f-4504-b713-9505f7f274c4" providerId="AD" clId="Web-{5CA01B3C-B536-6762-EAA4-E33501866A87}" dt="2024-05-22T15:41:22.611" v="45"/>
        <pc:sldMkLst>
          <pc:docMk/>
          <pc:sldMk cId="242947854" sldId="2076137701"/>
        </pc:sldMkLst>
      </pc:sldChg>
      <pc:sldChg chg="mod">
        <pc:chgData name="Carolina Lastra Avendaño" userId="S::clastra@ciisa.cl::81d2f08a-669f-4504-b713-9505f7f274c4" providerId="AD" clId="Web-{5CA01B3C-B536-6762-EAA4-E33501866A87}" dt="2024-05-22T15:38:24.043" v="1"/>
        <pc:sldMkLst>
          <pc:docMk/>
          <pc:sldMk cId="1136515697" sldId="2076137702"/>
        </pc:sldMkLst>
      </pc:sldChg>
      <pc:sldChg chg="modSp mod setBg modCm">
        <pc:chgData name="Carolina Lastra Avendaño" userId="S::clastra@ciisa.cl::81d2f08a-669f-4504-b713-9505f7f274c4" providerId="AD" clId="Web-{5CA01B3C-B536-6762-EAA4-E33501866A87}" dt="2024-05-22T15:40:20.562" v="31" actId="20577"/>
        <pc:sldMkLst>
          <pc:docMk/>
          <pc:sldMk cId="868812523" sldId="2076137703"/>
        </pc:sldMkLst>
        <pc:spChg chg="mod">
          <ac:chgData name="Carolina Lastra Avendaño" userId="S::clastra@ciisa.cl::81d2f08a-669f-4504-b713-9505f7f274c4" providerId="AD" clId="Web-{5CA01B3C-B536-6762-EAA4-E33501866A87}" dt="2024-05-22T15:40:20.562" v="31" actId="20577"/>
          <ac:spMkLst>
            <pc:docMk/>
            <pc:sldMk cId="868812523" sldId="2076137703"/>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40:20.562" v="31" actId="20577"/>
              <pc2:cmMkLst xmlns:pc2="http://schemas.microsoft.com/office/powerpoint/2019/9/main/command">
                <pc:docMk/>
                <pc:sldMk cId="868812523" sldId="2076137703"/>
                <pc2:cmMk id="{1EA8D883-5044-4AAA-BBAD-F5A58475186B}"/>
              </pc2:cmMkLst>
            </pc226:cmChg>
          </p:ext>
        </pc:extLst>
      </pc:sldChg>
      <pc:sldChg chg="mod">
        <pc:chgData name="Carolina Lastra Avendaño" userId="S::clastra@ciisa.cl::81d2f08a-669f-4504-b713-9505f7f274c4" providerId="AD" clId="Web-{5CA01B3C-B536-6762-EAA4-E33501866A87}" dt="2024-05-22T15:38:24.043" v="1"/>
        <pc:sldMkLst>
          <pc:docMk/>
          <pc:sldMk cId="1943926825" sldId="2076137704"/>
        </pc:sldMkLst>
      </pc:sldChg>
      <pc:sldChg chg="modSp mod setBg modCm">
        <pc:chgData name="Carolina Lastra Avendaño" userId="S::clastra@ciisa.cl::81d2f08a-669f-4504-b713-9505f7f274c4" providerId="AD" clId="Web-{5CA01B3C-B536-6762-EAA4-E33501866A87}" dt="2024-05-22T15:39:11.748" v="25" actId="20577"/>
        <pc:sldMkLst>
          <pc:docMk/>
          <pc:sldMk cId="3167001994" sldId="2076137705"/>
        </pc:sldMkLst>
        <pc:spChg chg="mod">
          <ac:chgData name="Carolina Lastra Avendaño" userId="S::clastra@ciisa.cl::81d2f08a-669f-4504-b713-9505f7f274c4" providerId="AD" clId="Web-{5CA01B3C-B536-6762-EAA4-E33501866A87}" dt="2024-05-22T15:38:58.185" v="12" actId="20577"/>
          <ac:spMkLst>
            <pc:docMk/>
            <pc:sldMk cId="3167001994" sldId="2076137705"/>
            <ac:spMk id="2" creationId="{972BB412-0761-08C0-91B5-7D184FDF0428}"/>
          </ac:spMkLst>
        </pc:spChg>
        <pc:spChg chg="mod">
          <ac:chgData name="Carolina Lastra Avendaño" userId="S::clastra@ciisa.cl::81d2f08a-669f-4504-b713-9505f7f274c4" providerId="AD" clId="Web-{5CA01B3C-B536-6762-EAA4-E33501866A87}" dt="2024-05-22T15:39:11.748" v="25"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39:11.748" v="25" actId="20577"/>
              <pc2:cmMkLst xmlns:pc2="http://schemas.microsoft.com/office/powerpoint/2019/9/main/command">
                <pc:docMk/>
                <pc:sldMk cId="3167001994" sldId="2076137705"/>
                <pc2:cmMk id="{6ACC9BD5-3395-4EED-95E2-0F111C252A4D}"/>
              </pc2:cmMkLst>
            </pc226:cmChg>
          </p:ext>
        </pc:extLst>
      </pc:sldChg>
      <pc:sldChg chg="modSp mod">
        <pc:chgData name="Carolina Lastra Avendaño" userId="S::clastra@ciisa.cl::81d2f08a-669f-4504-b713-9505f7f274c4" providerId="AD" clId="Web-{5CA01B3C-B536-6762-EAA4-E33501866A87}" dt="2024-05-22T15:42:29.379" v="51" actId="1076"/>
        <pc:sldMkLst>
          <pc:docMk/>
          <pc:sldMk cId="2328334949" sldId="2076137706"/>
        </pc:sldMkLst>
        <pc:spChg chg="mod">
          <ac:chgData name="Carolina Lastra Avendaño" userId="S::clastra@ciisa.cl::81d2f08a-669f-4504-b713-9505f7f274c4" providerId="AD" clId="Web-{5CA01B3C-B536-6762-EAA4-E33501866A87}" dt="2024-05-22T15:42:15.316" v="49" actId="1076"/>
          <ac:spMkLst>
            <pc:docMk/>
            <pc:sldMk cId="2328334949" sldId="2076137706"/>
            <ac:spMk id="2" creationId="{B6EFDCBE-E499-3103-92A5-28F5D6427A64}"/>
          </ac:spMkLst>
        </pc:spChg>
        <pc:spChg chg="mod">
          <ac:chgData name="Carolina Lastra Avendaño" userId="S::clastra@ciisa.cl::81d2f08a-669f-4504-b713-9505f7f274c4" providerId="AD" clId="Web-{5CA01B3C-B536-6762-EAA4-E33501866A87}" dt="2024-05-22T15:42:29.379" v="51" actId="1076"/>
          <ac:spMkLst>
            <pc:docMk/>
            <pc:sldMk cId="2328334949" sldId="2076137706"/>
            <ac:spMk id="3" creationId="{E13EDA60-EA13-DE58-247C-0BA1927DF33E}"/>
          </ac:spMkLst>
        </pc:spChg>
      </pc:sldChg>
      <pc:sldChg chg="modSp mod setBg modCm">
        <pc:chgData name="Carolina Lastra Avendaño" userId="S::clastra@ciisa.cl::81d2f08a-669f-4504-b713-9505f7f274c4" providerId="AD" clId="Web-{5CA01B3C-B536-6762-EAA4-E33501866A87}" dt="2024-05-22T15:40:52.173" v="43" actId="20577"/>
        <pc:sldMkLst>
          <pc:docMk/>
          <pc:sldMk cId="3736436638" sldId="2076137707"/>
        </pc:sldMkLst>
        <pc:spChg chg="mod">
          <ac:chgData name="Carolina Lastra Avendaño" userId="S::clastra@ciisa.cl::81d2f08a-669f-4504-b713-9505f7f274c4" providerId="AD" clId="Web-{5CA01B3C-B536-6762-EAA4-E33501866A87}" dt="2024-05-22T15:40:52.173" v="43" actId="20577"/>
          <ac:spMkLst>
            <pc:docMk/>
            <pc:sldMk cId="3736436638" sldId="2076137707"/>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40:52.173" v="43" actId="20577"/>
              <pc2:cmMkLst xmlns:pc2="http://schemas.microsoft.com/office/powerpoint/2019/9/main/command">
                <pc:docMk/>
                <pc:sldMk cId="3736436638" sldId="2076137707"/>
                <pc2:cmMk id="{07EF16F2-FDF7-459F-8065-373D6580A19D}"/>
              </pc2:cmMkLst>
            </pc226:cmChg>
          </p:ext>
        </pc:extLst>
      </pc:sldChg>
      <pc:sldChg chg="mod">
        <pc:chgData name="Carolina Lastra Avendaño" userId="S::clastra@ciisa.cl::81d2f08a-669f-4504-b713-9505f7f274c4" providerId="AD" clId="Web-{5CA01B3C-B536-6762-EAA4-E33501866A87}" dt="2024-05-22T15:38:24.043" v="1"/>
        <pc:sldMkLst>
          <pc:docMk/>
          <pc:sldMk cId="829328944" sldId="2076137708"/>
        </pc:sldMkLst>
      </pc:sldChg>
      <pc:sldChg chg="mod">
        <pc:chgData name="Carolina Lastra Avendaño" userId="S::clastra@ciisa.cl::81d2f08a-669f-4504-b713-9505f7f274c4" providerId="AD" clId="Web-{5CA01B3C-B536-6762-EAA4-E33501866A87}" dt="2024-05-22T15:38:24.043" v="1"/>
        <pc:sldMkLst>
          <pc:docMk/>
          <pc:sldMk cId="694389719" sldId="2076137709"/>
        </pc:sldMkLst>
      </pc:sldChg>
      <pc:sldChg chg="mod">
        <pc:chgData name="Carolina Lastra Avendaño" userId="S::clastra@ciisa.cl::81d2f08a-669f-4504-b713-9505f7f274c4" providerId="AD" clId="Web-{5CA01B3C-B536-6762-EAA4-E33501866A87}" dt="2024-05-22T15:38:24.043" v="1"/>
        <pc:sldMkLst>
          <pc:docMk/>
          <pc:sldMk cId="3734186721" sldId="2076137710"/>
        </pc:sldMkLst>
      </pc:sldChg>
      <pc:sldChg chg="mod">
        <pc:chgData name="Carolina Lastra Avendaño" userId="S::clastra@ciisa.cl::81d2f08a-669f-4504-b713-9505f7f274c4" providerId="AD" clId="Web-{5CA01B3C-B536-6762-EAA4-E33501866A87}" dt="2024-05-22T15:38:24.043" v="1"/>
        <pc:sldMkLst>
          <pc:docMk/>
          <pc:sldMk cId="571905608" sldId="2076137711"/>
        </pc:sldMkLst>
      </pc:sldChg>
      <pc:sldChg chg="del mod">
        <pc:chgData name="Carolina Lastra Avendaño" userId="S::clastra@ciisa.cl::81d2f08a-669f-4504-b713-9505f7f274c4" providerId="AD" clId="Web-{5CA01B3C-B536-6762-EAA4-E33501866A87}" dt="2024-05-22T15:41:06.033" v="44"/>
        <pc:sldMkLst>
          <pc:docMk/>
          <pc:sldMk cId="3631252662" sldId="2076137712"/>
        </pc:sldMkLst>
      </pc:sldChg>
      <pc:sldChg chg="mod">
        <pc:chgData name="Carolina Lastra Avendaño" userId="S::clastra@ciisa.cl::81d2f08a-669f-4504-b713-9505f7f274c4" providerId="AD" clId="Web-{5CA01B3C-B536-6762-EAA4-E33501866A87}" dt="2024-05-22T15:38:24.043" v="1"/>
        <pc:sldMkLst>
          <pc:docMk/>
          <pc:sldMk cId="536104298" sldId="2076137713"/>
        </pc:sldMkLst>
      </pc:sldChg>
      <pc:sldChg chg="mod">
        <pc:chgData name="Carolina Lastra Avendaño" userId="S::clastra@ciisa.cl::81d2f08a-669f-4504-b713-9505f7f274c4" providerId="AD" clId="Web-{5CA01B3C-B536-6762-EAA4-E33501866A87}" dt="2024-05-22T15:38:24.043" v="1"/>
        <pc:sldMkLst>
          <pc:docMk/>
          <pc:sldMk cId="4073713596" sldId="2076137714"/>
        </pc:sldMkLst>
      </pc:sldChg>
      <pc:sldChg chg="mod">
        <pc:chgData name="Carolina Lastra Avendaño" userId="S::clastra@ciisa.cl::81d2f08a-669f-4504-b713-9505f7f274c4" providerId="AD" clId="Web-{5CA01B3C-B536-6762-EAA4-E33501866A87}" dt="2024-05-22T15:38:24.043" v="1"/>
        <pc:sldMkLst>
          <pc:docMk/>
          <pc:sldMk cId="3308352145" sldId="2076137715"/>
        </pc:sldMkLst>
      </pc:sldChg>
      <pc:sldChg chg="mod">
        <pc:chgData name="Carolina Lastra Avendaño" userId="S::clastra@ciisa.cl::81d2f08a-669f-4504-b713-9505f7f274c4" providerId="AD" clId="Web-{5CA01B3C-B536-6762-EAA4-E33501866A87}" dt="2024-05-22T15:38:24.043" v="1"/>
        <pc:sldMkLst>
          <pc:docMk/>
          <pc:sldMk cId="2456185182" sldId="2076137716"/>
        </pc:sldMkLst>
      </pc:sldChg>
      <pc:sldChg chg="modSp mod">
        <pc:chgData name="Carolina Lastra Avendaño" userId="S::clastra@ciisa.cl::81d2f08a-669f-4504-b713-9505f7f274c4" providerId="AD" clId="Web-{5CA01B3C-B536-6762-EAA4-E33501866A87}" dt="2024-05-22T15:43:42.882" v="61" actId="20577"/>
        <pc:sldMkLst>
          <pc:docMk/>
          <pc:sldMk cId="2546042947" sldId="2076137717"/>
        </pc:sldMkLst>
        <pc:spChg chg="mod">
          <ac:chgData name="Carolina Lastra Avendaño" userId="S::clastra@ciisa.cl::81d2f08a-669f-4504-b713-9505f7f274c4" providerId="AD" clId="Web-{5CA01B3C-B536-6762-EAA4-E33501866A87}" dt="2024-05-22T15:43:42.882" v="61" actId="20577"/>
          <ac:spMkLst>
            <pc:docMk/>
            <pc:sldMk cId="2546042947" sldId="2076137717"/>
            <ac:spMk id="3" creationId="{E13EDA60-EA13-DE58-247C-0BA1927DF33E}"/>
          </ac:spMkLst>
        </pc:spChg>
      </pc:sldChg>
      <pc:sldChg chg="mod">
        <pc:chgData name="Carolina Lastra Avendaño" userId="S::clastra@ciisa.cl::81d2f08a-669f-4504-b713-9505f7f274c4" providerId="AD" clId="Web-{5CA01B3C-B536-6762-EAA4-E33501866A87}" dt="2024-05-22T15:38:24.043" v="1"/>
        <pc:sldMkLst>
          <pc:docMk/>
          <pc:sldMk cId="729372892" sldId="2076137718"/>
        </pc:sldMkLst>
      </pc:sldChg>
      <pc:sldChg chg="del mod">
        <pc:chgData name="Carolina Lastra Avendaño" userId="S::clastra@ciisa.cl::81d2f08a-669f-4504-b713-9505f7f274c4" providerId="AD" clId="Web-{5CA01B3C-B536-6762-EAA4-E33501866A87}" dt="2024-05-22T15:41:33.080" v="46"/>
        <pc:sldMkLst>
          <pc:docMk/>
          <pc:sldMk cId="2488761824" sldId="2076137719"/>
        </pc:sldMkLst>
      </pc:sldChg>
      <pc:sldChg chg="new">
        <pc:chgData name="Carolina Lastra Avendaño" userId="S::clastra@ciisa.cl::81d2f08a-669f-4504-b713-9505f7f274c4" providerId="AD" clId="Web-{5CA01B3C-B536-6762-EAA4-E33501866A87}" dt="2024-05-22T15:41:53.050" v="47"/>
        <pc:sldMkLst>
          <pc:docMk/>
          <pc:sldMk cId="3564780999" sldId="2076137719"/>
        </pc:sldMkLst>
      </pc:sldChg>
      <pc:sldMasterChg chg="mod setBg modSldLayout">
        <pc:chgData name="Carolina Lastra Avendaño" userId="S::clastra@ciisa.cl::81d2f08a-669f-4504-b713-9505f7f274c4" providerId="AD" clId="Web-{5CA01B3C-B536-6762-EAA4-E33501866A87}" dt="2024-05-22T15:38:24.043" v="1"/>
        <pc:sldMasterMkLst>
          <pc:docMk/>
          <pc:sldMasterMk cId="2491898207" sldId="2147483660"/>
        </pc:sldMasterMkLst>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193636416" sldId="2147483661"/>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639590872" sldId="2147483662"/>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3411197885" sldId="2147483663"/>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1993959781" sldId="2147483665"/>
          </pc:sldLayoutMkLst>
        </pc:sldLayoutChg>
      </pc:sldMasterChg>
    </pc:docChg>
  </pc:docChgLst>
  <pc:docChgLst>
    <pc:chgData name="César Díaz" userId="ed34fad7-0c20-4e51-b35e-19bd778b9593" providerId="ADAL" clId="{6AA14F88-E02C-4444-8F5B-F91059C2D162}"/>
    <pc:docChg chg="undo custSel addSld delSld modSld sldOrd modMainMaster">
      <pc:chgData name="César Díaz" userId="ed34fad7-0c20-4e51-b35e-19bd778b9593" providerId="ADAL" clId="{6AA14F88-E02C-4444-8F5B-F91059C2D162}" dt="2023-08-05T09:40:54.473" v="265"/>
      <pc:docMkLst>
        <pc:docMk/>
      </pc:docMkLst>
      <pc:sldChg chg="modSp del mod">
        <pc:chgData name="César Díaz" userId="ed34fad7-0c20-4e51-b35e-19bd778b9593" providerId="ADAL" clId="{6AA14F88-E02C-4444-8F5B-F91059C2D162}" dt="2023-08-05T08:21:58.323" v="103" actId="2696"/>
        <pc:sldMkLst>
          <pc:docMk/>
          <pc:sldMk cId="2180290103" sldId="263"/>
        </pc:sldMkLst>
        <pc:spChg chg="mod">
          <ac:chgData name="César Díaz" userId="ed34fad7-0c20-4e51-b35e-19bd778b9593" providerId="ADAL" clId="{6AA14F88-E02C-4444-8F5B-F91059C2D162}" dt="2023-08-05T08:15:33.819" v="4" actId="242"/>
          <ac:spMkLst>
            <pc:docMk/>
            <pc:sldMk cId="2180290103" sldId="263"/>
            <ac:spMk id="2" creationId="{1C4898CC-2EB7-701E-6844-7482F6FA4A69}"/>
          </ac:spMkLst>
        </pc:spChg>
      </pc:sldChg>
      <pc:sldChg chg="del">
        <pc:chgData name="César Díaz" userId="ed34fad7-0c20-4e51-b35e-19bd778b9593" providerId="ADAL" clId="{6AA14F88-E02C-4444-8F5B-F91059C2D162}" dt="2023-08-05T08:21:18.507" v="97" actId="2696"/>
        <pc:sldMkLst>
          <pc:docMk/>
          <pc:sldMk cId="2380871566" sldId="2076137697"/>
        </pc:sldMkLst>
      </pc:sldChg>
      <pc:sldChg chg="delSp mod">
        <pc:chgData name="César Díaz" userId="ed34fad7-0c20-4e51-b35e-19bd778b9593" providerId="ADAL" clId="{6AA14F88-E02C-4444-8F5B-F91059C2D162}" dt="2023-08-05T08:14:58.901" v="2" actId="478"/>
        <pc:sldMkLst>
          <pc:docMk/>
          <pc:sldMk cId="242947854" sldId="2076137701"/>
        </pc:sldMkLst>
        <pc:spChg chg="del">
          <ac:chgData name="César Díaz" userId="ed34fad7-0c20-4e51-b35e-19bd778b9593" providerId="ADAL" clId="{6AA14F88-E02C-4444-8F5B-F91059C2D162}" dt="2023-08-05T08:14:58.901" v="2" actId="478"/>
          <ac:spMkLst>
            <pc:docMk/>
            <pc:sldMk cId="242947854" sldId="2076137701"/>
            <ac:spMk id="7" creationId="{E40272B1-8C74-F64E-B653-A5E8C7533142}"/>
          </ac:spMkLst>
        </pc:spChg>
        <pc:picChg chg="del">
          <ac:chgData name="César Díaz" userId="ed34fad7-0c20-4e51-b35e-19bd778b9593" providerId="ADAL" clId="{6AA14F88-E02C-4444-8F5B-F91059C2D162}" dt="2023-08-05T08:14:47.675" v="1" actId="478"/>
          <ac:picMkLst>
            <pc:docMk/>
            <pc:sldMk cId="242947854" sldId="2076137701"/>
            <ac:picMk id="6" creationId="{47099FD4-1A24-DB53-BEB8-EE041AE5C18C}"/>
          </ac:picMkLst>
        </pc:picChg>
      </pc:sldChg>
      <pc:sldChg chg="new">
        <pc:chgData name="César Díaz" userId="ed34fad7-0c20-4e51-b35e-19bd778b9593" providerId="ADAL" clId="{6AA14F88-E02C-4444-8F5B-F91059C2D162}" dt="2023-08-05T08:21:26.339" v="98" actId="680"/>
        <pc:sldMkLst>
          <pc:docMk/>
          <pc:sldMk cId="1136515697" sldId="2076137702"/>
        </pc:sldMkLst>
      </pc:sldChg>
      <pc:sldChg chg="new">
        <pc:chgData name="César Díaz" userId="ed34fad7-0c20-4e51-b35e-19bd778b9593" providerId="ADAL" clId="{6AA14F88-E02C-4444-8F5B-F91059C2D162}" dt="2023-08-05T08:21:31.335" v="99" actId="680"/>
        <pc:sldMkLst>
          <pc:docMk/>
          <pc:sldMk cId="868812523" sldId="2076137703"/>
        </pc:sldMkLst>
      </pc:sldChg>
      <pc:sldChg chg="new ord">
        <pc:chgData name="César Díaz" userId="ed34fad7-0c20-4e51-b35e-19bd778b9593" providerId="ADAL" clId="{6AA14F88-E02C-4444-8F5B-F91059C2D162}" dt="2023-08-05T08:21:41.090" v="102"/>
        <pc:sldMkLst>
          <pc:docMk/>
          <pc:sldMk cId="1943926825" sldId="2076137704"/>
        </pc:sldMkLst>
      </pc:sldChg>
      <pc:sldChg chg="modSp new mod ord">
        <pc:chgData name="César Díaz" userId="ed34fad7-0c20-4e51-b35e-19bd778b9593" providerId="ADAL" clId="{6AA14F88-E02C-4444-8F5B-F91059C2D162}" dt="2023-08-05T08:32:15.067" v="108" actId="27636"/>
        <pc:sldMkLst>
          <pc:docMk/>
          <pc:sldMk cId="3167001994" sldId="2076137705"/>
        </pc:sldMkLst>
        <pc:spChg chg="mod">
          <ac:chgData name="César Díaz" userId="ed34fad7-0c20-4e51-b35e-19bd778b9593" providerId="ADAL" clId="{6AA14F88-E02C-4444-8F5B-F91059C2D162}" dt="2023-08-05T08:32:15.067" v="108" actId="27636"/>
          <ac:spMkLst>
            <pc:docMk/>
            <pc:sldMk cId="3167001994" sldId="2076137705"/>
            <ac:spMk id="2" creationId="{972BB412-0761-08C0-91B5-7D184FDF0428}"/>
          </ac:spMkLst>
        </pc:spChg>
      </pc:sldChg>
      <pc:sldChg chg="modSp new mod ord">
        <pc:chgData name="César Díaz" userId="ed34fad7-0c20-4e51-b35e-19bd778b9593" providerId="ADAL" clId="{6AA14F88-E02C-4444-8F5B-F91059C2D162}" dt="2023-08-05T09:40:54.473" v="265"/>
        <pc:sldMkLst>
          <pc:docMk/>
          <pc:sldMk cId="2328334949" sldId="2076137706"/>
        </pc:sldMkLst>
        <pc:spChg chg="mod">
          <ac:chgData name="César Díaz" userId="ed34fad7-0c20-4e51-b35e-19bd778b9593" providerId="ADAL" clId="{6AA14F88-E02C-4444-8F5B-F91059C2D162}" dt="2023-08-05T09:40:54.473" v="265"/>
          <ac:spMkLst>
            <pc:docMk/>
            <pc:sldMk cId="2328334949" sldId="2076137706"/>
            <ac:spMk id="2" creationId="{B6EFDCBE-E499-3103-92A5-28F5D6427A64}"/>
          </ac:spMkLst>
        </pc:spChg>
      </pc:sldChg>
      <pc:sldChg chg="del">
        <pc:chgData name="César Díaz" userId="ed34fad7-0c20-4e51-b35e-19bd778b9593" providerId="ADAL" clId="{6AA14F88-E02C-4444-8F5B-F91059C2D162}" dt="2023-08-05T08:21:18.507" v="97" actId="2696"/>
        <pc:sldMkLst>
          <pc:docMk/>
          <pc:sldMk cId="3093188721" sldId="2076137721"/>
        </pc:sldMkLst>
      </pc:sldChg>
      <pc:sldChg chg="new del">
        <pc:chgData name="César Díaz" userId="ed34fad7-0c20-4e51-b35e-19bd778b9593" providerId="ADAL" clId="{6AA14F88-E02C-4444-8F5B-F91059C2D162}" dt="2023-08-05T08:21:18.507" v="97" actId="2696"/>
        <pc:sldMkLst>
          <pc:docMk/>
          <pc:sldMk cId="824086885" sldId="2076137722"/>
        </pc:sldMkLst>
      </pc:sldChg>
      <pc:sldChg chg="del">
        <pc:chgData name="César Díaz" userId="ed34fad7-0c20-4e51-b35e-19bd778b9593" providerId="ADAL" clId="{6AA14F88-E02C-4444-8F5B-F91059C2D162}" dt="2023-08-05T08:14:27.881" v="0" actId="2696"/>
        <pc:sldMkLst>
          <pc:docMk/>
          <pc:sldMk cId="2375113497" sldId="2076137722"/>
        </pc:sldMkLst>
      </pc:sldChg>
      <pc:sldChg chg="del">
        <pc:chgData name="César Díaz" userId="ed34fad7-0c20-4e51-b35e-19bd778b9593" providerId="ADAL" clId="{6AA14F88-E02C-4444-8F5B-F91059C2D162}" dt="2023-08-05T08:14:27.881" v="0" actId="2696"/>
        <pc:sldMkLst>
          <pc:docMk/>
          <pc:sldMk cId="2561145371" sldId="2076137723"/>
        </pc:sldMkLst>
      </pc:sldChg>
      <pc:sldChg chg="del">
        <pc:chgData name="César Díaz" userId="ed34fad7-0c20-4e51-b35e-19bd778b9593" providerId="ADAL" clId="{6AA14F88-E02C-4444-8F5B-F91059C2D162}" dt="2023-08-05T08:14:27.881" v="0" actId="2696"/>
        <pc:sldMkLst>
          <pc:docMk/>
          <pc:sldMk cId="1882251725" sldId="2076137724"/>
        </pc:sldMkLst>
      </pc:sldChg>
      <pc:sldChg chg="del">
        <pc:chgData name="César Díaz" userId="ed34fad7-0c20-4e51-b35e-19bd778b9593" providerId="ADAL" clId="{6AA14F88-E02C-4444-8F5B-F91059C2D162}" dt="2023-08-05T08:14:27.881" v="0" actId="2696"/>
        <pc:sldMkLst>
          <pc:docMk/>
          <pc:sldMk cId="720776564" sldId="2076137725"/>
        </pc:sldMkLst>
      </pc:sldChg>
      <pc:sldChg chg="del">
        <pc:chgData name="César Díaz" userId="ed34fad7-0c20-4e51-b35e-19bd778b9593" providerId="ADAL" clId="{6AA14F88-E02C-4444-8F5B-F91059C2D162}" dt="2023-08-05T08:14:27.881" v="0" actId="2696"/>
        <pc:sldMkLst>
          <pc:docMk/>
          <pc:sldMk cId="2090911809" sldId="2076137726"/>
        </pc:sldMkLst>
      </pc:sldChg>
      <pc:sldChg chg="del">
        <pc:chgData name="César Díaz" userId="ed34fad7-0c20-4e51-b35e-19bd778b9593" providerId="ADAL" clId="{6AA14F88-E02C-4444-8F5B-F91059C2D162}" dt="2023-08-05T08:14:27.881" v="0" actId="2696"/>
        <pc:sldMkLst>
          <pc:docMk/>
          <pc:sldMk cId="1135814727" sldId="2076137727"/>
        </pc:sldMkLst>
      </pc:sldChg>
      <pc:sldChg chg="del">
        <pc:chgData name="César Díaz" userId="ed34fad7-0c20-4e51-b35e-19bd778b9593" providerId="ADAL" clId="{6AA14F88-E02C-4444-8F5B-F91059C2D162}" dt="2023-08-05T08:14:27.881" v="0" actId="2696"/>
        <pc:sldMkLst>
          <pc:docMk/>
          <pc:sldMk cId="1872769915" sldId="2076137728"/>
        </pc:sldMkLst>
      </pc:sldChg>
      <pc:sldChg chg="del">
        <pc:chgData name="César Díaz" userId="ed34fad7-0c20-4e51-b35e-19bd778b9593" providerId="ADAL" clId="{6AA14F88-E02C-4444-8F5B-F91059C2D162}" dt="2023-08-05T08:14:27.881" v="0" actId="2696"/>
        <pc:sldMkLst>
          <pc:docMk/>
          <pc:sldMk cId="399057769" sldId="2076137732"/>
        </pc:sldMkLst>
      </pc:sldChg>
      <pc:sldChg chg="del">
        <pc:chgData name="César Díaz" userId="ed34fad7-0c20-4e51-b35e-19bd778b9593" providerId="ADAL" clId="{6AA14F88-E02C-4444-8F5B-F91059C2D162}" dt="2023-08-05T08:14:27.881" v="0" actId="2696"/>
        <pc:sldMkLst>
          <pc:docMk/>
          <pc:sldMk cId="3395306383" sldId="2076137733"/>
        </pc:sldMkLst>
      </pc:sldChg>
      <pc:sldChg chg="del">
        <pc:chgData name="César Díaz" userId="ed34fad7-0c20-4e51-b35e-19bd778b9593" providerId="ADAL" clId="{6AA14F88-E02C-4444-8F5B-F91059C2D162}" dt="2023-08-05T08:14:27.881" v="0" actId="2696"/>
        <pc:sldMkLst>
          <pc:docMk/>
          <pc:sldMk cId="1561499501" sldId="2076137734"/>
        </pc:sldMkLst>
      </pc:sldChg>
      <pc:sldChg chg="del">
        <pc:chgData name="César Díaz" userId="ed34fad7-0c20-4e51-b35e-19bd778b9593" providerId="ADAL" clId="{6AA14F88-E02C-4444-8F5B-F91059C2D162}" dt="2023-08-05T08:14:27.881" v="0" actId="2696"/>
        <pc:sldMkLst>
          <pc:docMk/>
          <pc:sldMk cId="265105091" sldId="2076137735"/>
        </pc:sldMkLst>
      </pc:sldChg>
      <pc:sldChg chg="del">
        <pc:chgData name="César Díaz" userId="ed34fad7-0c20-4e51-b35e-19bd778b9593" providerId="ADAL" clId="{6AA14F88-E02C-4444-8F5B-F91059C2D162}" dt="2023-08-05T08:14:27.881" v="0" actId="2696"/>
        <pc:sldMkLst>
          <pc:docMk/>
          <pc:sldMk cId="3501716721" sldId="2076137736"/>
        </pc:sldMkLst>
      </pc:sldChg>
      <pc:sldMasterChg chg="mod addSldLayout delSldLayout modSldLayout sldLayoutOrd">
        <pc:chgData name="César Díaz" userId="ed34fad7-0c20-4e51-b35e-19bd778b9593" providerId="ADAL" clId="{6AA14F88-E02C-4444-8F5B-F91059C2D162}" dt="2023-08-05T09:39:40.309" v="255"/>
        <pc:sldMasterMkLst>
          <pc:docMk/>
          <pc:sldMasterMk cId="2491898207" sldId="2147483660"/>
        </pc:sldMasterMkLst>
        <pc:sldLayoutChg chg="addSp delSp modSp mod ord">
          <pc:chgData name="César Díaz" userId="ed34fad7-0c20-4e51-b35e-19bd778b9593" providerId="ADAL" clId="{6AA14F88-E02C-4444-8F5B-F91059C2D162}" dt="2023-08-05T09:25:25.794" v="209"/>
          <pc:sldLayoutMkLst>
            <pc:docMk/>
            <pc:sldMasterMk cId="2491898207" sldId="2147483660"/>
            <pc:sldLayoutMk cId="193636416" sldId="2147483661"/>
          </pc:sldLayoutMkLst>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 creationId="{9817448B-2CEF-84E7-B6FA-7BB6FEB8825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3" creationId="{5776D17F-7F16-5A42-76CA-EED9FCC89CE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4" creationId="{9E8D7D9A-DF18-26A4-34C1-B1E2E48E836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5" creationId="{247629C2-A7BF-BC0C-91E7-81CD72988FB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6" creationId="{AA3DD3D1-1868-5C62-71B8-9A4FB1645FAA}"/>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7" creationId="{BCAC5671-9085-57BB-3279-5C0C5839505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8" creationId="{A0FA0B4D-7436-83DD-ED4B-B814975C153B}"/>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9" creationId="{16EC5FB8-3747-83C8-8212-989451117C6F}"/>
            </ac:spMkLst>
          </pc:spChg>
          <pc:spChg chg="mod">
            <ac:chgData name="César Díaz" userId="ed34fad7-0c20-4e51-b35e-19bd778b9593" providerId="ADAL" clId="{6AA14F88-E02C-4444-8F5B-F91059C2D162}" dt="2023-08-05T08:16:51.884" v="6" actId="242"/>
            <ac:spMkLst>
              <pc:docMk/>
              <pc:sldMasterMk cId="2491898207" sldId="2147483660"/>
              <pc:sldLayoutMk cId="193636416" sldId="2147483661"/>
              <ac:spMk id="10" creationId="{00000000-0000-0000-0000-000000000000}"/>
            </ac:spMkLst>
          </pc:spChg>
          <pc:spChg chg="del mod">
            <ac:chgData name="César Díaz" userId="ed34fad7-0c20-4e51-b35e-19bd778b9593" providerId="ADAL" clId="{6AA14F88-E02C-4444-8F5B-F91059C2D162}" dt="2023-08-05T08:45:27.548" v="117" actId="478"/>
            <ac:spMkLst>
              <pc:docMk/>
              <pc:sldMasterMk cId="2491898207" sldId="2147483660"/>
              <pc:sldLayoutMk cId="193636416" sldId="2147483661"/>
              <ac:spMk id="11" creationId="{00000000-0000-0000-0000-00000000000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2" creationId="{93AC3A46-D850-3CC0-F2DA-A4B88862D95F}"/>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3" creationId="{D6A85713-F37E-2E30-6DE4-590324B3010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4" creationId="{33A5133A-990C-3AD7-F110-3AC6711EC51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5" creationId="{1AC3AC07-CF6C-2BCC-8079-CB6498D5B898}"/>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6" creationId="{878DC026-789E-247B-5EE2-7ABE6123717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7" creationId="{9E644528-F9C1-F809-4F87-88D7BEB551A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8" creationId="{94F88725-49A8-81C9-9FCD-70EC301BE9A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9" creationId="{5D1DA822-57EC-C377-2617-FFC29D0CD56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0" creationId="{F7C2753B-6611-FE21-3CB3-E63CC80CC27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1" creationId="{C9F2E952-D510-95AA-D18E-30731A54A44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2" creationId="{DC6DD388-16DF-6E9B-ADE8-1F907A776FB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3" creationId="{4188D6B5-27E0-C906-1C7A-F1D155ABD3F6}"/>
            </ac:spMkLst>
          </pc:spChg>
          <pc:spChg chg="add mod">
            <ac:chgData name="César Díaz" userId="ed34fad7-0c20-4e51-b35e-19bd778b9593" providerId="ADAL" clId="{6AA14F88-E02C-4444-8F5B-F91059C2D162}" dt="2023-08-05T08:50:20.257" v="139" actId="14100"/>
            <ac:spMkLst>
              <pc:docMk/>
              <pc:sldMasterMk cId="2491898207" sldId="2147483660"/>
              <pc:sldLayoutMk cId="193636416" sldId="2147483661"/>
              <ac:spMk id="24" creationId="{9F27A9AB-A7BE-9FA7-F500-F6CF68A77BF7}"/>
            </ac:spMkLst>
          </pc:spChg>
          <pc:spChg chg="add mod ord">
            <ac:chgData name="César Díaz" userId="ed34fad7-0c20-4e51-b35e-19bd778b9593" providerId="ADAL" clId="{6AA14F88-E02C-4444-8F5B-F91059C2D162}" dt="2023-08-05T08:52:11.553" v="146" actId="692"/>
            <ac:spMkLst>
              <pc:docMk/>
              <pc:sldMasterMk cId="2491898207" sldId="2147483660"/>
              <pc:sldLayoutMk cId="193636416" sldId="2147483661"/>
              <ac:spMk id="25" creationId="{711C8671-DA54-2D1F-2A56-D6D9731A934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6" creationId="{010BEBA7-CEE1-EC05-6FC7-80ECB9C2A25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7" creationId="{DE0EC932-4212-D8A0-C313-D0046EA8D78F}"/>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8" creationId="{88124312-F651-F7F0-EC25-ED909E32D95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9" creationId="{324F877B-8AB3-CC61-386F-DBA2C712DA1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0" creationId="{B7E52825-42F9-05A0-DB1D-9202A71B6DF5}"/>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1" creationId="{C631DFEF-9DB9-E2FE-7877-D5AAA530218F}"/>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2" creationId="{403A76AC-0A65-B663-7B7C-C9B4FE822E92}"/>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3" creationId="{F8E2413A-D43F-A9A0-61A2-A5DA3CEE7090}"/>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4" creationId="{3FEA2B92-F0EB-8615-BA7A-12E1A12657B7}"/>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5" creationId="{2FE5F5F4-2E47-B8E2-553E-69E18A5FFCD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6" creationId="{3AFD068C-FADD-C44B-4F9B-4AC7F71D501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7" creationId="{43D4CA4E-339C-5132-7A08-8AB147A86F3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8" creationId="{8A12D3FD-1E2D-EF97-D45A-8F3254B135DB}"/>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9" creationId="{7E2D2219-51DE-8F83-ED49-F4FE322044B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0" creationId="{33851F51-6E08-5A42-5479-EB65200EA39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1" creationId="{A2EF1C64-5780-0366-9619-88BBFC5D04D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2" creationId="{4A015501-4EC3-402F-6DB2-FFDB50F24186}"/>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3" creationId="{69E73F3A-FFDD-C091-24FB-9AB9CB89E761}"/>
            </ac:spMkLst>
          </pc:spChg>
          <pc:spChg chg="add del mod">
            <ac:chgData name="César Díaz" userId="ed34fad7-0c20-4e51-b35e-19bd778b9593" providerId="ADAL" clId="{6AA14F88-E02C-4444-8F5B-F91059C2D162}" dt="2023-08-05T09:24:58.907" v="206" actId="478"/>
            <ac:spMkLst>
              <pc:docMk/>
              <pc:sldMasterMk cId="2491898207" sldId="2147483660"/>
              <pc:sldLayoutMk cId="193636416" sldId="2147483661"/>
              <ac:spMk id="45" creationId="{A669CD1B-0E03-ABA9-763C-5D948F0B8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6" creationId="{A7A49B42-AACC-50B4-5169-545FD38EF97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7" creationId="{024370F0-34C6-0E0F-CB33-03242E12CDC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8" creationId="{69D70CA9-6E37-6D42-5FB7-082BDD4D2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9" creationId="{16C714F7-4D1F-30F6-E01E-D1584A21F7E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0" creationId="{FBABC6A1-BDEE-C126-FE63-3E26C8FDB2AA}"/>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1" creationId="{4CBC9838-6FED-0DAE-51FA-884081CB6EDF}"/>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2" creationId="{8873EAA1-D211-0415-3BC5-86045F127F3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3" creationId="{2AA0CDC5-FFFA-1CF4-78CA-A36553387595}"/>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4" creationId="{7BF320BB-3E12-2A4F-9337-3C1D924A7553}"/>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5" creationId="{4823E324-6B33-8391-7441-5ED3CD47BD47}"/>
            </ac:spMkLst>
          </pc:spChg>
          <pc:spChg chg="add mod">
            <ac:chgData name="César Díaz" userId="ed34fad7-0c20-4e51-b35e-19bd778b9593" providerId="ADAL" clId="{6AA14F88-E02C-4444-8F5B-F91059C2D162}" dt="2023-08-05T09:25:25.794" v="209"/>
            <ac:spMkLst>
              <pc:docMk/>
              <pc:sldMasterMk cId="2491898207" sldId="2147483660"/>
              <pc:sldLayoutMk cId="193636416" sldId="2147483661"/>
              <ac:spMk id="56" creationId="{25AF31D7-DDAD-AE10-0239-B0B639942F05}"/>
            </ac:spMkLst>
          </pc:spChg>
          <pc:grpChg chg="add del mod">
            <ac:chgData name="César Díaz" userId="ed34fad7-0c20-4e51-b35e-19bd778b9593" providerId="ADAL" clId="{6AA14F88-E02C-4444-8F5B-F91059C2D162}" dt="2023-08-05T08:59:30.763" v="160" actId="478"/>
            <ac:grpSpMkLst>
              <pc:docMk/>
              <pc:sldMasterMk cId="2491898207" sldId="2147483660"/>
              <pc:sldLayoutMk cId="193636416" sldId="2147483661"/>
              <ac:grpSpMk id="44" creationId="{7EC77878-C4D2-183D-D7B7-228BCC143CB3}"/>
            </ac:grpSpMkLst>
          </pc:grpChg>
        </pc:sldLayoutChg>
        <pc:sldLayoutChg chg="addSp modSp mod">
          <pc:chgData name="César Díaz" userId="ed34fad7-0c20-4e51-b35e-19bd778b9593" providerId="ADAL" clId="{6AA14F88-E02C-4444-8F5B-F91059C2D162}" dt="2023-08-05T08:32:31.880" v="110" actId="14100"/>
          <pc:sldLayoutMkLst>
            <pc:docMk/>
            <pc:sldMasterMk cId="2491898207" sldId="2147483660"/>
            <pc:sldLayoutMk cId="639590872" sldId="2147483662"/>
          </pc:sldLayoutMkLst>
          <pc:spChg chg="mod">
            <ac:chgData name="César Díaz" userId="ed34fad7-0c20-4e51-b35e-19bd778b9593" providerId="ADAL" clId="{6AA14F88-E02C-4444-8F5B-F91059C2D162}" dt="2023-08-05T08:18:02.592" v="89" actId="14100"/>
            <ac:spMkLst>
              <pc:docMk/>
              <pc:sldMasterMk cId="2491898207" sldId="2147483660"/>
              <pc:sldLayoutMk cId="639590872" sldId="2147483662"/>
              <ac:spMk id="4" creationId="{F39BCFA7-EFF0-AE3A-4D5A-F54C59C5A639}"/>
            </ac:spMkLst>
          </pc:spChg>
          <pc:spChg chg="mod">
            <ac:chgData name="César Díaz" userId="ed34fad7-0c20-4e51-b35e-19bd778b9593" providerId="ADAL" clId="{6AA14F88-E02C-4444-8F5B-F91059C2D162}" dt="2023-08-05T08:18:11.248" v="90" actId="14100"/>
            <ac:spMkLst>
              <pc:docMk/>
              <pc:sldMasterMk cId="2491898207" sldId="2147483660"/>
              <pc:sldLayoutMk cId="639590872" sldId="2147483662"/>
              <ac:spMk id="5" creationId="{4329DCCD-8CF6-9BA5-1F82-4885C19BA23B}"/>
            </ac:spMkLst>
          </pc:spChg>
          <pc:picChg chg="add mod">
            <ac:chgData name="César Díaz" userId="ed34fad7-0c20-4e51-b35e-19bd778b9593" providerId="ADAL" clId="{6AA14F88-E02C-4444-8F5B-F91059C2D162}" dt="2023-08-05T08:32:31.880" v="110" actId="14100"/>
            <ac:picMkLst>
              <pc:docMk/>
              <pc:sldMasterMk cId="2491898207" sldId="2147483660"/>
              <pc:sldLayoutMk cId="639590872" sldId="2147483662"/>
              <ac:picMk id="3" creationId="{826DD118-0008-9744-EE2F-668939AD7CF2}"/>
            </ac:picMkLst>
          </pc:picChg>
        </pc:sldLayoutChg>
        <pc:sldLayoutChg chg="modSp mod">
          <pc:chgData name="César Díaz" userId="ed34fad7-0c20-4e51-b35e-19bd778b9593" providerId="ADAL" clId="{6AA14F88-E02C-4444-8F5B-F91059C2D162}" dt="2023-08-05T09:30:56.244" v="240" actId="6014"/>
          <pc:sldLayoutMkLst>
            <pc:docMk/>
            <pc:sldMasterMk cId="2491898207" sldId="2147483660"/>
            <pc:sldLayoutMk cId="3411197885" sldId="2147483663"/>
          </pc:sldLayoutMkLst>
          <pc:spChg chg="mod">
            <ac:chgData name="César Díaz" userId="ed34fad7-0c20-4e51-b35e-19bd778b9593" providerId="ADAL" clId="{6AA14F88-E02C-4444-8F5B-F91059C2D162}" dt="2023-08-05T08:18:33.751" v="91"/>
            <ac:spMkLst>
              <pc:docMk/>
              <pc:sldMasterMk cId="2491898207" sldId="2147483660"/>
              <pc:sldLayoutMk cId="3411197885" sldId="2147483663"/>
              <ac:spMk id="2" creationId="{0BBA8F40-9B3F-63B9-DD8C-BB01669C23EF}"/>
            </ac:spMkLst>
          </pc:spChg>
        </pc:sldLayoutChg>
        <pc:sldLayoutChg chg="add del mod ord modTransition">
          <pc:chgData name="César Díaz" userId="ed34fad7-0c20-4e51-b35e-19bd778b9593" providerId="ADAL" clId="{6AA14F88-E02C-4444-8F5B-F91059C2D162}" dt="2023-08-05T09:25:35.226" v="210" actId="2696"/>
          <pc:sldLayoutMkLst>
            <pc:docMk/>
            <pc:sldMasterMk cId="2491898207" sldId="2147483660"/>
            <pc:sldLayoutMk cId="3986583989" sldId="2147483664"/>
          </pc:sldLayoutMkLst>
        </pc:sldLayoutChg>
        <pc:sldLayoutChg chg="addSp delSp modSp add mod ord modTransition">
          <pc:chgData name="César Díaz" userId="ed34fad7-0c20-4e51-b35e-19bd778b9593" providerId="ADAL" clId="{6AA14F88-E02C-4444-8F5B-F91059C2D162}" dt="2023-08-05T09:39:40.309" v="255"/>
          <pc:sldLayoutMkLst>
            <pc:docMk/>
            <pc:sldMasterMk cId="2491898207" sldId="2147483660"/>
            <pc:sldLayoutMk cId="1993959781" sldId="2147483665"/>
          </pc:sldLayoutMkLst>
          <pc:spChg chg="add del mod">
            <ac:chgData name="César Díaz" userId="ed34fad7-0c20-4e51-b35e-19bd778b9593" providerId="ADAL" clId="{6AA14F88-E02C-4444-8F5B-F91059C2D162}" dt="2023-08-05T09:39:11.595" v="243" actId="478"/>
            <ac:spMkLst>
              <pc:docMk/>
              <pc:sldMasterMk cId="2491898207" sldId="2147483660"/>
              <pc:sldLayoutMk cId="1993959781" sldId="2147483665"/>
              <ac:spMk id="2" creationId="{35BA3E18-D985-4059-32CF-2403DEA9DAFB}"/>
            </ac:spMkLst>
          </pc:spChg>
          <pc:spChg chg="mod">
            <ac:chgData name="César Díaz" userId="ed34fad7-0c20-4e51-b35e-19bd778b9593" providerId="ADAL" clId="{6AA14F88-E02C-4444-8F5B-F91059C2D162}" dt="2023-08-05T09:39:40.309" v="255"/>
            <ac:spMkLst>
              <pc:docMk/>
              <pc:sldMasterMk cId="2491898207" sldId="2147483660"/>
              <pc:sldLayoutMk cId="1993959781" sldId="2147483665"/>
              <ac:spMk id="10" creationId="{00000000-0000-0000-0000-000000000000}"/>
            </ac:spMkLst>
          </pc:spChg>
          <pc:spChg chg="mod">
            <ac:chgData name="César Díaz" userId="ed34fad7-0c20-4e51-b35e-19bd778b9593" providerId="ADAL" clId="{6AA14F88-E02C-4444-8F5B-F91059C2D162}" dt="2023-08-05T09:29:51.252" v="238" actId="207"/>
            <ac:spMkLst>
              <pc:docMk/>
              <pc:sldMasterMk cId="2491898207" sldId="2147483660"/>
              <pc:sldLayoutMk cId="1993959781" sldId="2147483665"/>
              <ac:spMk id="45" creationId="{A669CD1B-0E03-ABA9-763C-5D948F0B8EB8}"/>
            </ac:spMkLst>
          </pc:spChg>
          <pc:spChg chg="del mod">
            <ac:chgData name="César Díaz" userId="ed34fad7-0c20-4e51-b35e-19bd778b9593" providerId="ADAL" clId="{6AA14F88-E02C-4444-8F5B-F91059C2D162}" dt="2023-08-05T09:05:21.463" v="202" actId="478"/>
            <ac:spMkLst>
              <pc:docMk/>
              <pc:sldMasterMk cId="2491898207" sldId="2147483660"/>
              <pc:sldLayoutMk cId="1993959781" sldId="2147483665"/>
              <ac:spMk id="46" creationId="{A7A49B42-AACC-50B4-5169-545FD38EF97B}"/>
            </ac:spMkLst>
          </pc:spChg>
          <pc:spChg chg="mod">
            <ac:chgData name="César Díaz" userId="ed34fad7-0c20-4e51-b35e-19bd778b9593" providerId="ADAL" clId="{6AA14F88-E02C-4444-8F5B-F91059C2D162}" dt="2023-08-05T09:26:25.934" v="212" actId="14100"/>
            <ac:spMkLst>
              <pc:docMk/>
              <pc:sldMasterMk cId="2491898207" sldId="2147483660"/>
              <pc:sldLayoutMk cId="1993959781" sldId="2147483665"/>
              <ac:spMk id="47" creationId="{024370F0-34C6-0E0F-CB33-03242E12CDC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8" creationId="{69D70CA9-6E37-6D42-5FB7-082BDD4D2EB8}"/>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9" creationId="{16C714F7-4D1F-30F6-E01E-D1584A21F7E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0" creationId="{FBABC6A1-BDEE-C126-FE63-3E26C8FDB2AA}"/>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1" creationId="{4CBC9838-6FED-0DAE-51FA-884081CB6EDF}"/>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2" creationId="{8873EAA1-D211-0415-3BC5-86045F127F3B}"/>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3" creationId="{2AA0CDC5-FFFA-1CF4-78CA-A36553387595}"/>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4" creationId="{7BF320BB-3E12-2A4F-9337-3C1D924A7553}"/>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5" creationId="{4823E324-6B33-8391-7441-5ED3CD47BD47}"/>
            </ac:spMkLst>
          </pc:spChg>
          <pc:picChg chg="add mod">
            <ac:chgData name="César Díaz" userId="ed34fad7-0c20-4e51-b35e-19bd778b9593" providerId="ADAL" clId="{6AA14F88-E02C-4444-8F5B-F91059C2D162}" dt="2023-08-05T09:39:28.203" v="248" actId="1076"/>
            <ac:picMkLst>
              <pc:docMk/>
              <pc:sldMasterMk cId="2491898207" sldId="2147483660"/>
              <pc:sldLayoutMk cId="1993959781" sldId="2147483665"/>
              <ac:picMk id="4" creationId="{EC37FD03-A8F4-6CC0-494F-F7761EB371DE}"/>
            </ac:picMkLst>
          </pc:picChg>
        </pc:sldLayoutChg>
      </pc:sldMasterChg>
    </pc:docChg>
  </pc:docChgLst>
  <pc:docChgLst>
    <pc:chgData name="Alejandra Bravo Garcia" userId="4cf5125d-f567-4a98-9bb5-4ea9ae908f01" providerId="ADAL" clId="{20B9C4F6-F537-4BE7-987D-554A3B4B781E}"/>
    <pc:docChg chg="undo redo custSel addSld delSld modSld sldOrd">
      <pc:chgData name="Alejandra Bravo Garcia" userId="4cf5125d-f567-4a98-9bb5-4ea9ae908f01" providerId="ADAL" clId="{20B9C4F6-F537-4BE7-987D-554A3B4B781E}" dt="2023-09-05T02:53:38.287" v="444" actId="207"/>
      <pc:docMkLst>
        <pc:docMk/>
      </pc:docMkLst>
      <pc:sldChg chg="delSp modSp add del mod">
        <pc:chgData name="Alejandra Bravo Garcia" userId="4cf5125d-f567-4a98-9bb5-4ea9ae908f01" providerId="ADAL" clId="{20B9C4F6-F537-4BE7-987D-554A3B4B781E}" dt="2023-09-05T02:05:50.448" v="206" actId="2696"/>
        <pc:sldMkLst>
          <pc:docMk/>
          <pc:sldMk cId="1405910239" sldId="256"/>
        </pc:sldMkLst>
        <pc:picChg chg="del mod">
          <ac:chgData name="Alejandra Bravo Garcia" userId="4cf5125d-f567-4a98-9bb5-4ea9ae908f01" providerId="ADAL" clId="{20B9C4F6-F537-4BE7-987D-554A3B4B781E}" dt="2023-09-05T02:04:20.290" v="189" actId="21"/>
          <ac:picMkLst>
            <pc:docMk/>
            <pc:sldMk cId="1405910239" sldId="256"/>
            <ac:picMk id="5" creationId="{5D13AF6A-98A1-5A66-4A8B-CC3E858DF87F}"/>
          </ac:picMkLst>
        </pc:picChg>
      </pc:sldChg>
      <pc:sldChg chg="modSp mod">
        <pc:chgData name="Alejandra Bravo Garcia" userId="4cf5125d-f567-4a98-9bb5-4ea9ae908f01" providerId="ADAL" clId="{20B9C4F6-F537-4BE7-987D-554A3B4B781E}" dt="2023-09-05T02:22:50.420" v="431" actId="20577"/>
        <pc:sldMkLst>
          <pc:docMk/>
          <pc:sldMk cId="242947854" sldId="2076137701"/>
        </pc:sldMkLst>
        <pc:spChg chg="mod">
          <ac:chgData name="Alejandra Bravo Garcia" userId="4cf5125d-f567-4a98-9bb5-4ea9ae908f01" providerId="ADAL" clId="{20B9C4F6-F537-4BE7-987D-554A3B4B781E}" dt="2023-09-05T02:22:50.420" v="431" actId="20577"/>
          <ac:spMkLst>
            <pc:docMk/>
            <pc:sldMk cId="242947854" sldId="2076137701"/>
            <ac:spMk id="2" creationId="{1C4898CC-2EB7-701E-6844-7482F6FA4A69}"/>
          </ac:spMkLst>
        </pc:spChg>
      </pc:sldChg>
      <pc:sldChg chg="addSp delSp modSp mod">
        <pc:chgData name="Alejandra Bravo Garcia" userId="4cf5125d-f567-4a98-9bb5-4ea9ae908f01" providerId="ADAL" clId="{20B9C4F6-F537-4BE7-987D-554A3B4B781E}" dt="2023-09-05T02:04:49.891" v="195" actId="1076"/>
        <pc:sldMkLst>
          <pc:docMk/>
          <pc:sldMk cId="1136515697" sldId="2076137702"/>
        </pc:sldMkLst>
        <pc:spChg chg="del">
          <ac:chgData name="Alejandra Bravo Garcia" userId="4cf5125d-f567-4a98-9bb5-4ea9ae908f01" providerId="ADAL" clId="{20B9C4F6-F537-4BE7-987D-554A3B4B781E}" dt="2023-09-05T02:04:46.394" v="194" actId="478"/>
          <ac:spMkLst>
            <pc:docMk/>
            <pc:sldMk cId="1136515697" sldId="2076137702"/>
            <ac:spMk id="2" creationId="{25376074-10EA-2E38-7734-116EE817E5ED}"/>
          </ac:spMkLst>
        </pc:spChg>
        <pc:spChg chg="del">
          <ac:chgData name="Alejandra Bravo Garcia" userId="4cf5125d-f567-4a98-9bb5-4ea9ae908f01" providerId="ADAL" clId="{20B9C4F6-F537-4BE7-987D-554A3B4B781E}" dt="2023-09-05T02:04:26.748" v="190" actId="478"/>
          <ac:spMkLst>
            <pc:docMk/>
            <pc:sldMk cId="1136515697" sldId="2076137702"/>
            <ac:spMk id="3" creationId="{C836C6C3-E8D0-94B1-E144-DD41ECFB4453}"/>
          </ac:spMkLst>
        </pc:spChg>
        <pc:picChg chg="add mod">
          <ac:chgData name="Alejandra Bravo Garcia" userId="4cf5125d-f567-4a98-9bb5-4ea9ae908f01" providerId="ADAL" clId="{20B9C4F6-F537-4BE7-987D-554A3B4B781E}" dt="2023-09-05T02:04:49.891" v="195" actId="1076"/>
          <ac:picMkLst>
            <pc:docMk/>
            <pc:sldMk cId="1136515697" sldId="2076137702"/>
            <ac:picMk id="4" creationId="{7E0A5725-EB83-A829-7460-CA7FA618AF8E}"/>
          </ac:picMkLst>
        </pc:picChg>
      </pc:sldChg>
      <pc:sldChg chg="modSp mod ord">
        <pc:chgData name="Alejandra Bravo Garcia" userId="4cf5125d-f567-4a98-9bb5-4ea9ae908f01" providerId="ADAL" clId="{20B9C4F6-F537-4BE7-987D-554A3B4B781E}" dt="2023-09-05T02:03:21.324" v="182" actId="14100"/>
        <pc:sldMkLst>
          <pc:docMk/>
          <pc:sldMk cId="868812523" sldId="2076137703"/>
        </pc:sldMkLst>
        <pc:spChg chg="mod">
          <ac:chgData name="Alejandra Bravo Garcia" userId="4cf5125d-f567-4a98-9bb5-4ea9ae908f01" providerId="ADAL" clId="{20B9C4F6-F537-4BE7-987D-554A3B4B781E}" dt="2023-09-05T02:03:21.324" v="182" actId="14100"/>
          <ac:spMkLst>
            <pc:docMk/>
            <pc:sldMk cId="868812523" sldId="2076137703"/>
            <ac:spMk id="2" creationId="{A3C1683D-3F2C-514D-52C2-E5502AEA6BCB}"/>
          </ac:spMkLst>
        </pc:spChg>
      </pc:sldChg>
      <pc:sldChg chg="addSp delSp modSp mod ord">
        <pc:chgData name="Alejandra Bravo Garcia" userId="4cf5125d-f567-4a98-9bb5-4ea9ae908f01" providerId="ADAL" clId="{20B9C4F6-F537-4BE7-987D-554A3B4B781E}" dt="2023-09-05T02:12:32.721" v="318" actId="113"/>
        <pc:sldMkLst>
          <pc:docMk/>
          <pc:sldMk cId="1943926825" sldId="2076137704"/>
        </pc:sldMkLst>
        <pc:spChg chg="mod">
          <ac:chgData name="Alejandra Bravo Garcia" userId="4cf5125d-f567-4a98-9bb5-4ea9ae908f01" providerId="ADAL" clId="{20B9C4F6-F537-4BE7-987D-554A3B4B781E}" dt="2023-09-05T02:12:32.721" v="318" actId="113"/>
          <ac:spMkLst>
            <pc:docMk/>
            <pc:sldMk cId="1943926825" sldId="2076137704"/>
            <ac:spMk id="2" creationId="{65692239-D7A4-8289-9A70-5DE5384D5E01}"/>
          </ac:spMkLst>
        </pc:spChg>
        <pc:spChg chg="del">
          <ac:chgData name="Alejandra Bravo Garcia" userId="4cf5125d-f567-4a98-9bb5-4ea9ae908f01" providerId="ADAL" clId="{20B9C4F6-F537-4BE7-987D-554A3B4B781E}" dt="2023-09-05T02:11:58.246" v="308" actId="478"/>
          <ac:spMkLst>
            <pc:docMk/>
            <pc:sldMk cId="1943926825" sldId="2076137704"/>
            <ac:spMk id="3" creationId="{22ACFD13-C7FA-F4C3-0B07-3BE2A9BDD524}"/>
          </ac:spMkLst>
        </pc:spChg>
        <pc:picChg chg="add mod">
          <ac:chgData name="Alejandra Bravo Garcia" userId="4cf5125d-f567-4a98-9bb5-4ea9ae908f01" providerId="ADAL" clId="{20B9C4F6-F537-4BE7-987D-554A3B4B781E}" dt="2023-09-05T02:12:14.281" v="314" actId="1076"/>
          <ac:picMkLst>
            <pc:docMk/>
            <pc:sldMk cId="1943926825" sldId="2076137704"/>
            <ac:picMk id="2050" creationId="{3F21FD4D-CAA2-76D4-8B35-B7D0509C8200}"/>
          </ac:picMkLst>
        </pc:picChg>
      </pc:sldChg>
      <pc:sldChg chg="modSp mod">
        <pc:chgData name="Alejandra Bravo Garcia" userId="4cf5125d-f567-4a98-9bb5-4ea9ae908f01" providerId="ADAL" clId="{20B9C4F6-F537-4BE7-987D-554A3B4B781E}" dt="2023-09-05T01:58:04.930" v="63" actId="20577"/>
        <pc:sldMkLst>
          <pc:docMk/>
          <pc:sldMk cId="3167001994" sldId="2076137705"/>
        </pc:sldMkLst>
        <pc:spChg chg="mod">
          <ac:chgData name="Alejandra Bravo Garcia" userId="4cf5125d-f567-4a98-9bb5-4ea9ae908f01" providerId="ADAL" clId="{20B9C4F6-F537-4BE7-987D-554A3B4B781E}" dt="2023-09-05T01:58:04.930" v="63" actId="20577"/>
          <ac:spMkLst>
            <pc:docMk/>
            <pc:sldMk cId="3167001994" sldId="2076137705"/>
            <ac:spMk id="2" creationId="{972BB412-0761-08C0-91B5-7D184FDF0428}"/>
          </ac:spMkLst>
        </pc:spChg>
        <pc:spChg chg="mod">
          <ac:chgData name="Alejandra Bravo Garcia" userId="4cf5125d-f567-4a98-9bb5-4ea9ae908f01" providerId="ADAL" clId="{20B9C4F6-F537-4BE7-987D-554A3B4B781E}" dt="2023-09-05T01:51:50.923" v="36" actId="20577"/>
          <ac:spMkLst>
            <pc:docMk/>
            <pc:sldMk cId="3167001994" sldId="2076137705"/>
            <ac:spMk id="3" creationId="{317770C8-A12B-436B-AB8E-9FC2932E0DB7}"/>
          </ac:spMkLst>
        </pc:spChg>
      </pc:sldChg>
      <pc:sldChg chg="addSp modSp mod setBg">
        <pc:chgData name="Alejandra Bravo Garcia" userId="4cf5125d-f567-4a98-9bb5-4ea9ae908f01" providerId="ADAL" clId="{20B9C4F6-F537-4BE7-987D-554A3B4B781E}" dt="2023-09-05T02:53:38.287" v="444" actId="207"/>
        <pc:sldMkLst>
          <pc:docMk/>
          <pc:sldMk cId="2328334949" sldId="2076137706"/>
        </pc:sldMkLst>
        <pc:spChg chg="mod">
          <ac:chgData name="Alejandra Bravo Garcia" userId="4cf5125d-f567-4a98-9bb5-4ea9ae908f01" providerId="ADAL" clId="{20B9C4F6-F537-4BE7-987D-554A3B4B781E}" dt="2023-09-05T01:58:17.012" v="65" actId="14100"/>
          <ac:spMkLst>
            <pc:docMk/>
            <pc:sldMk cId="2328334949" sldId="2076137706"/>
            <ac:spMk id="2" creationId="{B6EFDCBE-E499-3103-92A5-28F5D6427A64}"/>
          </ac:spMkLst>
        </pc:spChg>
        <pc:spChg chg="add mod">
          <ac:chgData name="Alejandra Bravo Garcia" userId="4cf5125d-f567-4a98-9bb5-4ea9ae908f01" providerId="ADAL" clId="{20B9C4F6-F537-4BE7-987D-554A3B4B781E}" dt="2023-09-05T02:53:38.287" v="444" actId="207"/>
          <ac:spMkLst>
            <pc:docMk/>
            <pc:sldMk cId="2328334949" sldId="2076137706"/>
            <ac:spMk id="3" creationId="{E13EDA60-EA13-DE58-247C-0BA1927DF33E}"/>
          </ac:spMkLst>
        </pc:spChg>
      </pc:sldChg>
      <pc:sldChg chg="modSp add mod ord">
        <pc:chgData name="Alejandra Bravo Garcia" userId="4cf5125d-f567-4a98-9bb5-4ea9ae908f01" providerId="ADAL" clId="{20B9C4F6-F537-4BE7-987D-554A3B4B781E}" dt="2023-09-05T02:05:38.074" v="202" actId="14100"/>
        <pc:sldMkLst>
          <pc:docMk/>
          <pc:sldMk cId="3736436638" sldId="2076137707"/>
        </pc:sldMkLst>
        <pc:spChg chg="mod">
          <ac:chgData name="Alejandra Bravo Garcia" userId="4cf5125d-f567-4a98-9bb5-4ea9ae908f01" providerId="ADAL" clId="{20B9C4F6-F537-4BE7-987D-554A3B4B781E}" dt="2023-09-05T02:05:38.074" v="202" actId="14100"/>
          <ac:spMkLst>
            <pc:docMk/>
            <pc:sldMk cId="3736436638" sldId="2076137707"/>
            <ac:spMk id="2" creationId="{A3C1683D-3F2C-514D-52C2-E5502AEA6BCB}"/>
          </ac:spMkLst>
        </pc:spChg>
      </pc:sldChg>
      <pc:sldChg chg="modSp add mod ord">
        <pc:chgData name="Alejandra Bravo Garcia" userId="4cf5125d-f567-4a98-9bb5-4ea9ae908f01" providerId="ADAL" clId="{20B9C4F6-F537-4BE7-987D-554A3B4B781E}" dt="2023-09-05T02:07:55.535" v="238" actId="20577"/>
        <pc:sldMkLst>
          <pc:docMk/>
          <pc:sldMk cId="829328944" sldId="2076137708"/>
        </pc:sldMkLst>
        <pc:spChg chg="mod">
          <ac:chgData name="Alejandra Bravo Garcia" userId="4cf5125d-f567-4a98-9bb5-4ea9ae908f01" providerId="ADAL" clId="{20B9C4F6-F537-4BE7-987D-554A3B4B781E}" dt="2023-09-05T02:07:55.535" v="238" actId="20577"/>
          <ac:spMkLst>
            <pc:docMk/>
            <pc:sldMk cId="829328944" sldId="2076137708"/>
            <ac:spMk id="2" creationId="{A3C1683D-3F2C-514D-52C2-E5502AEA6BCB}"/>
          </ac:spMkLst>
        </pc:spChg>
      </pc:sldChg>
      <pc:sldChg chg="modSp add mod">
        <pc:chgData name="Alejandra Bravo Garcia" userId="4cf5125d-f567-4a98-9bb5-4ea9ae908f01" providerId="ADAL" clId="{20B9C4F6-F537-4BE7-987D-554A3B4B781E}" dt="2023-09-05T02:08:29.494" v="243" actId="20577"/>
        <pc:sldMkLst>
          <pc:docMk/>
          <pc:sldMk cId="694389719" sldId="2076137709"/>
        </pc:sldMkLst>
        <pc:spChg chg="mod">
          <ac:chgData name="Alejandra Bravo Garcia" userId="4cf5125d-f567-4a98-9bb5-4ea9ae908f01" providerId="ADAL" clId="{20B9C4F6-F537-4BE7-987D-554A3B4B781E}" dt="2023-09-05T02:08:29.494" v="243" actId="20577"/>
          <ac:spMkLst>
            <pc:docMk/>
            <pc:sldMk cId="694389719" sldId="2076137709"/>
            <ac:spMk id="2" creationId="{A3C1683D-3F2C-514D-52C2-E5502AEA6BCB}"/>
          </ac:spMkLst>
        </pc:spChg>
      </pc:sldChg>
      <pc:sldChg chg="modSp add mod">
        <pc:chgData name="Alejandra Bravo Garcia" userId="4cf5125d-f567-4a98-9bb5-4ea9ae908f01" providerId="ADAL" clId="{20B9C4F6-F537-4BE7-987D-554A3B4B781E}" dt="2023-09-05T02:08:53.284" v="250" actId="20577"/>
        <pc:sldMkLst>
          <pc:docMk/>
          <pc:sldMk cId="3734186721" sldId="2076137710"/>
        </pc:sldMkLst>
        <pc:spChg chg="mod">
          <ac:chgData name="Alejandra Bravo Garcia" userId="4cf5125d-f567-4a98-9bb5-4ea9ae908f01" providerId="ADAL" clId="{20B9C4F6-F537-4BE7-987D-554A3B4B781E}" dt="2023-09-05T02:08:53.284" v="250" actId="20577"/>
          <ac:spMkLst>
            <pc:docMk/>
            <pc:sldMk cId="3734186721" sldId="2076137710"/>
            <ac:spMk id="2" creationId="{A3C1683D-3F2C-514D-52C2-E5502AEA6BCB}"/>
          </ac:spMkLst>
        </pc:spChg>
      </pc:sldChg>
      <pc:sldChg chg="modSp add mod">
        <pc:chgData name="Alejandra Bravo Garcia" userId="4cf5125d-f567-4a98-9bb5-4ea9ae908f01" providerId="ADAL" clId="{20B9C4F6-F537-4BE7-987D-554A3B4B781E}" dt="2023-09-05T02:10:39.157" v="303" actId="20577"/>
        <pc:sldMkLst>
          <pc:docMk/>
          <pc:sldMk cId="571905608" sldId="2076137711"/>
        </pc:sldMkLst>
        <pc:spChg chg="mod">
          <ac:chgData name="Alejandra Bravo Garcia" userId="4cf5125d-f567-4a98-9bb5-4ea9ae908f01" providerId="ADAL" clId="{20B9C4F6-F537-4BE7-987D-554A3B4B781E}" dt="2023-09-05T02:10:39.157" v="303" actId="20577"/>
          <ac:spMkLst>
            <pc:docMk/>
            <pc:sldMk cId="571905608" sldId="2076137711"/>
            <ac:spMk id="2" creationId="{A3C1683D-3F2C-514D-52C2-E5502AEA6BCB}"/>
          </ac:spMkLst>
        </pc:spChg>
      </pc:sldChg>
      <pc:sldChg chg="add del">
        <pc:chgData name="Alejandra Bravo Garcia" userId="4cf5125d-f567-4a98-9bb5-4ea9ae908f01" providerId="ADAL" clId="{20B9C4F6-F537-4BE7-987D-554A3B4B781E}" dt="2023-09-05T02:06:17.425" v="211" actId="2696"/>
        <pc:sldMkLst>
          <pc:docMk/>
          <pc:sldMk cId="1618824746" sldId="2076137712"/>
        </pc:sldMkLst>
      </pc:sldChg>
      <pc:sldChg chg="addSp delSp modSp add mod ord">
        <pc:chgData name="Alejandra Bravo Garcia" userId="4cf5125d-f567-4a98-9bb5-4ea9ae908f01" providerId="ADAL" clId="{20B9C4F6-F537-4BE7-987D-554A3B4B781E}" dt="2023-09-05T02:11:25.147" v="305"/>
        <pc:sldMkLst>
          <pc:docMk/>
          <pc:sldMk cId="3631252662" sldId="2076137712"/>
        </pc:sldMkLst>
        <pc:spChg chg="del">
          <ac:chgData name="Alejandra Bravo Garcia" userId="4cf5125d-f567-4a98-9bb5-4ea9ae908f01" providerId="ADAL" clId="{20B9C4F6-F537-4BE7-987D-554A3B4B781E}" dt="2023-09-05T02:07:08.601" v="226" actId="478"/>
          <ac:spMkLst>
            <pc:docMk/>
            <pc:sldMk cId="3631252662" sldId="2076137712"/>
            <ac:spMk id="2" creationId="{65692239-D7A4-8289-9A70-5DE5384D5E01}"/>
          </ac:spMkLst>
        </pc:spChg>
        <pc:spChg chg="del">
          <ac:chgData name="Alejandra Bravo Garcia" userId="4cf5125d-f567-4a98-9bb5-4ea9ae908f01" providerId="ADAL" clId="{20B9C4F6-F537-4BE7-987D-554A3B4B781E}" dt="2023-09-05T02:07:00.520" v="224" actId="478"/>
          <ac:spMkLst>
            <pc:docMk/>
            <pc:sldMk cId="3631252662" sldId="2076137712"/>
            <ac:spMk id="3" creationId="{22ACFD13-C7FA-F4C3-0B07-3BE2A9BDD524}"/>
          </ac:spMkLst>
        </pc:spChg>
        <pc:picChg chg="add mod">
          <ac:chgData name="Alejandra Bravo Garcia" userId="4cf5125d-f567-4a98-9bb5-4ea9ae908f01" providerId="ADAL" clId="{20B9C4F6-F537-4BE7-987D-554A3B4B781E}" dt="2023-09-05T02:07:19.973" v="227" actId="1076"/>
          <ac:picMkLst>
            <pc:docMk/>
            <pc:sldMk cId="3631252662" sldId="2076137712"/>
            <ac:picMk id="1026" creationId="{DC153E5B-DFF3-D2D8-88FC-43C6A850998F}"/>
          </ac:picMkLst>
        </pc:picChg>
      </pc:sldChg>
      <pc:sldChg chg="addSp delSp modSp add mod ord">
        <pc:chgData name="Alejandra Bravo Garcia" userId="4cf5125d-f567-4a98-9bb5-4ea9ae908f01" providerId="ADAL" clId="{20B9C4F6-F537-4BE7-987D-554A3B4B781E}" dt="2023-09-05T02:17:56.182" v="351" actId="1076"/>
        <pc:sldMkLst>
          <pc:docMk/>
          <pc:sldMk cId="536104298" sldId="2076137713"/>
        </pc:sldMkLst>
        <pc:spChg chg="del mod">
          <ac:chgData name="Alejandra Bravo Garcia" userId="4cf5125d-f567-4a98-9bb5-4ea9ae908f01" providerId="ADAL" clId="{20B9C4F6-F537-4BE7-987D-554A3B4B781E}" dt="2023-09-05T02:15:31.170" v="338" actId="478"/>
          <ac:spMkLst>
            <pc:docMk/>
            <pc:sldMk cId="536104298" sldId="2076137713"/>
            <ac:spMk id="2" creationId="{65692239-D7A4-8289-9A70-5DE5384D5E01}"/>
          </ac:spMkLst>
        </pc:spChg>
        <pc:spChg chg="del">
          <ac:chgData name="Alejandra Bravo Garcia" userId="4cf5125d-f567-4a98-9bb5-4ea9ae908f01" providerId="ADAL" clId="{20B9C4F6-F537-4BE7-987D-554A3B4B781E}" dt="2023-09-05T02:15:07.040" v="332" actId="478"/>
          <ac:spMkLst>
            <pc:docMk/>
            <pc:sldMk cId="536104298" sldId="2076137713"/>
            <ac:spMk id="3" creationId="{22ACFD13-C7FA-F4C3-0B07-3BE2A9BDD524}"/>
          </ac:spMkLst>
        </pc:spChg>
        <pc:spChg chg="add mod">
          <ac:chgData name="Alejandra Bravo Garcia" userId="4cf5125d-f567-4a98-9bb5-4ea9ae908f01" providerId="ADAL" clId="{20B9C4F6-F537-4BE7-987D-554A3B4B781E}" dt="2023-09-05T02:16:49.285" v="345" actId="14100"/>
          <ac:spMkLst>
            <pc:docMk/>
            <pc:sldMk cId="536104298" sldId="2076137713"/>
            <ac:spMk id="4" creationId="{50FEBFAF-F16F-D3D3-04EB-C957FF331333}"/>
          </ac:spMkLst>
        </pc:spChg>
        <pc:spChg chg="add mod">
          <ac:chgData name="Alejandra Bravo Garcia" userId="4cf5125d-f567-4a98-9bb5-4ea9ae908f01" providerId="ADAL" clId="{20B9C4F6-F537-4BE7-987D-554A3B4B781E}" dt="2023-09-05T02:17:09.306" v="348" actId="255"/>
          <ac:spMkLst>
            <pc:docMk/>
            <pc:sldMk cId="536104298" sldId="2076137713"/>
            <ac:spMk id="5" creationId="{396D43B6-C001-8635-3ECC-22C243D08BBD}"/>
          </ac:spMkLst>
        </pc:spChg>
        <pc:spChg chg="add mod">
          <ac:chgData name="Alejandra Bravo Garcia" userId="4cf5125d-f567-4a98-9bb5-4ea9ae908f01" providerId="ADAL" clId="{20B9C4F6-F537-4BE7-987D-554A3B4B781E}" dt="2023-09-05T02:17:56.182" v="351" actId="1076"/>
          <ac:spMkLst>
            <pc:docMk/>
            <pc:sldMk cId="536104298" sldId="2076137713"/>
            <ac:spMk id="6" creationId="{C5827CDD-A6E4-25EA-3A20-58D43697366D}"/>
          </ac:spMkLst>
        </pc:spChg>
        <pc:spChg chg="add mod">
          <ac:chgData name="Alejandra Bravo Garcia" userId="4cf5125d-f567-4a98-9bb5-4ea9ae908f01" providerId="ADAL" clId="{20B9C4F6-F537-4BE7-987D-554A3B4B781E}" dt="2023-09-05T02:17:46.310" v="350" actId="20577"/>
          <ac:spMkLst>
            <pc:docMk/>
            <pc:sldMk cId="536104298" sldId="2076137713"/>
            <ac:spMk id="7" creationId="{22E3879B-FFF9-187A-E988-98E80FBEF22E}"/>
          </ac:spMkLst>
        </pc:spChg>
      </pc:sldChg>
      <pc:sldChg chg="addSp delSp modSp add mod ord">
        <pc:chgData name="Alejandra Bravo Garcia" userId="4cf5125d-f567-4a98-9bb5-4ea9ae908f01" providerId="ADAL" clId="{20B9C4F6-F537-4BE7-987D-554A3B4B781E}" dt="2023-09-05T02:20:31.766" v="368" actId="113"/>
        <pc:sldMkLst>
          <pc:docMk/>
          <pc:sldMk cId="4073713596" sldId="2076137714"/>
        </pc:sldMkLst>
        <pc:spChg chg="del">
          <ac:chgData name="Alejandra Bravo Garcia" userId="4cf5125d-f567-4a98-9bb5-4ea9ae908f01" providerId="ADAL" clId="{20B9C4F6-F537-4BE7-987D-554A3B4B781E}" dt="2023-09-05T02:18:28.266" v="352" actId="478"/>
          <ac:spMkLst>
            <pc:docMk/>
            <pc:sldMk cId="4073713596" sldId="2076137714"/>
            <ac:spMk id="2" creationId="{65692239-D7A4-8289-9A70-5DE5384D5E01}"/>
          </ac:spMkLst>
        </pc:spChg>
        <pc:spChg chg="del">
          <ac:chgData name="Alejandra Bravo Garcia" userId="4cf5125d-f567-4a98-9bb5-4ea9ae908f01" providerId="ADAL" clId="{20B9C4F6-F537-4BE7-987D-554A3B4B781E}" dt="2023-09-05T02:18:29.875" v="353" actId="478"/>
          <ac:spMkLst>
            <pc:docMk/>
            <pc:sldMk cId="4073713596" sldId="2076137714"/>
            <ac:spMk id="3" creationId="{22ACFD13-C7FA-F4C3-0B07-3BE2A9BDD524}"/>
          </ac:spMkLst>
        </pc:spChg>
        <pc:spChg chg="add mod">
          <ac:chgData name="Alejandra Bravo Garcia" userId="4cf5125d-f567-4a98-9bb5-4ea9ae908f01" providerId="ADAL" clId="{20B9C4F6-F537-4BE7-987D-554A3B4B781E}" dt="2023-09-05T02:20:15.953" v="363" actId="14100"/>
          <ac:spMkLst>
            <pc:docMk/>
            <pc:sldMk cId="4073713596" sldId="2076137714"/>
            <ac:spMk id="4" creationId="{A4110A9C-3C0C-FFE0-8B27-DD567C75CC9C}"/>
          </ac:spMkLst>
        </pc:spChg>
        <pc:spChg chg="add mod">
          <ac:chgData name="Alejandra Bravo Garcia" userId="4cf5125d-f567-4a98-9bb5-4ea9ae908f01" providerId="ADAL" clId="{20B9C4F6-F537-4BE7-987D-554A3B4B781E}" dt="2023-09-05T02:20:19.067" v="364" actId="14100"/>
          <ac:spMkLst>
            <pc:docMk/>
            <pc:sldMk cId="4073713596" sldId="2076137714"/>
            <ac:spMk id="5" creationId="{D12BFC78-BB1A-5DF7-4A24-B2D125E3F549}"/>
          </ac:spMkLst>
        </pc:spChg>
        <pc:spChg chg="add mod">
          <ac:chgData name="Alejandra Bravo Garcia" userId="4cf5125d-f567-4a98-9bb5-4ea9ae908f01" providerId="ADAL" clId="{20B9C4F6-F537-4BE7-987D-554A3B4B781E}" dt="2023-09-05T02:20:31.766" v="368" actId="113"/>
          <ac:spMkLst>
            <pc:docMk/>
            <pc:sldMk cId="4073713596" sldId="2076137714"/>
            <ac:spMk id="6" creationId="{C5B670E2-61D2-BDE5-CA30-D2856F15D7DD}"/>
          </ac:spMkLst>
        </pc:spChg>
        <pc:picChg chg="add mod">
          <ac:chgData name="Alejandra Bravo Garcia" userId="4cf5125d-f567-4a98-9bb5-4ea9ae908f01" providerId="ADAL" clId="{20B9C4F6-F537-4BE7-987D-554A3B4B781E}" dt="2023-09-05T02:19:48.535" v="361" actId="1440"/>
          <ac:picMkLst>
            <pc:docMk/>
            <pc:sldMk cId="4073713596" sldId="2076137714"/>
            <ac:picMk id="4098" creationId="{341E7F11-1D29-5C4D-77E0-B8E3E6750D91}"/>
          </ac:picMkLst>
        </pc:picChg>
        <pc:picChg chg="add mod">
          <ac:chgData name="Alejandra Bravo Garcia" userId="4cf5125d-f567-4a98-9bb5-4ea9ae908f01" providerId="ADAL" clId="{20B9C4F6-F537-4BE7-987D-554A3B4B781E}" dt="2023-09-05T02:19:50.590" v="362" actId="1440"/>
          <ac:picMkLst>
            <pc:docMk/>
            <pc:sldMk cId="4073713596" sldId="2076137714"/>
            <ac:picMk id="4099" creationId="{DBB5197D-7643-3A44-BB24-E3E9AA538EDC}"/>
          </ac:picMkLst>
        </pc:picChg>
      </pc:sldChg>
      <pc:sldChg chg="addSp delSp modSp add mod ord">
        <pc:chgData name="Alejandra Bravo Garcia" userId="4cf5125d-f567-4a98-9bb5-4ea9ae908f01" providerId="ADAL" clId="{20B9C4F6-F537-4BE7-987D-554A3B4B781E}" dt="2023-09-05T02:22:00.112" v="379" actId="207"/>
        <pc:sldMkLst>
          <pc:docMk/>
          <pc:sldMk cId="3308352145" sldId="2076137715"/>
        </pc:sldMkLst>
        <pc:spChg chg="del">
          <ac:chgData name="Alejandra Bravo Garcia" userId="4cf5125d-f567-4a98-9bb5-4ea9ae908f01" providerId="ADAL" clId="{20B9C4F6-F537-4BE7-987D-554A3B4B781E}" dt="2023-09-05T02:21:04.214" v="370" actId="478"/>
          <ac:spMkLst>
            <pc:docMk/>
            <pc:sldMk cId="3308352145" sldId="2076137715"/>
            <ac:spMk id="2" creationId="{65692239-D7A4-8289-9A70-5DE5384D5E01}"/>
          </ac:spMkLst>
        </pc:spChg>
        <pc:spChg chg="del">
          <ac:chgData name="Alejandra Bravo Garcia" userId="4cf5125d-f567-4a98-9bb5-4ea9ae908f01" providerId="ADAL" clId="{20B9C4F6-F537-4BE7-987D-554A3B4B781E}" dt="2023-09-05T02:21:02.471" v="369" actId="478"/>
          <ac:spMkLst>
            <pc:docMk/>
            <pc:sldMk cId="3308352145" sldId="2076137715"/>
            <ac:spMk id="3" creationId="{22ACFD13-C7FA-F4C3-0B07-3BE2A9BDD524}"/>
          </ac:spMkLst>
        </pc:spChg>
        <pc:spChg chg="add mod">
          <ac:chgData name="Alejandra Bravo Garcia" userId="4cf5125d-f567-4a98-9bb5-4ea9ae908f01" providerId="ADAL" clId="{20B9C4F6-F537-4BE7-987D-554A3B4B781E}" dt="2023-09-05T02:21:52.352" v="378" actId="113"/>
          <ac:spMkLst>
            <pc:docMk/>
            <pc:sldMk cId="3308352145" sldId="2076137715"/>
            <ac:spMk id="4" creationId="{89401DFB-4589-4A40-1CF4-5D132DD2EF72}"/>
          </ac:spMkLst>
        </pc:spChg>
        <pc:spChg chg="add mod">
          <ac:chgData name="Alejandra Bravo Garcia" userId="4cf5125d-f567-4a98-9bb5-4ea9ae908f01" providerId="ADAL" clId="{20B9C4F6-F537-4BE7-987D-554A3B4B781E}" dt="2023-09-05T02:22:00.112" v="379" actId="207"/>
          <ac:spMkLst>
            <pc:docMk/>
            <pc:sldMk cId="3308352145" sldId="2076137715"/>
            <ac:spMk id="5" creationId="{A2D74E4D-CBE6-A3D9-BD83-ED8A812243ED}"/>
          </ac:spMkLst>
        </pc:spChg>
        <pc:spChg chg="add mod">
          <ac:chgData name="Alejandra Bravo Garcia" userId="4cf5125d-f567-4a98-9bb5-4ea9ae908f01" providerId="ADAL" clId="{20B9C4F6-F537-4BE7-987D-554A3B4B781E}" dt="2023-09-05T02:21:32.961" v="374" actId="1076"/>
          <ac:spMkLst>
            <pc:docMk/>
            <pc:sldMk cId="3308352145" sldId="2076137715"/>
            <ac:spMk id="6" creationId="{E7A96764-862C-3475-9311-453A659389A3}"/>
          </ac:spMkLst>
        </pc:spChg>
        <pc:picChg chg="add mod">
          <ac:chgData name="Alejandra Bravo Garcia" userId="4cf5125d-f567-4a98-9bb5-4ea9ae908f01" providerId="ADAL" clId="{20B9C4F6-F537-4BE7-987D-554A3B4B781E}" dt="2023-09-05T02:21:39.376" v="376" actId="1440"/>
          <ac:picMkLst>
            <pc:docMk/>
            <pc:sldMk cId="3308352145" sldId="2076137715"/>
            <ac:picMk id="5122" creationId="{E54C5135-F610-A35E-7081-EC02C10B7FFC}"/>
          </ac:picMkLst>
        </pc:picChg>
      </pc:sldChg>
      <pc:sldChg chg="addSp delSp modSp add mod">
        <pc:chgData name="Alejandra Bravo Garcia" userId="4cf5125d-f567-4a98-9bb5-4ea9ae908f01" providerId="ADAL" clId="{20B9C4F6-F537-4BE7-987D-554A3B4B781E}" dt="2023-09-05T02:14:13.054" v="331" actId="14100"/>
        <pc:sldMkLst>
          <pc:docMk/>
          <pc:sldMk cId="2456185182" sldId="2076137716"/>
        </pc:sldMkLst>
        <pc:spChg chg="mod">
          <ac:chgData name="Alejandra Bravo Garcia" userId="4cf5125d-f567-4a98-9bb5-4ea9ae908f01" providerId="ADAL" clId="{20B9C4F6-F537-4BE7-987D-554A3B4B781E}" dt="2023-09-05T02:13:26.277" v="324" actId="5793"/>
          <ac:spMkLst>
            <pc:docMk/>
            <pc:sldMk cId="2456185182" sldId="2076137716"/>
            <ac:spMk id="2" creationId="{65692239-D7A4-8289-9A70-5DE5384D5E01}"/>
          </ac:spMkLst>
        </pc:spChg>
        <pc:picChg chg="del">
          <ac:chgData name="Alejandra Bravo Garcia" userId="4cf5125d-f567-4a98-9bb5-4ea9ae908f01" providerId="ADAL" clId="{20B9C4F6-F537-4BE7-987D-554A3B4B781E}" dt="2023-09-05T02:12:59.294" v="320" actId="478"/>
          <ac:picMkLst>
            <pc:docMk/>
            <pc:sldMk cId="2456185182" sldId="2076137716"/>
            <ac:picMk id="2050" creationId="{3F21FD4D-CAA2-76D4-8B35-B7D0509C8200}"/>
          </ac:picMkLst>
        </pc:picChg>
        <pc:picChg chg="add mod">
          <ac:chgData name="Alejandra Bravo Garcia" userId="4cf5125d-f567-4a98-9bb5-4ea9ae908f01" providerId="ADAL" clId="{20B9C4F6-F537-4BE7-987D-554A3B4B781E}" dt="2023-09-05T02:14:13.054" v="331" actId="14100"/>
          <ac:picMkLst>
            <pc:docMk/>
            <pc:sldMk cId="2456185182" sldId="2076137716"/>
            <ac:picMk id="3074" creationId="{0E5561CE-0A7C-B717-8D59-304DF82310BC}"/>
          </ac:picMkLst>
        </pc:picChg>
      </pc:sldChg>
      <pc:sldMasterChg chg="delSldLayout">
        <pc:chgData name="Alejandra Bravo Garcia" userId="4cf5125d-f567-4a98-9bb5-4ea9ae908f01" providerId="ADAL" clId="{20B9C4F6-F537-4BE7-987D-554A3B4B781E}" dt="2023-09-05T02:05:50.448" v="206" actId="2696"/>
        <pc:sldMasterMkLst>
          <pc:docMk/>
          <pc:sldMasterMk cId="2491898207" sldId="2147483660"/>
        </pc:sldMasterMkLst>
        <pc:sldLayoutChg chg="del">
          <pc:chgData name="Alejandra Bravo Garcia" userId="4cf5125d-f567-4a98-9bb5-4ea9ae908f01" providerId="ADAL" clId="{20B9C4F6-F537-4BE7-987D-554A3B4B781E}" dt="2023-09-05T02:05:50.448" v="206" actId="2696"/>
          <pc:sldLayoutMkLst>
            <pc:docMk/>
            <pc:sldMasterMk cId="2491898207" sldId="2147483660"/>
            <pc:sldLayoutMk cId="1493273478" sldId="2147483666"/>
          </pc:sldLayoutMkLst>
        </pc:sldLayoutChg>
      </pc:sldMasterChg>
    </pc:docChg>
  </pc:docChgLst>
  <pc:docChgLst>
    <pc:chgData name="Alejandra Bravo Garcia" userId="4cf5125d-f567-4a98-9bb5-4ea9ae908f01" providerId="ADAL" clId="{A5DF222B-8CAC-41E8-8492-6A21550B8A4D}"/>
    <pc:docChg chg="">
      <pc:chgData name="Alejandra Bravo Garcia" userId="4cf5125d-f567-4a98-9bb5-4ea9ae908f01" providerId="ADAL" clId="{A5DF222B-8CAC-41E8-8492-6A21550B8A4D}" dt="2024-06-18T08:03:08.735" v="0"/>
      <pc:docMkLst>
        <pc:docMk/>
      </pc:docMkLst>
      <pc:sldChg chg="modCm">
        <pc:chgData name="Alejandra Bravo Garcia" userId="4cf5125d-f567-4a98-9bb5-4ea9ae908f01" providerId="ADAL" clId="{A5DF222B-8CAC-41E8-8492-6A21550B8A4D}" dt="2024-06-18T08:03:08.735" v="0"/>
        <pc:sldMkLst>
          <pc:docMk/>
          <pc:sldMk cId="3167001994" sldId="2076137705"/>
        </pc:sldMkLst>
        <pc:extLst>
          <p:ext xmlns:p="http://schemas.openxmlformats.org/presentationml/2006/main" uri="{D6D511B9-2390-475A-947B-AFAB55BFBCF1}">
            <pc226:cmChg xmlns:pc226="http://schemas.microsoft.com/office/powerpoint/2022/06/main/command" chg="mod modTsk">
              <pc226:chgData name="Alejandra Bravo Garcia" userId="4cf5125d-f567-4a98-9bb5-4ea9ae908f01" providerId="ADAL" clId="{A5DF222B-8CAC-41E8-8492-6A21550B8A4D}" dt="2024-06-18T08:03:08.735" v="0"/>
              <pc2:cmMkLst xmlns:pc2="http://schemas.microsoft.com/office/powerpoint/2019/9/main/command">
                <pc:docMk/>
                <pc:sldMk cId="3167001994" sldId="2076137705"/>
                <pc2:cmMk id="{FDA31033-C313-481E-B661-B5FAF3DCBAFF}"/>
              </pc2:cmMkLst>
              <pc226:cmRplyChg chg="add">
                <pc226:chgData name="Alejandra Bravo Garcia" userId="4cf5125d-f567-4a98-9bb5-4ea9ae908f01" providerId="ADAL" clId="{A5DF222B-8CAC-41E8-8492-6A21550B8A4D}" dt="2024-06-18T08:03:08.735" v="0"/>
                <pc2:cmRplyMkLst xmlns:pc2="http://schemas.microsoft.com/office/powerpoint/2019/9/main/command">
                  <pc:docMk/>
                  <pc:sldMk cId="3167001994" sldId="2076137705"/>
                  <pc2:cmMk id="{FDA31033-C313-481E-B661-B5FAF3DCBAFF}"/>
                  <pc2:cmRplyMk id="{C8023C63-7FF5-4CEC-AF3F-4C00EFB427FA}"/>
                </pc2:cmRplyMkLst>
              </pc226:cmRplyChg>
            </pc226:cmChg>
          </p:ext>
        </pc:extLst>
      </pc:sldChg>
    </pc:docChg>
  </pc:docChgLst>
  <pc:docChgLst>
    <pc:chgData name="Alejandra Bravo Garcia" userId="S::abravo@ciisa.cl::4cf5125d-f567-4a98-9bb5-4ea9ae908f01" providerId="AD" clId="Web-{6589F081-40D9-A7C8-9580-D96A0F1B5800}"/>
    <pc:docChg chg="addSld modSld">
      <pc:chgData name="Alejandra Bravo Garcia" userId="S::abravo@ciisa.cl::4cf5125d-f567-4a98-9bb5-4ea9ae908f01" providerId="AD" clId="Web-{6589F081-40D9-A7C8-9580-D96A0F1B5800}" dt="2024-03-14T09:41:50.543" v="3"/>
      <pc:docMkLst>
        <pc:docMk/>
      </pc:docMkLst>
      <pc:sldChg chg="addSp delSp modSp add mod replId modClrScheme chgLayout">
        <pc:chgData name="Alejandra Bravo Garcia" userId="S::abravo@ciisa.cl::4cf5125d-f567-4a98-9bb5-4ea9ae908f01" providerId="AD" clId="Web-{6589F081-40D9-A7C8-9580-D96A0F1B5800}" dt="2024-03-14T09:41:50.543" v="3"/>
        <pc:sldMkLst>
          <pc:docMk/>
          <pc:sldMk cId="2488761824" sldId="2076137719"/>
        </pc:sldMkLst>
        <pc:spChg chg="del">
          <ac:chgData name="Alejandra Bravo Garcia" userId="S::abravo@ciisa.cl::4cf5125d-f567-4a98-9bb5-4ea9ae908f01" providerId="AD" clId="Web-{6589F081-40D9-A7C8-9580-D96A0F1B5800}" dt="2024-03-14T09:41:25.433" v="1"/>
          <ac:spMkLst>
            <pc:docMk/>
            <pc:sldMk cId="2488761824" sldId="2076137719"/>
            <ac:spMk id="2" creationId="{7D6BBE6D-6364-2A96-9BD0-B43BAB212637}"/>
          </ac:spMkLst>
        </pc:spChg>
        <pc:spChg chg="add del mod">
          <ac:chgData name="Alejandra Bravo Garcia" userId="S::abravo@ciisa.cl::4cf5125d-f567-4a98-9bb5-4ea9ae908f01" providerId="AD" clId="Web-{6589F081-40D9-A7C8-9580-D96A0F1B5800}" dt="2024-03-14T09:41:50.543" v="3"/>
          <ac:spMkLst>
            <pc:docMk/>
            <pc:sldMk cId="2488761824" sldId="2076137719"/>
            <ac:spMk id="6" creationId="{BB8CCBD9-F387-90A3-9164-76CA2FEAA14E}"/>
          </ac:spMkLst>
        </pc:spChg>
      </pc:sldChg>
    </pc:docChg>
  </pc:docChgLst>
  <pc:docChgLst>
    <pc:chgData name="Jorge Alejandro Bravo Pizarro" userId="866f4d59-4e3d-4420-8a8b-3d6ddbb5c639" providerId="ADAL" clId="{524D6C03-291C-4944-AD03-AE97280217EF}"/>
    <pc:docChg chg="undo custSel addSld delSld modSld sldOrd">
      <pc:chgData name="Jorge Alejandro Bravo Pizarro" userId="866f4d59-4e3d-4420-8a8b-3d6ddbb5c639" providerId="ADAL" clId="{524D6C03-291C-4944-AD03-AE97280217EF}" dt="2024-06-05T14:51:05.918" v="450" actId="1076"/>
      <pc:docMkLst>
        <pc:docMk/>
      </pc:docMkLst>
      <pc:sldChg chg="addSp delSp modSp mod modCm">
        <pc:chgData name="Jorge Alejandro Bravo Pizarro" userId="866f4d59-4e3d-4420-8a8b-3d6ddbb5c639" providerId="ADAL" clId="{524D6C03-291C-4944-AD03-AE97280217EF}" dt="2024-06-05T14:29:31.378" v="279" actId="1076"/>
        <pc:sldMkLst>
          <pc:docMk/>
          <pc:sldMk cId="1136515697" sldId="2076137702"/>
        </pc:sldMkLst>
        <pc:spChg chg="add del mod">
          <ac:chgData name="Jorge Alejandro Bravo Pizarro" userId="866f4d59-4e3d-4420-8a8b-3d6ddbb5c639" providerId="ADAL" clId="{524D6C03-291C-4944-AD03-AE97280217EF}" dt="2024-06-05T14:28:33.836" v="271"/>
          <ac:spMkLst>
            <pc:docMk/>
            <pc:sldMk cId="1136515697" sldId="2076137702"/>
            <ac:spMk id="2" creationId="{20BC3918-4CF2-C3E7-92C5-24EA2E1983AF}"/>
          </ac:spMkLst>
        </pc:spChg>
        <pc:spChg chg="add mod">
          <ac:chgData name="Jorge Alejandro Bravo Pizarro" userId="866f4d59-4e3d-4420-8a8b-3d6ddbb5c639" providerId="ADAL" clId="{524D6C03-291C-4944-AD03-AE97280217EF}" dt="2024-06-05T14:29:31.378" v="279" actId="1076"/>
          <ac:spMkLst>
            <pc:docMk/>
            <pc:sldMk cId="1136515697" sldId="2076137702"/>
            <ac:spMk id="3" creationId="{2A7BF873-53DC-D508-8E6A-31A26DB43DA6}"/>
          </ac:spMkLst>
        </pc:spChg>
        <pc:picChg chg="del">
          <ac:chgData name="Jorge Alejandro Bravo Pizarro" userId="866f4d59-4e3d-4420-8a8b-3d6ddbb5c639" providerId="ADAL" clId="{524D6C03-291C-4944-AD03-AE97280217EF}" dt="2024-06-05T14:25:59.644" v="236" actId="478"/>
          <ac:picMkLst>
            <pc:docMk/>
            <pc:sldMk cId="1136515697" sldId="2076137702"/>
            <ac:picMk id="4" creationId="{7E0A5725-EB83-A829-7460-CA7FA618AF8E}"/>
          </ac:picMkLst>
        </pc:pic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25:59.803" v="237" actId="2056"/>
              <pc2:cmMkLst xmlns:pc2="http://schemas.microsoft.com/office/powerpoint/2019/9/main/command">
                <pc:docMk/>
                <pc:sldMk cId="1136515697" sldId="2076137702"/>
                <pc2:cmMk id="{E30EEDB4-A314-47FD-8D64-D776ED46A02F}"/>
              </pc2:cmMkLst>
            </pc226:cmChg>
          </p:ext>
        </pc:extLst>
      </pc:sldChg>
      <pc:sldChg chg="modSp mod">
        <pc:chgData name="Jorge Alejandro Bravo Pizarro" userId="866f4d59-4e3d-4420-8a8b-3d6ddbb5c639" providerId="ADAL" clId="{524D6C03-291C-4944-AD03-AE97280217EF}" dt="2024-06-05T14:25:56.320" v="235" actId="20577"/>
        <pc:sldMkLst>
          <pc:docMk/>
          <pc:sldMk cId="868812523" sldId="2076137703"/>
        </pc:sldMkLst>
        <pc:spChg chg="mod">
          <ac:chgData name="Jorge Alejandro Bravo Pizarro" userId="866f4d59-4e3d-4420-8a8b-3d6ddbb5c639" providerId="ADAL" clId="{524D6C03-291C-4944-AD03-AE97280217EF}" dt="2024-06-05T14:25:56.320" v="235" actId="20577"/>
          <ac:spMkLst>
            <pc:docMk/>
            <pc:sldMk cId="868812523" sldId="2076137703"/>
            <ac:spMk id="2" creationId="{A3C1683D-3F2C-514D-52C2-E5502AEA6BCB}"/>
          </ac:spMkLst>
        </pc:spChg>
      </pc:sldChg>
      <pc:sldChg chg="addSp delSp modSp mod modCm">
        <pc:chgData name="Jorge Alejandro Bravo Pizarro" userId="866f4d59-4e3d-4420-8a8b-3d6ddbb5c639" providerId="ADAL" clId="{524D6C03-291C-4944-AD03-AE97280217EF}" dt="2024-06-05T14:42:59.669" v="373" actId="12"/>
        <pc:sldMkLst>
          <pc:docMk/>
          <pc:sldMk cId="1943926825" sldId="2076137704"/>
        </pc:sldMkLst>
        <pc:spChg chg="mod">
          <ac:chgData name="Jorge Alejandro Bravo Pizarro" userId="866f4d59-4e3d-4420-8a8b-3d6ddbb5c639" providerId="ADAL" clId="{524D6C03-291C-4944-AD03-AE97280217EF}" dt="2024-06-05T14:42:59.669" v="373" actId="12"/>
          <ac:spMkLst>
            <pc:docMk/>
            <pc:sldMk cId="1943926825" sldId="2076137704"/>
            <ac:spMk id="2" creationId="{65692239-D7A4-8289-9A70-5DE5384D5E01}"/>
          </ac:spMkLst>
        </pc:spChg>
        <pc:spChg chg="add mod">
          <ac:chgData name="Jorge Alejandro Bravo Pizarro" userId="866f4d59-4e3d-4420-8a8b-3d6ddbb5c639" providerId="ADAL" clId="{524D6C03-291C-4944-AD03-AE97280217EF}" dt="2024-06-05T14:33:32.196" v="319" actId="20577"/>
          <ac:spMkLst>
            <pc:docMk/>
            <pc:sldMk cId="1943926825" sldId="2076137704"/>
            <ac:spMk id="3" creationId="{21C67940-C0A3-CF45-BF15-5740B4BE67E0}"/>
          </ac:spMkLst>
        </pc:spChg>
        <pc:spChg chg="add mod">
          <ac:chgData name="Jorge Alejandro Bravo Pizarro" userId="866f4d59-4e3d-4420-8a8b-3d6ddbb5c639" providerId="ADAL" clId="{524D6C03-291C-4944-AD03-AE97280217EF}" dt="2024-06-05T14:35:01.004" v="359"/>
          <ac:spMkLst>
            <pc:docMk/>
            <pc:sldMk cId="1943926825" sldId="2076137704"/>
            <ac:spMk id="4" creationId="{B6038E9E-B23E-B759-B8DE-12F66AD9AB91}"/>
          </ac:spMkLst>
        </pc:spChg>
        <pc:picChg chg="del">
          <ac:chgData name="Jorge Alejandro Bravo Pizarro" userId="866f4d59-4e3d-4420-8a8b-3d6ddbb5c639" providerId="ADAL" clId="{524D6C03-291C-4944-AD03-AE97280217EF}" dt="2024-06-05T14:31:16.944" v="300" actId="478"/>
          <ac:picMkLst>
            <pc:docMk/>
            <pc:sldMk cId="1943926825" sldId="2076137704"/>
            <ac:picMk id="2050" creationId="{3F21FD4D-CAA2-76D4-8B35-B7D0509C8200}"/>
          </ac:picMkLst>
        </pc:pic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31:16.957" v="301" actId="2056"/>
              <pc2:cmMkLst xmlns:pc2="http://schemas.microsoft.com/office/powerpoint/2019/9/main/command">
                <pc:docMk/>
                <pc:sldMk cId="1943926825" sldId="2076137704"/>
                <pc2:cmMk id="{EA16C70D-1923-4304-A5D8-45ADC65883D6}"/>
              </pc2:cmMkLst>
            </pc226:cmChg>
          </p:ext>
        </pc:extLst>
      </pc:sldChg>
      <pc:sldChg chg="modSp mod modCm">
        <pc:chgData name="Jorge Alejandro Bravo Pizarro" userId="866f4d59-4e3d-4420-8a8b-3d6ddbb5c639" providerId="ADAL" clId="{524D6C03-291C-4944-AD03-AE97280217EF}" dt="2024-06-05T14:19:45.859" v="64" actId="20577"/>
        <pc:sldMkLst>
          <pc:docMk/>
          <pc:sldMk cId="3167001994" sldId="2076137705"/>
        </pc:sldMkLst>
        <pc:spChg chg="mod">
          <ac:chgData name="Jorge Alejandro Bravo Pizarro" userId="866f4d59-4e3d-4420-8a8b-3d6ddbb5c639" providerId="ADAL" clId="{524D6C03-291C-4944-AD03-AE97280217EF}" dt="2024-06-05T14:19:28.936" v="1" actId="20577"/>
          <ac:spMkLst>
            <pc:docMk/>
            <pc:sldMk cId="3167001994" sldId="2076137705"/>
            <ac:spMk id="2" creationId="{972BB412-0761-08C0-91B5-7D184FDF0428}"/>
          </ac:spMkLst>
        </pc:spChg>
        <pc:spChg chg="mod">
          <ac:chgData name="Jorge Alejandro Bravo Pizarro" userId="866f4d59-4e3d-4420-8a8b-3d6ddbb5c639" providerId="ADAL" clId="{524D6C03-291C-4944-AD03-AE97280217EF}" dt="2024-06-05T14:19:45.859" v="64"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19:45.859" v="64" actId="20577"/>
              <pc2:cmMkLst xmlns:pc2="http://schemas.microsoft.com/office/powerpoint/2019/9/main/command">
                <pc:docMk/>
                <pc:sldMk cId="3167001994" sldId="2076137705"/>
                <pc2:cmMk id="{6ACC9BD5-3395-4EED-95E2-0F111C252A4D}"/>
              </pc2:cmMkLst>
            </pc226:cmChg>
          </p:ext>
        </pc:extLst>
      </pc:sldChg>
      <pc:sldChg chg="addSp delSp modSp mod">
        <pc:chgData name="Jorge Alejandro Bravo Pizarro" userId="866f4d59-4e3d-4420-8a8b-3d6ddbb5c639" providerId="ADAL" clId="{524D6C03-291C-4944-AD03-AE97280217EF}" dt="2024-06-05T14:25:30.759" v="212" actId="20577"/>
        <pc:sldMkLst>
          <pc:docMk/>
          <pc:sldMk cId="2328334949" sldId="2076137706"/>
        </pc:sldMkLst>
        <pc:spChg chg="mod">
          <ac:chgData name="Jorge Alejandro Bravo Pizarro" userId="866f4d59-4e3d-4420-8a8b-3d6ddbb5c639" providerId="ADAL" clId="{524D6C03-291C-4944-AD03-AE97280217EF}" dt="2024-06-05T14:25:30.759" v="212" actId="20577"/>
          <ac:spMkLst>
            <pc:docMk/>
            <pc:sldMk cId="2328334949" sldId="2076137706"/>
            <ac:spMk id="3" creationId="{E13EDA60-EA13-DE58-247C-0BA1927DF33E}"/>
          </ac:spMkLst>
        </pc:spChg>
        <pc:spChg chg="add del mod">
          <ac:chgData name="Jorge Alejandro Bravo Pizarro" userId="866f4d59-4e3d-4420-8a8b-3d6ddbb5c639" providerId="ADAL" clId="{524D6C03-291C-4944-AD03-AE97280217EF}" dt="2024-06-05T14:20:15.244" v="97"/>
          <ac:spMkLst>
            <pc:docMk/>
            <pc:sldMk cId="2328334949" sldId="2076137706"/>
            <ac:spMk id="4" creationId="{242AF140-04F9-37F3-F72E-749FAE581430}"/>
          </ac:spMkLst>
        </pc:spChg>
        <pc:spChg chg="add del mod">
          <ac:chgData name="Jorge Alejandro Bravo Pizarro" userId="866f4d59-4e3d-4420-8a8b-3d6ddbb5c639" providerId="ADAL" clId="{524D6C03-291C-4944-AD03-AE97280217EF}" dt="2024-06-05T14:20:16.271" v="99"/>
          <ac:spMkLst>
            <pc:docMk/>
            <pc:sldMk cId="2328334949" sldId="2076137706"/>
            <ac:spMk id="5" creationId="{16AF99DC-C7D1-C468-B48D-E56E2418C25C}"/>
          </ac:spMkLst>
        </pc:spChg>
        <pc:spChg chg="add del mod">
          <ac:chgData name="Jorge Alejandro Bravo Pizarro" userId="866f4d59-4e3d-4420-8a8b-3d6ddbb5c639" providerId="ADAL" clId="{524D6C03-291C-4944-AD03-AE97280217EF}" dt="2024-06-05T14:20:32.021" v="114"/>
          <ac:spMkLst>
            <pc:docMk/>
            <pc:sldMk cId="2328334949" sldId="2076137706"/>
            <ac:spMk id="6" creationId="{8DB14618-48DE-F118-9C71-46E63C2EDFEE}"/>
          </ac:spMkLst>
        </pc:spChg>
      </pc:sldChg>
      <pc:sldChg chg="modSp mod">
        <pc:chgData name="Jorge Alejandro Bravo Pizarro" userId="866f4d59-4e3d-4420-8a8b-3d6ddbb5c639" providerId="ADAL" clId="{524D6C03-291C-4944-AD03-AE97280217EF}" dt="2024-06-05T14:29:43.599" v="291" actId="20577"/>
        <pc:sldMkLst>
          <pc:docMk/>
          <pc:sldMk cId="3736436638" sldId="2076137707"/>
        </pc:sldMkLst>
        <pc:spChg chg="mod">
          <ac:chgData name="Jorge Alejandro Bravo Pizarro" userId="866f4d59-4e3d-4420-8a8b-3d6ddbb5c639" providerId="ADAL" clId="{524D6C03-291C-4944-AD03-AE97280217EF}" dt="2024-06-05T14:29:43.599" v="291" actId="20577"/>
          <ac:spMkLst>
            <pc:docMk/>
            <pc:sldMk cId="3736436638" sldId="2076137707"/>
            <ac:spMk id="2" creationId="{A3C1683D-3F2C-514D-52C2-E5502AEA6BCB}"/>
          </ac:spMkLst>
        </pc:spChg>
      </pc:sldChg>
      <pc:sldChg chg="addSp modSp mod">
        <pc:chgData name="Jorge Alejandro Bravo Pizarro" userId="866f4d59-4e3d-4420-8a8b-3d6ddbb5c639" providerId="ADAL" clId="{524D6C03-291C-4944-AD03-AE97280217EF}" dt="2024-06-05T14:30:58.486" v="299" actId="20577"/>
        <pc:sldMkLst>
          <pc:docMk/>
          <pc:sldMk cId="829328944" sldId="2076137708"/>
        </pc:sldMkLst>
        <pc:spChg chg="add mod">
          <ac:chgData name="Jorge Alejandro Bravo Pizarro" userId="866f4d59-4e3d-4420-8a8b-3d6ddbb5c639" providerId="ADAL" clId="{524D6C03-291C-4944-AD03-AE97280217EF}" dt="2024-06-05T14:30:58.486" v="299" actId="20577"/>
          <ac:spMkLst>
            <pc:docMk/>
            <pc:sldMk cId="829328944" sldId="2076137708"/>
            <ac:spMk id="3" creationId="{41EA7C5A-B8A2-74CE-3F3C-D46254F8EDEF}"/>
          </ac:spMkLst>
        </pc:spChg>
      </pc:sldChg>
      <pc:sldChg chg="addSp delSp modSp mod">
        <pc:chgData name="Jorge Alejandro Bravo Pizarro" userId="866f4d59-4e3d-4420-8a8b-3d6ddbb5c639" providerId="ADAL" clId="{524D6C03-291C-4944-AD03-AE97280217EF}" dt="2024-06-05T14:46:24.126" v="403" actId="12"/>
        <pc:sldMkLst>
          <pc:docMk/>
          <pc:sldMk cId="694389719" sldId="2076137709"/>
        </pc:sldMkLst>
        <pc:spChg chg="add del mod">
          <ac:chgData name="Jorge Alejandro Bravo Pizarro" userId="866f4d59-4e3d-4420-8a8b-3d6ddbb5c639" providerId="ADAL" clId="{524D6C03-291C-4944-AD03-AE97280217EF}" dt="2024-06-05T14:45:33.071" v="401"/>
          <ac:spMkLst>
            <pc:docMk/>
            <pc:sldMk cId="694389719" sldId="2076137709"/>
            <ac:spMk id="3" creationId="{62A7D5B7-D664-FB3A-9715-6D3B0AE668C5}"/>
          </ac:spMkLst>
        </pc:spChg>
        <pc:spChg chg="add mod">
          <ac:chgData name="Jorge Alejandro Bravo Pizarro" userId="866f4d59-4e3d-4420-8a8b-3d6ddbb5c639" providerId="ADAL" clId="{524D6C03-291C-4944-AD03-AE97280217EF}" dt="2024-06-05T14:46:24.126" v="403" actId="12"/>
          <ac:spMkLst>
            <pc:docMk/>
            <pc:sldMk cId="694389719" sldId="2076137709"/>
            <ac:spMk id="4" creationId="{9823DD53-074A-AD44-7078-7DFF5F00BB41}"/>
          </ac:spMkLst>
        </pc:spChg>
      </pc:sldChg>
      <pc:sldChg chg="addSp modSp mod">
        <pc:chgData name="Jorge Alejandro Bravo Pizarro" userId="866f4d59-4e3d-4420-8a8b-3d6ddbb5c639" providerId="ADAL" clId="{524D6C03-291C-4944-AD03-AE97280217EF}" dt="2024-06-05T14:49:45.935" v="433" actId="1076"/>
        <pc:sldMkLst>
          <pc:docMk/>
          <pc:sldMk cId="3734186721" sldId="2076137710"/>
        </pc:sldMkLst>
        <pc:spChg chg="add mod">
          <ac:chgData name="Jorge Alejandro Bravo Pizarro" userId="866f4d59-4e3d-4420-8a8b-3d6ddbb5c639" providerId="ADAL" clId="{524D6C03-291C-4944-AD03-AE97280217EF}" dt="2024-06-05T14:49:45.935" v="433" actId="1076"/>
          <ac:spMkLst>
            <pc:docMk/>
            <pc:sldMk cId="3734186721" sldId="2076137710"/>
            <ac:spMk id="3" creationId="{6FB5D704-7EC5-2FD6-69CA-90F1F6A87857}"/>
          </ac:spMkLst>
        </pc:spChg>
      </pc:sldChg>
      <pc:sldChg chg="addSp delSp modSp mod">
        <pc:chgData name="Jorge Alejandro Bravo Pizarro" userId="866f4d59-4e3d-4420-8a8b-3d6ddbb5c639" providerId="ADAL" clId="{524D6C03-291C-4944-AD03-AE97280217EF}" dt="2024-06-05T14:50:33.666" v="443" actId="123"/>
        <pc:sldMkLst>
          <pc:docMk/>
          <pc:sldMk cId="571905608" sldId="2076137711"/>
        </pc:sldMkLst>
        <pc:spChg chg="del mod">
          <ac:chgData name="Jorge Alejandro Bravo Pizarro" userId="866f4d59-4e3d-4420-8a8b-3d6ddbb5c639" providerId="ADAL" clId="{524D6C03-291C-4944-AD03-AE97280217EF}" dt="2024-06-05T14:50:07.239" v="436" actId="478"/>
          <ac:spMkLst>
            <pc:docMk/>
            <pc:sldMk cId="571905608" sldId="2076137711"/>
            <ac:spMk id="2" creationId="{A3C1683D-3F2C-514D-52C2-E5502AEA6BCB}"/>
          </ac:spMkLst>
        </pc:spChg>
        <pc:spChg chg="add del mod">
          <ac:chgData name="Jorge Alejandro Bravo Pizarro" userId="866f4d59-4e3d-4420-8a8b-3d6ddbb5c639" providerId="ADAL" clId="{524D6C03-291C-4944-AD03-AE97280217EF}" dt="2024-06-05T14:50:08.980" v="437" actId="478"/>
          <ac:spMkLst>
            <pc:docMk/>
            <pc:sldMk cId="571905608" sldId="2076137711"/>
            <ac:spMk id="4" creationId="{A5A65666-52CB-26E0-A4CF-73EE85FF115E}"/>
          </ac:spMkLst>
        </pc:spChg>
        <pc:spChg chg="add mod">
          <ac:chgData name="Jorge Alejandro Bravo Pizarro" userId="866f4d59-4e3d-4420-8a8b-3d6ddbb5c639" providerId="ADAL" clId="{524D6C03-291C-4944-AD03-AE97280217EF}" dt="2024-06-05T14:50:33.666" v="443" actId="123"/>
          <ac:spMkLst>
            <pc:docMk/>
            <pc:sldMk cId="571905608" sldId="2076137711"/>
            <ac:spMk id="5" creationId="{A8789196-F472-F410-1820-3749FCB90315}"/>
          </ac:spMkLst>
        </pc:spChg>
      </pc:sldChg>
      <pc:sldChg chg="addSp delSp modSp mod">
        <pc:chgData name="Jorge Alejandro Bravo Pizarro" userId="866f4d59-4e3d-4420-8a8b-3d6ddbb5c639" providerId="ADAL" clId="{524D6C03-291C-4944-AD03-AE97280217EF}" dt="2024-06-05T14:47:37.339" v="415" actId="14100"/>
        <pc:sldMkLst>
          <pc:docMk/>
          <pc:sldMk cId="536104298" sldId="2076137713"/>
        </pc:sldMkLst>
        <pc:spChg chg="add mod">
          <ac:chgData name="Jorge Alejandro Bravo Pizarro" userId="866f4d59-4e3d-4420-8a8b-3d6ddbb5c639" providerId="ADAL" clId="{524D6C03-291C-4944-AD03-AE97280217EF}" dt="2024-06-05T14:47:37.339" v="415" actId="14100"/>
          <ac:spMkLst>
            <pc:docMk/>
            <pc:sldMk cId="536104298" sldId="2076137713"/>
            <ac:spMk id="2" creationId="{586DDEB3-B320-CE5D-2869-B75C2BE5A0A4}"/>
          </ac:spMkLst>
        </pc:spChg>
        <pc:spChg chg="del">
          <ac:chgData name="Jorge Alejandro Bravo Pizarro" userId="866f4d59-4e3d-4420-8a8b-3d6ddbb5c639" providerId="ADAL" clId="{524D6C03-291C-4944-AD03-AE97280217EF}" dt="2024-06-05T14:47:01.181" v="407" actId="478"/>
          <ac:spMkLst>
            <pc:docMk/>
            <pc:sldMk cId="536104298" sldId="2076137713"/>
            <ac:spMk id="4" creationId="{50FEBFAF-F16F-D3D3-04EB-C957FF331333}"/>
          </ac:spMkLst>
        </pc:spChg>
        <pc:spChg chg="del">
          <ac:chgData name="Jorge Alejandro Bravo Pizarro" userId="866f4d59-4e3d-4420-8a8b-3d6ddbb5c639" providerId="ADAL" clId="{524D6C03-291C-4944-AD03-AE97280217EF}" dt="2024-06-05T14:47:02.603" v="408" actId="478"/>
          <ac:spMkLst>
            <pc:docMk/>
            <pc:sldMk cId="536104298" sldId="2076137713"/>
            <ac:spMk id="5" creationId="{396D43B6-C001-8635-3ECC-22C243D08BBD}"/>
          </ac:spMkLst>
        </pc:spChg>
        <pc:spChg chg="del mod">
          <ac:chgData name="Jorge Alejandro Bravo Pizarro" userId="866f4d59-4e3d-4420-8a8b-3d6ddbb5c639" providerId="ADAL" clId="{524D6C03-291C-4944-AD03-AE97280217EF}" dt="2024-06-05T14:46:57.794" v="405" actId="478"/>
          <ac:spMkLst>
            <pc:docMk/>
            <pc:sldMk cId="536104298" sldId="2076137713"/>
            <ac:spMk id="6" creationId="{C5827CDD-A6E4-25EA-3A20-58D43697366D}"/>
          </ac:spMkLst>
        </pc:spChg>
        <pc:spChg chg="del">
          <ac:chgData name="Jorge Alejandro Bravo Pizarro" userId="866f4d59-4e3d-4420-8a8b-3d6ddbb5c639" providerId="ADAL" clId="{524D6C03-291C-4944-AD03-AE97280217EF}" dt="2024-06-05T14:46:59.706" v="406" actId="478"/>
          <ac:spMkLst>
            <pc:docMk/>
            <pc:sldMk cId="536104298" sldId="2076137713"/>
            <ac:spMk id="7" creationId="{22E3879B-FFF9-187A-E988-98E80FBEF22E}"/>
          </ac:spMkLst>
        </pc:spChg>
      </pc:sldChg>
      <pc:sldChg chg="del">
        <pc:chgData name="Jorge Alejandro Bravo Pizarro" userId="866f4d59-4e3d-4420-8a8b-3d6ddbb5c639" providerId="ADAL" clId="{524D6C03-291C-4944-AD03-AE97280217EF}" dt="2024-06-05T14:49:52.706" v="434" actId="2696"/>
        <pc:sldMkLst>
          <pc:docMk/>
          <pc:sldMk cId="4073713596" sldId="2076137714"/>
        </pc:sldMkLst>
      </pc:sldChg>
      <pc:sldChg chg="del">
        <pc:chgData name="Jorge Alejandro Bravo Pizarro" userId="866f4d59-4e3d-4420-8a8b-3d6ddbb5c639" providerId="ADAL" clId="{524D6C03-291C-4944-AD03-AE97280217EF}" dt="2024-06-05T14:50:44.639" v="444" actId="2696"/>
        <pc:sldMkLst>
          <pc:docMk/>
          <pc:sldMk cId="3308352145" sldId="2076137715"/>
        </pc:sldMkLst>
      </pc:sldChg>
      <pc:sldChg chg="addSp delSp modSp mod">
        <pc:chgData name="Jorge Alejandro Bravo Pizarro" userId="866f4d59-4e3d-4420-8a8b-3d6ddbb5c639" providerId="ADAL" clId="{524D6C03-291C-4944-AD03-AE97280217EF}" dt="2024-06-05T14:35:37.778" v="369" actId="242"/>
        <pc:sldMkLst>
          <pc:docMk/>
          <pc:sldMk cId="2456185182" sldId="2076137716"/>
        </pc:sldMkLst>
        <pc:spChg chg="del mod">
          <ac:chgData name="Jorge Alejandro Bravo Pizarro" userId="866f4d59-4e3d-4420-8a8b-3d6ddbb5c639" providerId="ADAL" clId="{524D6C03-291C-4944-AD03-AE97280217EF}" dt="2024-06-05T14:35:15.529" v="362" actId="478"/>
          <ac:spMkLst>
            <pc:docMk/>
            <pc:sldMk cId="2456185182" sldId="2076137716"/>
            <ac:spMk id="2" creationId="{65692239-D7A4-8289-9A70-5DE5384D5E01}"/>
          </ac:spMkLst>
        </pc:spChg>
        <pc:spChg chg="add mod">
          <ac:chgData name="Jorge Alejandro Bravo Pizarro" userId="866f4d59-4e3d-4420-8a8b-3d6ddbb5c639" providerId="ADAL" clId="{524D6C03-291C-4944-AD03-AE97280217EF}" dt="2024-06-05T14:35:37.778" v="369" actId="242"/>
          <ac:spMkLst>
            <pc:docMk/>
            <pc:sldMk cId="2456185182" sldId="2076137716"/>
            <ac:spMk id="4" creationId="{D7802C0A-C92E-A141-2177-66DDE9234D53}"/>
          </ac:spMkLst>
        </pc:spChg>
        <pc:picChg chg="del">
          <ac:chgData name="Jorge Alejandro Bravo Pizarro" userId="866f4d59-4e3d-4420-8a8b-3d6ddbb5c639" providerId="ADAL" clId="{524D6C03-291C-4944-AD03-AE97280217EF}" dt="2024-06-05T14:35:11.259" v="360" actId="478"/>
          <ac:picMkLst>
            <pc:docMk/>
            <pc:sldMk cId="2456185182" sldId="2076137716"/>
            <ac:picMk id="3074" creationId="{0E5561CE-0A7C-B717-8D59-304DF82310BC}"/>
          </ac:picMkLst>
        </pc:picChg>
      </pc:sldChg>
      <pc:sldChg chg="modSp mod">
        <pc:chgData name="Jorge Alejandro Bravo Pizarro" userId="866f4d59-4e3d-4420-8a8b-3d6ddbb5c639" providerId="ADAL" clId="{524D6C03-291C-4944-AD03-AE97280217EF}" dt="2024-06-05T14:29:23.614" v="278" actId="20577"/>
        <pc:sldMkLst>
          <pc:docMk/>
          <pc:sldMk cId="2546042947" sldId="2076137717"/>
        </pc:sldMkLst>
        <pc:spChg chg="mod">
          <ac:chgData name="Jorge Alejandro Bravo Pizarro" userId="866f4d59-4e3d-4420-8a8b-3d6ddbb5c639" providerId="ADAL" clId="{524D6C03-291C-4944-AD03-AE97280217EF}" dt="2024-06-05T14:29:23.614" v="278" actId="20577"/>
          <ac:spMkLst>
            <pc:docMk/>
            <pc:sldMk cId="2546042947" sldId="2076137717"/>
            <ac:spMk id="3" creationId="{E13EDA60-EA13-DE58-247C-0BA1927DF33E}"/>
          </ac:spMkLst>
        </pc:spChg>
      </pc:sldChg>
      <pc:sldChg chg="del">
        <pc:chgData name="Jorge Alejandro Bravo Pizarro" userId="866f4d59-4e3d-4420-8a8b-3d6ddbb5c639" providerId="ADAL" clId="{524D6C03-291C-4944-AD03-AE97280217EF}" dt="2024-06-05T14:50:49.254" v="445" actId="2696"/>
        <pc:sldMkLst>
          <pc:docMk/>
          <pc:sldMk cId="729372892" sldId="2076137718"/>
        </pc:sldMkLst>
      </pc:sldChg>
      <pc:sldChg chg="addSp delSp modSp mod">
        <pc:chgData name="Jorge Alejandro Bravo Pizarro" userId="866f4d59-4e3d-4420-8a8b-3d6ddbb5c639" providerId="ADAL" clId="{524D6C03-291C-4944-AD03-AE97280217EF}" dt="2024-06-05T14:51:05.918" v="450" actId="1076"/>
        <pc:sldMkLst>
          <pc:docMk/>
          <pc:sldMk cId="3564780999" sldId="2076137719"/>
        </pc:sldMkLst>
        <pc:spChg chg="del">
          <ac:chgData name="Jorge Alejandro Bravo Pizarro" userId="866f4d59-4e3d-4420-8a8b-3d6ddbb5c639" providerId="ADAL" clId="{524D6C03-291C-4944-AD03-AE97280217EF}" dt="2024-06-05T14:51:00.733" v="447" actId="478"/>
          <ac:spMkLst>
            <pc:docMk/>
            <pc:sldMk cId="3564780999" sldId="2076137719"/>
            <ac:spMk id="2" creationId="{79ED2681-8786-9A29-3A17-818CEFDCEBE8}"/>
          </ac:spMkLst>
        </pc:spChg>
        <pc:spChg chg="del">
          <ac:chgData name="Jorge Alejandro Bravo Pizarro" userId="866f4d59-4e3d-4420-8a8b-3d6ddbb5c639" providerId="ADAL" clId="{524D6C03-291C-4944-AD03-AE97280217EF}" dt="2024-06-05T14:50:58.306" v="446" actId="478"/>
          <ac:spMkLst>
            <pc:docMk/>
            <pc:sldMk cId="3564780999" sldId="2076137719"/>
            <ac:spMk id="3" creationId="{ED6698C0-0CA4-157D-BCF1-AB90DBD86803}"/>
          </ac:spMkLst>
        </pc:spChg>
        <pc:picChg chg="add mod">
          <ac:chgData name="Jorge Alejandro Bravo Pizarro" userId="866f4d59-4e3d-4420-8a8b-3d6ddbb5c639" providerId="ADAL" clId="{524D6C03-291C-4944-AD03-AE97280217EF}" dt="2024-06-05T14:51:05.918" v="450" actId="1076"/>
          <ac:picMkLst>
            <pc:docMk/>
            <pc:sldMk cId="3564780999" sldId="2076137719"/>
            <ac:picMk id="4" creationId="{FF006F95-BE4A-D449-9BE0-8FB091153E4A}"/>
          </ac:picMkLst>
        </pc:picChg>
      </pc:sldChg>
      <pc:sldChg chg="modSp add mod ord">
        <pc:chgData name="Jorge Alejandro Bravo Pizarro" userId="866f4d59-4e3d-4420-8a8b-3d6ddbb5c639" providerId="ADAL" clId="{524D6C03-291C-4944-AD03-AE97280217EF}" dt="2024-06-05T14:43:21.091" v="382" actId="20577"/>
        <pc:sldMkLst>
          <pc:docMk/>
          <pc:sldMk cId="907486124" sldId="2076137720"/>
        </pc:sldMkLst>
        <pc:spChg chg="mod">
          <ac:chgData name="Jorge Alejandro Bravo Pizarro" userId="866f4d59-4e3d-4420-8a8b-3d6ddbb5c639" providerId="ADAL" clId="{524D6C03-291C-4944-AD03-AE97280217EF}" dt="2024-06-05T14:43:21.091" v="382" actId="20577"/>
          <ac:spMkLst>
            <pc:docMk/>
            <pc:sldMk cId="907486124" sldId="2076137720"/>
            <ac:spMk id="2" creationId="{A3C1683D-3F2C-514D-52C2-E5502AEA6BCB}"/>
          </ac:spMkLst>
        </pc:spChg>
      </pc:sldChg>
      <pc:sldChg chg="modSp add mod ord">
        <pc:chgData name="Jorge Alejandro Bravo Pizarro" userId="866f4d59-4e3d-4420-8a8b-3d6ddbb5c639" providerId="ADAL" clId="{524D6C03-291C-4944-AD03-AE97280217EF}" dt="2024-06-05T14:49:22.747" v="428" actId="20577"/>
        <pc:sldMkLst>
          <pc:docMk/>
          <pc:sldMk cId="624138457" sldId="2076137721"/>
        </pc:sldMkLst>
        <pc:spChg chg="mod">
          <ac:chgData name="Jorge Alejandro Bravo Pizarro" userId="866f4d59-4e3d-4420-8a8b-3d6ddbb5c639" providerId="ADAL" clId="{524D6C03-291C-4944-AD03-AE97280217EF}" dt="2024-06-05T14:49:22.747" v="428" actId="20577"/>
          <ac:spMkLst>
            <pc:docMk/>
            <pc:sldMk cId="624138457" sldId="2076137721"/>
            <ac:spMk id="2" creationId="{A3C1683D-3F2C-514D-52C2-E5502AEA6BCB}"/>
          </ac:spMkLst>
        </pc:spChg>
      </pc:sldChg>
    </pc:docChg>
  </pc:docChgLst>
  <pc:docChgLst>
    <pc:chgData name="Jorge Alejandro Bravo Pizarro" userId="866f4d59-4e3d-4420-8a8b-3d6ddbb5c639" providerId="ADAL" clId="{18733C38-696A-444E-B44E-85FE29DB4EC1}"/>
    <pc:docChg chg="custSel addSld delSld modSld sldOrd">
      <pc:chgData name="Jorge Alejandro Bravo Pizarro" userId="866f4d59-4e3d-4420-8a8b-3d6ddbb5c639" providerId="ADAL" clId="{18733C38-696A-444E-B44E-85FE29DB4EC1}" dt="2024-06-05T17:01:11.273" v="514"/>
      <pc:docMkLst>
        <pc:docMk/>
      </pc:docMkLst>
      <pc:sldChg chg="modSp mod">
        <pc:chgData name="Jorge Alejandro Bravo Pizarro" userId="866f4d59-4e3d-4420-8a8b-3d6ddbb5c639" providerId="ADAL" clId="{18733C38-696A-444E-B44E-85FE29DB4EC1}" dt="2024-06-05T16:46:22.588" v="97"/>
        <pc:sldMkLst>
          <pc:docMk/>
          <pc:sldMk cId="1136515697" sldId="2076137702"/>
        </pc:sldMkLst>
        <pc:spChg chg="mod">
          <ac:chgData name="Jorge Alejandro Bravo Pizarro" userId="866f4d59-4e3d-4420-8a8b-3d6ddbb5c639" providerId="ADAL" clId="{18733C38-696A-444E-B44E-85FE29DB4EC1}" dt="2024-06-05T16:46:22.588" v="97"/>
          <ac:spMkLst>
            <pc:docMk/>
            <pc:sldMk cId="1136515697" sldId="2076137702"/>
            <ac:spMk id="3" creationId="{2A7BF873-53DC-D508-8E6A-31A26DB43DA6}"/>
          </ac:spMkLst>
        </pc:spChg>
      </pc:sldChg>
      <pc:sldChg chg="modSp mod">
        <pc:chgData name="Jorge Alejandro Bravo Pizarro" userId="866f4d59-4e3d-4420-8a8b-3d6ddbb5c639" providerId="ADAL" clId="{18733C38-696A-444E-B44E-85FE29DB4EC1}" dt="2024-06-05T16:45:16.347" v="28" actId="20577"/>
        <pc:sldMkLst>
          <pc:docMk/>
          <pc:sldMk cId="868812523" sldId="2076137703"/>
        </pc:sldMkLst>
        <pc:spChg chg="mod">
          <ac:chgData name="Jorge Alejandro Bravo Pizarro" userId="866f4d59-4e3d-4420-8a8b-3d6ddbb5c639" providerId="ADAL" clId="{18733C38-696A-444E-B44E-85FE29DB4EC1}" dt="2024-06-05T16:45:16.347" v="28" actId="20577"/>
          <ac:spMkLst>
            <pc:docMk/>
            <pc:sldMk cId="868812523" sldId="2076137703"/>
            <ac:spMk id="2" creationId="{A3C1683D-3F2C-514D-52C2-E5502AEA6BCB}"/>
          </ac:spMkLst>
        </pc:spChg>
      </pc:sldChg>
      <pc:sldChg chg="addSp delSp modSp mod">
        <pc:chgData name="Jorge Alejandro Bravo Pizarro" userId="866f4d59-4e3d-4420-8a8b-3d6ddbb5c639" providerId="ADAL" clId="{18733C38-696A-444E-B44E-85FE29DB4EC1}" dt="2024-06-05T16:47:47.246" v="114" actId="478"/>
        <pc:sldMkLst>
          <pc:docMk/>
          <pc:sldMk cId="1943926825" sldId="2076137704"/>
        </pc:sldMkLst>
        <pc:spChg chg="del">
          <ac:chgData name="Jorge Alejandro Bravo Pizarro" userId="866f4d59-4e3d-4420-8a8b-3d6ddbb5c639" providerId="ADAL" clId="{18733C38-696A-444E-B44E-85FE29DB4EC1}" dt="2024-06-05T16:47:44.629" v="112" actId="478"/>
          <ac:spMkLst>
            <pc:docMk/>
            <pc:sldMk cId="1943926825" sldId="2076137704"/>
            <ac:spMk id="2" creationId="{65692239-D7A4-8289-9A70-5DE5384D5E01}"/>
          </ac:spMkLst>
        </pc:spChg>
        <pc:spChg chg="add del mod">
          <ac:chgData name="Jorge Alejandro Bravo Pizarro" userId="866f4d59-4e3d-4420-8a8b-3d6ddbb5c639" providerId="ADAL" clId="{18733C38-696A-444E-B44E-85FE29DB4EC1}" dt="2024-06-05T16:47:47.246" v="114" actId="478"/>
          <ac:spMkLst>
            <pc:docMk/>
            <pc:sldMk cId="1943926825" sldId="2076137704"/>
            <ac:spMk id="5" creationId="{7FC3874D-D98C-19FD-FB59-9A5620FF0AF0}"/>
          </ac:spMkLst>
        </pc:spChg>
        <pc:picChg chg="add mod">
          <ac:chgData name="Jorge Alejandro Bravo Pizarro" userId="866f4d59-4e3d-4420-8a8b-3d6ddbb5c639" providerId="ADAL" clId="{18733C38-696A-444E-B44E-85FE29DB4EC1}" dt="2024-06-05T16:47:45.014" v="113"/>
          <ac:picMkLst>
            <pc:docMk/>
            <pc:sldMk cId="1943926825" sldId="2076137704"/>
            <ac:picMk id="6" creationId="{3022908C-4E78-F78E-810B-E7FAA1A0C116}"/>
          </ac:picMkLst>
        </pc:picChg>
      </pc:sldChg>
      <pc:sldChg chg="modSp mod modCm">
        <pc:chgData name="Jorge Alejandro Bravo Pizarro" userId="866f4d59-4e3d-4420-8a8b-3d6ddbb5c639" providerId="ADAL" clId="{18733C38-696A-444E-B44E-85FE29DB4EC1}" dt="2024-06-05T16:43:47.422" v="15" actId="20577"/>
        <pc:sldMkLst>
          <pc:docMk/>
          <pc:sldMk cId="3167001994" sldId="2076137705"/>
        </pc:sldMkLst>
        <pc:spChg chg="mod">
          <ac:chgData name="Jorge Alejandro Bravo Pizarro" userId="866f4d59-4e3d-4420-8a8b-3d6ddbb5c639" providerId="ADAL" clId="{18733C38-696A-444E-B44E-85FE29DB4EC1}" dt="2024-06-05T16:43:47.422" v="15"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18733C38-696A-444E-B44E-85FE29DB4EC1}" dt="2024-06-05T16:43:47.422" v="15" actId="20577"/>
              <pc2:cmMkLst xmlns:pc2="http://schemas.microsoft.com/office/powerpoint/2019/9/main/command">
                <pc:docMk/>
                <pc:sldMk cId="3167001994" sldId="2076137705"/>
                <pc2:cmMk id="{6ACC9BD5-3395-4EED-95E2-0F111C252A4D}"/>
              </pc2:cmMkLst>
            </pc226:cmChg>
          </p:ext>
        </pc:extLst>
      </pc:sldChg>
      <pc:sldChg chg="modSp mod">
        <pc:chgData name="Jorge Alejandro Bravo Pizarro" userId="866f4d59-4e3d-4420-8a8b-3d6ddbb5c639" providerId="ADAL" clId="{18733C38-696A-444E-B44E-85FE29DB4EC1}" dt="2024-06-05T16:59:58.971" v="503" actId="20577"/>
        <pc:sldMkLst>
          <pc:docMk/>
          <pc:sldMk cId="2328334949" sldId="2076137706"/>
        </pc:sldMkLst>
        <pc:spChg chg="mod">
          <ac:chgData name="Jorge Alejandro Bravo Pizarro" userId="866f4d59-4e3d-4420-8a8b-3d6ddbb5c639" providerId="ADAL" clId="{18733C38-696A-444E-B44E-85FE29DB4EC1}" dt="2024-06-05T16:59:58.971" v="503" actId="20577"/>
          <ac:spMkLst>
            <pc:docMk/>
            <pc:sldMk cId="2328334949" sldId="2076137706"/>
            <ac:spMk id="3" creationId="{E13EDA60-EA13-DE58-247C-0BA1927DF33E}"/>
          </ac:spMkLst>
        </pc:spChg>
      </pc:sldChg>
      <pc:sldChg chg="modSp mod">
        <pc:chgData name="Jorge Alejandro Bravo Pizarro" userId="866f4d59-4e3d-4420-8a8b-3d6ddbb5c639" providerId="ADAL" clId="{18733C38-696A-444E-B44E-85FE29DB4EC1}" dt="2024-06-05T16:46:43.607" v="110" actId="20577"/>
        <pc:sldMkLst>
          <pc:docMk/>
          <pc:sldMk cId="3736436638" sldId="2076137707"/>
        </pc:sldMkLst>
        <pc:spChg chg="mod">
          <ac:chgData name="Jorge Alejandro Bravo Pizarro" userId="866f4d59-4e3d-4420-8a8b-3d6ddbb5c639" providerId="ADAL" clId="{18733C38-696A-444E-B44E-85FE29DB4EC1}" dt="2024-06-05T16:46:43.607" v="110" actId="20577"/>
          <ac:spMkLst>
            <pc:docMk/>
            <pc:sldMk cId="3736436638" sldId="2076137707"/>
            <ac:spMk id="2" creationId="{A3C1683D-3F2C-514D-52C2-E5502AEA6BCB}"/>
          </ac:spMkLst>
        </pc:spChg>
      </pc:sldChg>
      <pc:sldChg chg="modSp mod">
        <pc:chgData name="Jorge Alejandro Bravo Pizarro" userId="866f4d59-4e3d-4420-8a8b-3d6ddbb5c639" providerId="ADAL" clId="{18733C38-696A-444E-B44E-85FE29DB4EC1}" dt="2024-06-05T16:47:34.611" v="111"/>
        <pc:sldMkLst>
          <pc:docMk/>
          <pc:sldMk cId="829328944" sldId="2076137708"/>
        </pc:sldMkLst>
        <pc:spChg chg="mod">
          <ac:chgData name="Jorge Alejandro Bravo Pizarro" userId="866f4d59-4e3d-4420-8a8b-3d6ddbb5c639" providerId="ADAL" clId="{18733C38-696A-444E-B44E-85FE29DB4EC1}" dt="2024-06-05T16:47:34.611" v="111"/>
          <ac:spMkLst>
            <pc:docMk/>
            <pc:sldMk cId="829328944" sldId="2076137708"/>
            <ac:spMk id="3" creationId="{41EA7C5A-B8A2-74CE-3F3C-D46254F8EDEF}"/>
          </ac:spMkLst>
        </pc:spChg>
      </pc:sldChg>
      <pc:sldChg chg="modSp mod">
        <pc:chgData name="Jorge Alejandro Bravo Pizarro" userId="866f4d59-4e3d-4420-8a8b-3d6ddbb5c639" providerId="ADAL" clId="{18733C38-696A-444E-B44E-85FE29DB4EC1}" dt="2024-06-05T16:48:53.507" v="145" actId="1076"/>
        <pc:sldMkLst>
          <pc:docMk/>
          <pc:sldMk cId="694389719" sldId="2076137709"/>
        </pc:sldMkLst>
        <pc:spChg chg="mod">
          <ac:chgData name="Jorge Alejandro Bravo Pizarro" userId="866f4d59-4e3d-4420-8a8b-3d6ddbb5c639" providerId="ADAL" clId="{18733C38-696A-444E-B44E-85FE29DB4EC1}" dt="2024-06-05T16:48:53.507" v="145" actId="1076"/>
          <ac:spMkLst>
            <pc:docMk/>
            <pc:sldMk cId="694389719" sldId="2076137709"/>
            <ac:spMk id="4" creationId="{9823DD53-074A-AD44-7078-7DFF5F00BB41}"/>
          </ac:spMkLst>
        </pc:spChg>
      </pc:sldChg>
      <pc:sldChg chg="modSp mod ord">
        <pc:chgData name="Jorge Alejandro Bravo Pizarro" userId="866f4d59-4e3d-4420-8a8b-3d6ddbb5c639" providerId="ADAL" clId="{18733C38-696A-444E-B44E-85FE29DB4EC1}" dt="2024-06-05T16:51:08.357" v="184" actId="123"/>
        <pc:sldMkLst>
          <pc:docMk/>
          <pc:sldMk cId="3734186721" sldId="2076137710"/>
        </pc:sldMkLst>
        <pc:spChg chg="mod">
          <ac:chgData name="Jorge Alejandro Bravo Pizarro" userId="866f4d59-4e3d-4420-8a8b-3d6ddbb5c639" providerId="ADAL" clId="{18733C38-696A-444E-B44E-85FE29DB4EC1}" dt="2024-06-05T16:51:08.357" v="184" actId="123"/>
          <ac:spMkLst>
            <pc:docMk/>
            <pc:sldMk cId="3734186721" sldId="2076137710"/>
            <ac:spMk id="3" creationId="{6FB5D704-7EC5-2FD6-69CA-90F1F6A87857}"/>
          </ac:spMkLst>
        </pc:spChg>
      </pc:sldChg>
      <pc:sldChg chg="del">
        <pc:chgData name="Jorge Alejandro Bravo Pizarro" userId="866f4d59-4e3d-4420-8a8b-3d6ddbb5c639" providerId="ADAL" clId="{18733C38-696A-444E-B44E-85FE29DB4EC1}" dt="2024-06-05T16:49:54.629" v="166" actId="2696"/>
        <pc:sldMkLst>
          <pc:docMk/>
          <pc:sldMk cId="571905608" sldId="2076137711"/>
        </pc:sldMkLst>
      </pc:sldChg>
      <pc:sldChg chg="del">
        <pc:chgData name="Jorge Alejandro Bravo Pizarro" userId="866f4d59-4e3d-4420-8a8b-3d6ddbb5c639" providerId="ADAL" clId="{18733C38-696A-444E-B44E-85FE29DB4EC1}" dt="2024-06-05T16:48:56.396" v="146" actId="2696"/>
        <pc:sldMkLst>
          <pc:docMk/>
          <pc:sldMk cId="536104298" sldId="2076137713"/>
        </pc:sldMkLst>
      </pc:sldChg>
      <pc:sldChg chg="del">
        <pc:chgData name="Jorge Alejandro Bravo Pizarro" userId="866f4d59-4e3d-4420-8a8b-3d6ddbb5c639" providerId="ADAL" clId="{18733C38-696A-444E-B44E-85FE29DB4EC1}" dt="2024-06-05T16:47:51.613" v="115" actId="2696"/>
        <pc:sldMkLst>
          <pc:docMk/>
          <pc:sldMk cId="2456185182" sldId="2076137716"/>
        </pc:sldMkLst>
      </pc:sldChg>
      <pc:sldChg chg="modSp mod">
        <pc:chgData name="Jorge Alejandro Bravo Pizarro" userId="866f4d59-4e3d-4420-8a8b-3d6ddbb5c639" providerId="ADAL" clId="{18733C38-696A-444E-B44E-85FE29DB4EC1}" dt="2024-06-05T16:45:08.063" v="17" actId="20577"/>
        <pc:sldMkLst>
          <pc:docMk/>
          <pc:sldMk cId="2546042947" sldId="2076137717"/>
        </pc:sldMkLst>
        <pc:spChg chg="mod">
          <ac:chgData name="Jorge Alejandro Bravo Pizarro" userId="866f4d59-4e3d-4420-8a8b-3d6ddbb5c639" providerId="ADAL" clId="{18733C38-696A-444E-B44E-85FE29DB4EC1}" dt="2024-06-05T16:45:08.063" v="17" actId="20577"/>
          <ac:spMkLst>
            <pc:docMk/>
            <pc:sldMk cId="2546042947" sldId="2076137717"/>
            <ac:spMk id="3" creationId="{E13EDA60-EA13-DE58-247C-0BA1927DF33E}"/>
          </ac:spMkLst>
        </pc:spChg>
      </pc:sldChg>
      <pc:sldChg chg="del">
        <pc:chgData name="Jorge Alejandro Bravo Pizarro" userId="866f4d59-4e3d-4420-8a8b-3d6ddbb5c639" providerId="ADAL" clId="{18733C38-696A-444E-B44E-85FE29DB4EC1}" dt="2024-06-05T16:49:57.283" v="167" actId="2696"/>
        <pc:sldMkLst>
          <pc:docMk/>
          <pc:sldMk cId="3564780999" sldId="2076137719"/>
        </pc:sldMkLst>
      </pc:sldChg>
      <pc:sldChg chg="modSp mod">
        <pc:chgData name="Jorge Alejandro Bravo Pizarro" userId="866f4d59-4e3d-4420-8a8b-3d6ddbb5c639" providerId="ADAL" clId="{18733C38-696A-444E-B44E-85FE29DB4EC1}" dt="2024-06-05T16:48:21.515" v="132" actId="20577"/>
        <pc:sldMkLst>
          <pc:docMk/>
          <pc:sldMk cId="907486124" sldId="2076137720"/>
        </pc:sldMkLst>
        <pc:spChg chg="mod">
          <ac:chgData name="Jorge Alejandro Bravo Pizarro" userId="866f4d59-4e3d-4420-8a8b-3d6ddbb5c639" providerId="ADAL" clId="{18733C38-696A-444E-B44E-85FE29DB4EC1}" dt="2024-06-05T16:48:21.515" v="132" actId="20577"/>
          <ac:spMkLst>
            <pc:docMk/>
            <pc:sldMk cId="907486124" sldId="2076137720"/>
            <ac:spMk id="2" creationId="{A3C1683D-3F2C-514D-52C2-E5502AEA6BCB}"/>
          </ac:spMkLst>
        </pc:spChg>
      </pc:sldChg>
      <pc:sldChg chg="modSp mod">
        <pc:chgData name="Jorge Alejandro Bravo Pizarro" userId="866f4d59-4e3d-4420-8a8b-3d6ddbb5c639" providerId="ADAL" clId="{18733C38-696A-444E-B44E-85FE29DB4EC1}" dt="2024-06-05T16:49:28.421" v="155" actId="20577"/>
        <pc:sldMkLst>
          <pc:docMk/>
          <pc:sldMk cId="624138457" sldId="2076137721"/>
        </pc:sldMkLst>
        <pc:spChg chg="mod">
          <ac:chgData name="Jorge Alejandro Bravo Pizarro" userId="866f4d59-4e3d-4420-8a8b-3d6ddbb5c639" providerId="ADAL" clId="{18733C38-696A-444E-B44E-85FE29DB4EC1}" dt="2024-06-05T16:49:28.421" v="155" actId="20577"/>
          <ac:spMkLst>
            <pc:docMk/>
            <pc:sldMk cId="624138457" sldId="2076137721"/>
            <ac:spMk id="2" creationId="{A3C1683D-3F2C-514D-52C2-E5502AEA6BCB}"/>
          </ac:spMkLst>
        </pc:spChg>
      </pc:sldChg>
      <pc:sldChg chg="addSp delSp modSp add mod">
        <pc:chgData name="Jorge Alejandro Bravo Pizarro" userId="866f4d59-4e3d-4420-8a8b-3d6ddbb5c639" providerId="ADAL" clId="{18733C38-696A-444E-B44E-85FE29DB4EC1}" dt="2024-06-05T16:46:38.210" v="100"/>
        <pc:sldMkLst>
          <pc:docMk/>
          <pc:sldMk cId="90832063" sldId="2076137722"/>
        </pc:sldMkLst>
        <pc:spChg chg="del">
          <ac:chgData name="Jorge Alejandro Bravo Pizarro" userId="866f4d59-4e3d-4420-8a8b-3d6ddbb5c639" providerId="ADAL" clId="{18733C38-696A-444E-B44E-85FE29DB4EC1}" dt="2024-06-05T16:46:32.647" v="99" actId="478"/>
          <ac:spMkLst>
            <pc:docMk/>
            <pc:sldMk cId="90832063" sldId="2076137722"/>
            <ac:spMk id="3" creationId="{2A7BF873-53DC-D508-8E6A-31A26DB43DA6}"/>
          </ac:spMkLst>
        </pc:spChg>
        <pc:picChg chg="add mod">
          <ac:chgData name="Jorge Alejandro Bravo Pizarro" userId="866f4d59-4e3d-4420-8a8b-3d6ddbb5c639" providerId="ADAL" clId="{18733C38-696A-444E-B44E-85FE29DB4EC1}" dt="2024-06-05T16:46:38.210" v="100"/>
          <ac:picMkLst>
            <pc:docMk/>
            <pc:sldMk cId="90832063" sldId="2076137722"/>
            <ac:picMk id="2" creationId="{920F7879-CA0B-B3AD-80F2-048DCFB8EA3E}"/>
          </ac:picMkLst>
        </pc:picChg>
      </pc:sldChg>
      <pc:sldChg chg="modSp add mod ord">
        <pc:chgData name="Jorge Alejandro Bravo Pizarro" userId="866f4d59-4e3d-4420-8a8b-3d6ddbb5c639" providerId="ADAL" clId="{18733C38-696A-444E-B44E-85FE29DB4EC1}" dt="2024-06-05T16:50:48.667" v="181" actId="20577"/>
        <pc:sldMkLst>
          <pc:docMk/>
          <pc:sldMk cId="171509743" sldId="2076137723"/>
        </pc:sldMkLst>
        <pc:spChg chg="mod">
          <ac:chgData name="Jorge Alejandro Bravo Pizarro" userId="866f4d59-4e3d-4420-8a8b-3d6ddbb5c639" providerId="ADAL" clId="{18733C38-696A-444E-B44E-85FE29DB4EC1}" dt="2024-06-05T16:50:48.667" v="181" actId="20577"/>
          <ac:spMkLst>
            <pc:docMk/>
            <pc:sldMk cId="171509743" sldId="2076137723"/>
            <ac:spMk id="2" creationId="{A3C1683D-3F2C-514D-52C2-E5502AEA6BCB}"/>
          </ac:spMkLst>
        </pc:spChg>
      </pc:sldChg>
      <pc:sldChg chg="modSp add mod">
        <pc:chgData name="Jorge Alejandro Bravo Pizarro" userId="866f4d59-4e3d-4420-8a8b-3d6ddbb5c639" providerId="ADAL" clId="{18733C38-696A-444E-B44E-85FE29DB4EC1}" dt="2024-06-05T16:51:13.459" v="185" actId="123"/>
        <pc:sldMkLst>
          <pc:docMk/>
          <pc:sldMk cId="2934230649" sldId="2076137724"/>
        </pc:sldMkLst>
        <pc:spChg chg="mod">
          <ac:chgData name="Jorge Alejandro Bravo Pizarro" userId="866f4d59-4e3d-4420-8a8b-3d6ddbb5c639" providerId="ADAL" clId="{18733C38-696A-444E-B44E-85FE29DB4EC1}" dt="2024-06-05T16:51:13.459" v="185" actId="123"/>
          <ac:spMkLst>
            <pc:docMk/>
            <pc:sldMk cId="2934230649" sldId="2076137724"/>
            <ac:spMk id="3" creationId="{6FB5D704-7EC5-2FD6-69CA-90F1F6A87857}"/>
          </ac:spMkLst>
        </pc:spChg>
      </pc:sldChg>
      <pc:sldChg chg="modSp add mod">
        <pc:chgData name="Jorge Alejandro Bravo Pizarro" userId="866f4d59-4e3d-4420-8a8b-3d6ddbb5c639" providerId="ADAL" clId="{18733C38-696A-444E-B44E-85FE29DB4EC1}" dt="2024-06-05T16:52:02.386" v="220" actId="20577"/>
        <pc:sldMkLst>
          <pc:docMk/>
          <pc:sldMk cId="4159575702" sldId="2076137725"/>
        </pc:sldMkLst>
        <pc:spChg chg="mod">
          <ac:chgData name="Jorge Alejandro Bravo Pizarro" userId="866f4d59-4e3d-4420-8a8b-3d6ddbb5c639" providerId="ADAL" clId="{18733C38-696A-444E-B44E-85FE29DB4EC1}" dt="2024-06-05T16:52:02.386" v="220" actId="20577"/>
          <ac:spMkLst>
            <pc:docMk/>
            <pc:sldMk cId="4159575702" sldId="2076137725"/>
            <ac:spMk id="2" creationId="{A3C1683D-3F2C-514D-52C2-E5502AEA6BCB}"/>
          </ac:spMkLst>
        </pc:spChg>
      </pc:sldChg>
      <pc:sldChg chg="modSp add mod replId">
        <pc:chgData name="Jorge Alejandro Bravo Pizarro" userId="866f4d59-4e3d-4420-8a8b-3d6ddbb5c639" providerId="ADAL" clId="{18733C38-696A-444E-B44E-85FE29DB4EC1}" dt="2024-06-05T16:52:20.686" v="239" actId="255"/>
        <pc:sldMkLst>
          <pc:docMk/>
          <pc:sldMk cId="3148556531" sldId="2076137726"/>
        </pc:sldMkLst>
        <pc:spChg chg="mod">
          <ac:chgData name="Jorge Alejandro Bravo Pizarro" userId="866f4d59-4e3d-4420-8a8b-3d6ddbb5c639" providerId="ADAL" clId="{18733C38-696A-444E-B44E-85FE29DB4EC1}" dt="2024-06-05T16:52:20.686" v="239" actId="255"/>
          <ac:spMkLst>
            <pc:docMk/>
            <pc:sldMk cId="3148556531" sldId="2076137726"/>
            <ac:spMk id="3" creationId="{6FB5D704-7EC5-2FD6-69CA-90F1F6A87857}"/>
          </ac:spMkLst>
        </pc:spChg>
      </pc:sldChg>
      <pc:sldChg chg="modSp add mod">
        <pc:chgData name="Jorge Alejandro Bravo Pizarro" userId="866f4d59-4e3d-4420-8a8b-3d6ddbb5c639" providerId="ADAL" clId="{18733C38-696A-444E-B44E-85FE29DB4EC1}" dt="2024-06-05T16:52:55.705" v="247" actId="20577"/>
        <pc:sldMkLst>
          <pc:docMk/>
          <pc:sldMk cId="19153283" sldId="2076137727"/>
        </pc:sldMkLst>
        <pc:spChg chg="mod">
          <ac:chgData name="Jorge Alejandro Bravo Pizarro" userId="866f4d59-4e3d-4420-8a8b-3d6ddbb5c639" providerId="ADAL" clId="{18733C38-696A-444E-B44E-85FE29DB4EC1}" dt="2024-06-05T16:52:55.705" v="247" actId="20577"/>
          <ac:spMkLst>
            <pc:docMk/>
            <pc:sldMk cId="19153283" sldId="2076137727"/>
            <ac:spMk id="2" creationId="{A3C1683D-3F2C-514D-52C2-E5502AEA6BCB}"/>
          </ac:spMkLst>
        </pc:spChg>
      </pc:sldChg>
      <pc:sldChg chg="modSp add mod replId">
        <pc:chgData name="Jorge Alejandro Bravo Pizarro" userId="866f4d59-4e3d-4420-8a8b-3d6ddbb5c639" providerId="ADAL" clId="{18733C38-696A-444E-B44E-85FE29DB4EC1}" dt="2024-06-05T16:53:08.200" v="257"/>
        <pc:sldMkLst>
          <pc:docMk/>
          <pc:sldMk cId="3933970676" sldId="2076137728"/>
        </pc:sldMkLst>
        <pc:spChg chg="mod">
          <ac:chgData name="Jorge Alejandro Bravo Pizarro" userId="866f4d59-4e3d-4420-8a8b-3d6ddbb5c639" providerId="ADAL" clId="{18733C38-696A-444E-B44E-85FE29DB4EC1}" dt="2024-06-05T16:53:08.200" v="257"/>
          <ac:spMkLst>
            <pc:docMk/>
            <pc:sldMk cId="3933970676" sldId="2076137728"/>
            <ac:spMk id="3" creationId="{6FB5D704-7EC5-2FD6-69CA-90F1F6A87857}"/>
          </ac:spMkLst>
        </pc:spChg>
      </pc:sldChg>
      <pc:sldChg chg="modSp add mod">
        <pc:chgData name="Jorge Alejandro Bravo Pizarro" userId="866f4d59-4e3d-4420-8a8b-3d6ddbb5c639" providerId="ADAL" clId="{18733C38-696A-444E-B44E-85FE29DB4EC1}" dt="2024-06-05T16:54:26.249" v="277" actId="20577"/>
        <pc:sldMkLst>
          <pc:docMk/>
          <pc:sldMk cId="4056749126" sldId="2076137729"/>
        </pc:sldMkLst>
        <pc:spChg chg="mod">
          <ac:chgData name="Jorge Alejandro Bravo Pizarro" userId="866f4d59-4e3d-4420-8a8b-3d6ddbb5c639" providerId="ADAL" clId="{18733C38-696A-444E-B44E-85FE29DB4EC1}" dt="2024-06-05T16:54:26.249" v="277" actId="20577"/>
          <ac:spMkLst>
            <pc:docMk/>
            <pc:sldMk cId="4056749126" sldId="2076137729"/>
            <ac:spMk id="2" creationId="{A3C1683D-3F2C-514D-52C2-E5502AEA6BCB}"/>
          </ac:spMkLst>
        </pc:spChg>
      </pc:sldChg>
      <pc:sldChg chg="modSp add mod replId">
        <pc:chgData name="Jorge Alejandro Bravo Pizarro" userId="866f4d59-4e3d-4420-8a8b-3d6ddbb5c639" providerId="ADAL" clId="{18733C38-696A-444E-B44E-85FE29DB4EC1}" dt="2024-06-05T16:55:00.626" v="290"/>
        <pc:sldMkLst>
          <pc:docMk/>
          <pc:sldMk cId="761523125" sldId="2076137730"/>
        </pc:sldMkLst>
        <pc:spChg chg="mod">
          <ac:chgData name="Jorge Alejandro Bravo Pizarro" userId="866f4d59-4e3d-4420-8a8b-3d6ddbb5c639" providerId="ADAL" clId="{18733C38-696A-444E-B44E-85FE29DB4EC1}" dt="2024-06-05T16:55:00.626" v="290"/>
          <ac:spMkLst>
            <pc:docMk/>
            <pc:sldMk cId="761523125" sldId="2076137730"/>
            <ac:spMk id="3" creationId="{6FB5D704-7EC5-2FD6-69CA-90F1F6A87857}"/>
          </ac:spMkLst>
        </pc:spChg>
      </pc:sldChg>
      <pc:sldChg chg="modSp add mod">
        <pc:chgData name="Jorge Alejandro Bravo Pizarro" userId="866f4d59-4e3d-4420-8a8b-3d6ddbb5c639" providerId="ADAL" clId="{18733C38-696A-444E-B44E-85FE29DB4EC1}" dt="2024-06-05T16:55:34.708" v="301" actId="20577"/>
        <pc:sldMkLst>
          <pc:docMk/>
          <pc:sldMk cId="3464282652" sldId="2076137731"/>
        </pc:sldMkLst>
        <pc:spChg chg="mod">
          <ac:chgData name="Jorge Alejandro Bravo Pizarro" userId="866f4d59-4e3d-4420-8a8b-3d6ddbb5c639" providerId="ADAL" clId="{18733C38-696A-444E-B44E-85FE29DB4EC1}" dt="2024-06-05T16:55:34.708" v="301" actId="20577"/>
          <ac:spMkLst>
            <pc:docMk/>
            <pc:sldMk cId="3464282652" sldId="2076137731"/>
            <ac:spMk id="2" creationId="{A3C1683D-3F2C-514D-52C2-E5502AEA6BCB}"/>
          </ac:spMkLst>
        </pc:spChg>
      </pc:sldChg>
      <pc:sldChg chg="modSp add mod replId">
        <pc:chgData name="Jorge Alejandro Bravo Pizarro" userId="866f4d59-4e3d-4420-8a8b-3d6ddbb5c639" providerId="ADAL" clId="{18733C38-696A-444E-B44E-85FE29DB4EC1}" dt="2024-06-05T16:56:00.408" v="323" actId="21"/>
        <pc:sldMkLst>
          <pc:docMk/>
          <pc:sldMk cId="2114007631" sldId="2076137732"/>
        </pc:sldMkLst>
        <pc:spChg chg="mod">
          <ac:chgData name="Jorge Alejandro Bravo Pizarro" userId="866f4d59-4e3d-4420-8a8b-3d6ddbb5c639" providerId="ADAL" clId="{18733C38-696A-444E-B44E-85FE29DB4EC1}" dt="2024-06-05T16:56:00.408" v="323" actId="21"/>
          <ac:spMkLst>
            <pc:docMk/>
            <pc:sldMk cId="2114007631" sldId="2076137732"/>
            <ac:spMk id="3" creationId="{6FB5D704-7EC5-2FD6-69CA-90F1F6A87857}"/>
          </ac:spMkLst>
        </pc:spChg>
      </pc:sldChg>
      <pc:sldChg chg="modSp add mod ord">
        <pc:chgData name="Jorge Alejandro Bravo Pizarro" userId="866f4d59-4e3d-4420-8a8b-3d6ddbb5c639" providerId="ADAL" clId="{18733C38-696A-444E-B44E-85FE29DB4EC1}" dt="2024-06-05T16:56:51.055" v="327" actId="20578"/>
        <pc:sldMkLst>
          <pc:docMk/>
          <pc:sldMk cId="4159052114" sldId="2076137733"/>
        </pc:sldMkLst>
        <pc:spChg chg="mod">
          <ac:chgData name="Jorge Alejandro Bravo Pizarro" userId="866f4d59-4e3d-4420-8a8b-3d6ddbb5c639" providerId="ADAL" clId="{18733C38-696A-444E-B44E-85FE29DB4EC1}" dt="2024-06-05T16:56:06.768" v="325"/>
          <ac:spMkLst>
            <pc:docMk/>
            <pc:sldMk cId="4159052114" sldId="2076137733"/>
            <ac:spMk id="3" creationId="{6FB5D704-7EC5-2FD6-69CA-90F1F6A87857}"/>
          </ac:spMkLst>
        </pc:spChg>
      </pc:sldChg>
      <pc:sldChg chg="modSp add mod">
        <pc:chgData name="Jorge Alejandro Bravo Pizarro" userId="866f4d59-4e3d-4420-8a8b-3d6ddbb5c639" providerId="ADAL" clId="{18733C38-696A-444E-B44E-85FE29DB4EC1}" dt="2024-06-05T16:56:56.479" v="343" actId="20577"/>
        <pc:sldMkLst>
          <pc:docMk/>
          <pc:sldMk cId="892840326" sldId="2076137734"/>
        </pc:sldMkLst>
        <pc:spChg chg="mod">
          <ac:chgData name="Jorge Alejandro Bravo Pizarro" userId="866f4d59-4e3d-4420-8a8b-3d6ddbb5c639" providerId="ADAL" clId="{18733C38-696A-444E-B44E-85FE29DB4EC1}" dt="2024-06-05T16:56:56.479" v="343" actId="20577"/>
          <ac:spMkLst>
            <pc:docMk/>
            <pc:sldMk cId="892840326" sldId="2076137734"/>
            <ac:spMk id="2" creationId="{A3C1683D-3F2C-514D-52C2-E5502AEA6BCB}"/>
          </ac:spMkLst>
        </pc:spChg>
      </pc:sldChg>
      <pc:sldChg chg="modSp add mod replId">
        <pc:chgData name="Jorge Alejandro Bravo Pizarro" userId="866f4d59-4e3d-4420-8a8b-3d6ddbb5c639" providerId="ADAL" clId="{18733C38-696A-444E-B44E-85FE29DB4EC1}" dt="2024-06-05T16:57:12.462" v="363"/>
        <pc:sldMkLst>
          <pc:docMk/>
          <pc:sldMk cId="387140934" sldId="2076137735"/>
        </pc:sldMkLst>
        <pc:spChg chg="mod">
          <ac:chgData name="Jorge Alejandro Bravo Pizarro" userId="866f4d59-4e3d-4420-8a8b-3d6ddbb5c639" providerId="ADAL" clId="{18733C38-696A-444E-B44E-85FE29DB4EC1}" dt="2024-06-05T16:57:12.462" v="363"/>
          <ac:spMkLst>
            <pc:docMk/>
            <pc:sldMk cId="387140934" sldId="2076137735"/>
            <ac:spMk id="3" creationId="{6FB5D704-7EC5-2FD6-69CA-90F1F6A87857}"/>
          </ac:spMkLst>
        </pc:spChg>
      </pc:sldChg>
      <pc:sldChg chg="modSp add mod">
        <pc:chgData name="Jorge Alejandro Bravo Pizarro" userId="866f4d59-4e3d-4420-8a8b-3d6ddbb5c639" providerId="ADAL" clId="{18733C38-696A-444E-B44E-85FE29DB4EC1}" dt="2024-06-05T16:58:38.181" v="447" actId="20577"/>
        <pc:sldMkLst>
          <pc:docMk/>
          <pc:sldMk cId="1210277540" sldId="2076137736"/>
        </pc:sldMkLst>
        <pc:spChg chg="mod">
          <ac:chgData name="Jorge Alejandro Bravo Pizarro" userId="866f4d59-4e3d-4420-8a8b-3d6ddbb5c639" providerId="ADAL" clId="{18733C38-696A-444E-B44E-85FE29DB4EC1}" dt="2024-06-05T16:58:38.181" v="447" actId="20577"/>
          <ac:spMkLst>
            <pc:docMk/>
            <pc:sldMk cId="1210277540" sldId="2076137736"/>
            <ac:spMk id="2" creationId="{A3C1683D-3F2C-514D-52C2-E5502AEA6BCB}"/>
          </ac:spMkLst>
        </pc:spChg>
      </pc:sldChg>
      <pc:sldChg chg="modSp add mod replId">
        <pc:chgData name="Jorge Alejandro Bravo Pizarro" userId="866f4d59-4e3d-4420-8a8b-3d6ddbb5c639" providerId="ADAL" clId="{18733C38-696A-444E-B44E-85FE29DB4EC1}" dt="2024-06-05T16:58:48.644" v="448"/>
        <pc:sldMkLst>
          <pc:docMk/>
          <pc:sldMk cId="2154980127" sldId="2076137737"/>
        </pc:sldMkLst>
        <pc:spChg chg="mod">
          <ac:chgData name="Jorge Alejandro Bravo Pizarro" userId="866f4d59-4e3d-4420-8a8b-3d6ddbb5c639" providerId="ADAL" clId="{18733C38-696A-444E-B44E-85FE29DB4EC1}" dt="2024-06-05T16:58:48.644" v="448"/>
          <ac:spMkLst>
            <pc:docMk/>
            <pc:sldMk cId="2154980127" sldId="2076137737"/>
            <ac:spMk id="3" creationId="{6FB5D704-7EC5-2FD6-69CA-90F1F6A87857}"/>
          </ac:spMkLst>
        </pc:spChg>
      </pc:sldChg>
      <pc:sldChg chg="modSp add mod">
        <pc:chgData name="Jorge Alejandro Bravo Pizarro" userId="866f4d59-4e3d-4420-8a8b-3d6ddbb5c639" providerId="ADAL" clId="{18733C38-696A-444E-B44E-85FE29DB4EC1}" dt="2024-06-05T16:59:39.918" v="475" actId="20577"/>
        <pc:sldMkLst>
          <pc:docMk/>
          <pc:sldMk cId="2626056937" sldId="2076137738"/>
        </pc:sldMkLst>
        <pc:spChg chg="mod">
          <ac:chgData name="Jorge Alejandro Bravo Pizarro" userId="866f4d59-4e3d-4420-8a8b-3d6ddbb5c639" providerId="ADAL" clId="{18733C38-696A-444E-B44E-85FE29DB4EC1}" dt="2024-06-05T16:59:39.918" v="475" actId="20577"/>
          <ac:spMkLst>
            <pc:docMk/>
            <pc:sldMk cId="2626056937" sldId="2076137738"/>
            <ac:spMk id="2" creationId="{A3C1683D-3F2C-514D-52C2-E5502AEA6BCB}"/>
          </ac:spMkLst>
        </pc:spChg>
      </pc:sldChg>
      <pc:sldChg chg="modSp add mod replId">
        <pc:chgData name="Jorge Alejandro Bravo Pizarro" userId="866f4d59-4e3d-4420-8a8b-3d6ddbb5c639" providerId="ADAL" clId="{18733C38-696A-444E-B44E-85FE29DB4EC1}" dt="2024-06-05T17:00:07.694" v="504"/>
        <pc:sldMkLst>
          <pc:docMk/>
          <pc:sldMk cId="1142121594" sldId="2076137739"/>
        </pc:sldMkLst>
        <pc:spChg chg="mod">
          <ac:chgData name="Jorge Alejandro Bravo Pizarro" userId="866f4d59-4e3d-4420-8a8b-3d6ddbb5c639" providerId="ADAL" clId="{18733C38-696A-444E-B44E-85FE29DB4EC1}" dt="2024-06-05T17:00:07.694" v="504"/>
          <ac:spMkLst>
            <pc:docMk/>
            <pc:sldMk cId="1142121594" sldId="2076137739"/>
            <ac:spMk id="3" creationId="{6FB5D704-7EC5-2FD6-69CA-90F1F6A87857}"/>
          </ac:spMkLst>
        </pc:spChg>
      </pc:sldChg>
      <pc:sldChg chg="modSp add mod">
        <pc:chgData name="Jorge Alejandro Bravo Pizarro" userId="866f4d59-4e3d-4420-8a8b-3d6ddbb5c639" providerId="ADAL" clId="{18733C38-696A-444E-B44E-85FE29DB4EC1}" dt="2024-06-05T17:00:14.438" v="510" actId="20577"/>
        <pc:sldMkLst>
          <pc:docMk/>
          <pc:sldMk cId="3686154955" sldId="2076137740"/>
        </pc:sldMkLst>
        <pc:spChg chg="mod">
          <ac:chgData name="Jorge Alejandro Bravo Pizarro" userId="866f4d59-4e3d-4420-8a8b-3d6ddbb5c639" providerId="ADAL" clId="{18733C38-696A-444E-B44E-85FE29DB4EC1}" dt="2024-06-05T17:00:14.438" v="510" actId="20577"/>
          <ac:spMkLst>
            <pc:docMk/>
            <pc:sldMk cId="3686154955" sldId="2076137740"/>
            <ac:spMk id="2" creationId="{A3C1683D-3F2C-514D-52C2-E5502AEA6BCB}"/>
          </ac:spMkLst>
        </pc:spChg>
      </pc:sldChg>
      <pc:sldChg chg="modSp add mod replId">
        <pc:chgData name="Jorge Alejandro Bravo Pizarro" userId="866f4d59-4e3d-4420-8a8b-3d6ddbb5c639" providerId="ADAL" clId="{18733C38-696A-444E-B44E-85FE29DB4EC1}" dt="2024-06-05T17:01:00.962" v="511"/>
        <pc:sldMkLst>
          <pc:docMk/>
          <pc:sldMk cId="1796939688" sldId="2076137741"/>
        </pc:sldMkLst>
        <pc:spChg chg="mod">
          <ac:chgData name="Jorge Alejandro Bravo Pizarro" userId="866f4d59-4e3d-4420-8a8b-3d6ddbb5c639" providerId="ADAL" clId="{18733C38-696A-444E-B44E-85FE29DB4EC1}" dt="2024-06-05T17:01:00.962" v="511"/>
          <ac:spMkLst>
            <pc:docMk/>
            <pc:sldMk cId="1796939688" sldId="2076137741"/>
            <ac:spMk id="3" creationId="{6FB5D704-7EC5-2FD6-69CA-90F1F6A87857}"/>
          </ac:spMkLst>
        </pc:spChg>
      </pc:sldChg>
      <pc:sldChg chg="addSp delSp modSp add mod">
        <pc:chgData name="Jorge Alejandro Bravo Pizarro" userId="866f4d59-4e3d-4420-8a8b-3d6ddbb5c639" providerId="ADAL" clId="{18733C38-696A-444E-B44E-85FE29DB4EC1}" dt="2024-06-05T17:01:11.273" v="514"/>
        <pc:sldMkLst>
          <pc:docMk/>
          <pc:sldMk cId="968882586" sldId="2076137742"/>
        </pc:sldMkLst>
        <pc:spChg chg="del">
          <ac:chgData name="Jorge Alejandro Bravo Pizarro" userId="866f4d59-4e3d-4420-8a8b-3d6ddbb5c639" providerId="ADAL" clId="{18733C38-696A-444E-B44E-85FE29DB4EC1}" dt="2024-06-05T17:01:10.876" v="513" actId="478"/>
          <ac:spMkLst>
            <pc:docMk/>
            <pc:sldMk cId="968882586" sldId="2076137742"/>
            <ac:spMk id="3" creationId="{6FB5D704-7EC5-2FD6-69CA-90F1F6A87857}"/>
          </ac:spMkLst>
        </pc:spChg>
        <pc:picChg chg="add mod">
          <ac:chgData name="Jorge Alejandro Bravo Pizarro" userId="866f4d59-4e3d-4420-8a8b-3d6ddbb5c639" providerId="ADAL" clId="{18733C38-696A-444E-B44E-85FE29DB4EC1}" dt="2024-06-05T17:01:11.273" v="514"/>
          <ac:picMkLst>
            <pc:docMk/>
            <pc:sldMk cId="968882586" sldId="2076137742"/>
            <ac:picMk id="4" creationId="{FA2760C4-9496-F2B8-AF2F-CA472185BB75}"/>
          </ac:picMkLst>
        </pc:picChg>
      </pc:sldChg>
    </pc:docChg>
  </pc:docChgLst>
</pc:chgInfo>
</file>

<file path=ppt/comments/modernComment_7BBF58E6_43BDDA71.xml><?xml version="1.0" encoding="utf-8"?>
<p188:cmLst xmlns:a="http://schemas.openxmlformats.org/drawingml/2006/main" xmlns:r="http://schemas.openxmlformats.org/officeDocument/2006/relationships" xmlns:p188="http://schemas.microsoft.com/office/powerpoint/2018/8/main">
  <p188:cm id="{E30EEDB4-A314-47FD-8D64-D776ED46A02F}" authorId="{DFC5AA2A-7322-24C3-9B68-AD7395C41981}" created="2023-09-12T03:28:52.463">
    <ac:deMkLst xmlns:ac="http://schemas.microsoft.com/office/drawing/2013/main/command">
      <pc:docMk xmlns:pc="http://schemas.microsoft.com/office/powerpoint/2013/main/command"/>
      <pc:sldMk xmlns:pc="http://schemas.microsoft.com/office/powerpoint/2013/main/command" cId="1136515697" sldId="2076137702"/>
      <ac:picMk id="4" creationId="{7E0A5725-EB83-A829-7460-CA7FA618AF8E}"/>
    </ac:deMkLst>
    <p188:txBody>
      <a:bodyPr/>
      <a:lstStyle/>
      <a:p>
        <a:r>
          <a:rPr lang="es-ES"/>
          <a:t>Situé el desarrollo del tema 1. Utilice esquemas, cuadros, punteo de ideas. Imágenes o vídeos que aporten de manera práctica al desarrollo del tema a presentar.
En el caso de las imágenes y vídeos, titular, señalar una breve reseña e indicar la fuente.</a:t>
        </a:r>
      </a:p>
    </p188:txBody>
  </p188:cm>
</p188:cmLst>
</file>

<file path=ppt/comments/modernComment_7BBF58E7_33C906EB.xml><?xml version="1.0" encoding="utf-8"?>
<p188:cmLst xmlns:a="http://schemas.openxmlformats.org/drawingml/2006/main" xmlns:r="http://schemas.openxmlformats.org/officeDocument/2006/relationships" xmlns:p188="http://schemas.microsoft.com/office/powerpoint/2018/8/main">
  <p188:cm id="{1EA8D883-5044-4AAA-BBAD-F5A58475186B}" authorId="{DFC5AA2A-7322-24C3-9B68-AD7395C41981}" created="2023-09-12T03:26:05.270">
    <ac:txMkLst xmlns:ac="http://schemas.microsoft.com/office/drawing/2013/main/command">
      <pc:docMk xmlns:pc="http://schemas.microsoft.com/office/powerpoint/2013/main/command"/>
      <pc:sldMk xmlns:pc="http://schemas.microsoft.com/office/powerpoint/2013/main/command" cId="868812523" sldId="2076137703"/>
      <ac:spMk id="2" creationId="{A3C1683D-3F2C-514D-52C2-E5502AEA6BCB}"/>
      <ac:txMk cp="14">
        <ac:context len="15" hash="3320271642"/>
      </ac:txMk>
    </ac:txMkLst>
    <p188:pos x="4655343" y="226218"/>
    <p188:txBody>
      <a:bodyPr/>
      <a:lstStyle/>
      <a:p>
        <a:r>
          <a:rPr lang="es-ES"/>
          <a:t>Sitúe el título del tema 1.</a:t>
        </a:r>
      </a:p>
    </p188:txBody>
  </p188:cm>
</p188:cmLst>
</file>

<file path=ppt/comments/modernComment_7BBF58E8_73DDF829.xml><?xml version="1.0" encoding="utf-8"?>
<p188:cmLst xmlns:a="http://schemas.openxmlformats.org/drawingml/2006/main" xmlns:r="http://schemas.openxmlformats.org/officeDocument/2006/relationships" xmlns:p188="http://schemas.microsoft.com/office/powerpoint/2018/8/main">
  <p188:cm id="{EA16C70D-1923-4304-A5D8-45ADC65883D6}" authorId="{DFC5AA2A-7322-24C3-9B68-AD7395C41981}" created="2023-09-12T03:29:58.371">
    <ac:deMkLst xmlns:ac="http://schemas.microsoft.com/office/drawing/2013/main/command">
      <pc:docMk xmlns:pc="http://schemas.microsoft.com/office/powerpoint/2013/main/command"/>
      <pc:sldMk xmlns:pc="http://schemas.microsoft.com/office/powerpoint/2013/main/command" cId="1943926825" sldId="2076137704"/>
      <ac:picMk id="2050" creationId="{3F21FD4D-CAA2-76D4-8B35-B7D0509C8200}"/>
    </ac:deMkLst>
    <p188:txBody>
      <a:bodyPr/>
      <a:lstStyle/>
      <a:p>
        <a:r>
          <a:rPr lang="es-ES"/>
          <a:t>Situé el desarrollo del tema 1. Utilice esquemas, cuadros, punteo de ideas. Imágenes o vídeos que aporten de manera práctica al desarrollo del tema a presentar.
En el caso de las imágenes y vídeos, titular, señalar una breve reseña e indicar la fuente.
Y así sucesivamente con los demás temas.</a:t>
        </a:r>
      </a:p>
    </p188:txBody>
  </p188:cm>
</p188:cmLst>
</file>

<file path=ppt/comments/modernComment_7BBF58E9_BCC49D8A.xml><?xml version="1.0" encoding="utf-8"?>
<p188:cmLst xmlns:a="http://schemas.openxmlformats.org/drawingml/2006/main" xmlns:r="http://schemas.openxmlformats.org/officeDocument/2006/relationships" xmlns:p188="http://schemas.microsoft.com/office/powerpoint/2018/8/main">
  <p188:cm id="{FDA31033-C313-481E-B661-B5FAF3DCBAFF}" authorId="{DFC5AA2A-7322-24C3-9B68-AD7395C41981}" created="2023-09-12T03:24:12.908" startDate="2024-06-18T08:03:08.645" dueDate="2024-06-18T08:03:08.645" assignedTo="{ED6C565C-96F3-95F4-3EAF-1F06D7DCD0EB}" title="@Jorge Alejandro Bravo Pizarro  Profesor, el objetivo de generar PPTS instructivas o vídeos(usted eligió PPTS) es para mostrar cómo se aplican los contenidos tratados en los apuntes. Sin embargo, esta PPT reproduce la misma información de los apuntes…">
    <ac:deMkLst xmlns:ac="http://schemas.microsoft.com/office/drawing/2013/main/command">
      <pc:docMk xmlns:pc="http://schemas.microsoft.com/office/powerpoint/2013/main/command"/>
      <pc:sldMk xmlns:pc="http://schemas.microsoft.com/office/powerpoint/2013/main/command" cId="3167001994" sldId="2076137705"/>
      <ac:spMk id="2" creationId="{972BB412-0761-08C0-91B5-7D184FDF0428}"/>
    </ac:deMkLst>
    <p188:replyLst>
      <p188:reply id="{C8023C63-7FF5-4CEC-AF3F-4C00EFB427FA}" authorId="{564DFE0A-DF80-3E30-C204-25B1D5565698}" created="2024-06-18T08:03:08.645">
        <p188:txBody>
          <a:bodyPr/>
          <a:lstStyle/>
          <a:p>
            <a:r>
              <a:rPr lang="es-CL"/>
              <a:t>[@Jorge Alejandro Bravo Pizarro] 
Profesor, el objetivo de generar PPTS instructivas o vídeos(usted eligió PPTS) es para mostrar cómo se aplican los contenidos tratados en los apuntes. Sin embargo, esta PPT reproduce la misma información de los apuntes. 
Favor, generar la PPT como se solicita para que pueda cumplir la función adecuada y no sea una repetición de otros recursos.
Muchas gracias!!</a:t>
            </a:r>
          </a:p>
        </p188:txBody>
      </p188:reply>
    </p188:replyLst>
    <p188:txBody>
      <a:bodyPr/>
      <a:lstStyle/>
      <a:p>
        <a:r>
          <a:rPr lang="es-ES"/>
          <a:t>Colocar título principal</a:t>
        </a:r>
      </a:p>
    </p188:txBody>
    <p188:extLst>
      <p:ext xmlns:p="http://schemas.openxmlformats.org/presentationml/2006/main" uri="{5BB2D875-25FF-4072-B9AC-8F64D62656EB}">
        <p228:taskDetails xmlns:p228="http://schemas.microsoft.com/office/powerpoint/2022/08/main">
          <p228:history>
            <p228:event time="2024-06-18T08:03:08.645" id="{5B297E71-B88B-4C0C-A83E-9A5A95373CF8}">
              <p228:atrbtn authorId="{564DFE0A-DF80-3E30-C204-25B1D5565698}"/>
              <p228:anchr>
                <p228:comment id="{C8023C63-7FF5-4CEC-AF3F-4C00EFB427FA}"/>
              </p228:anchr>
              <p228:add/>
            </p228:event>
            <p228:event time="2024-06-18T08:03:08.645" id="{01CB3AFF-8367-4534-8300-E2FFCD19521F}">
              <p228:atrbtn authorId="{564DFE0A-DF80-3E30-C204-25B1D5565698}"/>
              <p228:anchr>
                <p228:comment id="{C8023C63-7FF5-4CEC-AF3F-4C00EFB427FA}"/>
              </p228:anchr>
              <p228:asgn authorId="{ED6C565C-96F3-95F4-3EAF-1F06D7DCD0EB}"/>
            </p228:event>
            <p228:event time="2024-06-18T08:03:08.645" id="{FA71F7AA-F505-4DB7-9F7E-EEA02C16BEBF}">
              <p228:atrbtn authorId="{564DFE0A-DF80-3E30-C204-25B1D5565698}"/>
              <p228:anchr>
                <p228:comment id="{C8023C63-7FF5-4CEC-AF3F-4C00EFB427FA}"/>
              </p228:anchr>
              <p228:date stDt="2024-06-18T08:03:08.645" endDt="2024-06-18T08:03:08.645"/>
            </p228:event>
            <p228:event time="2024-06-18T08:03:08.645" id="{FE10F74E-DFC6-4308-AD25-530A357F7684}">
              <p228:atrbtn authorId="{564DFE0A-DF80-3E30-C204-25B1D5565698}"/>
              <p228:anchr>
                <p228:comment id="{C8023C63-7FF5-4CEC-AF3F-4C00EFB427FA}"/>
              </p228:anchr>
              <p228:title val="@Jorge Alejandro Bravo Pizarro  Profesor, el objetivo de generar PPTS instructivas o vídeos(usted eligió PPTS) es para mostrar cómo se aplican los contenidos tratados en los apuntes. Sin embargo, esta PPT reproduce la misma información de los apuntes…"/>
            </p228:event>
          </p228:history>
        </p228:taskDetails>
      </p:ext>
    </p188:extLst>
  </p188:cm>
  <p188:cm id="{6ACC9BD5-3395-4EED-95E2-0F111C252A4D}" authorId="{DFC5AA2A-7322-24C3-9B68-AD7395C41981}" created="2023-09-12T03:24:24.908">
    <ac:txMkLst xmlns:ac="http://schemas.microsoft.com/office/drawing/2013/main/command">
      <pc:docMk xmlns:pc="http://schemas.microsoft.com/office/powerpoint/2013/main/command"/>
      <pc:sldMk xmlns:pc="http://schemas.microsoft.com/office/powerpoint/2013/main/command" cId="3167001994" sldId="2076137705"/>
      <ac:spMk id="3" creationId="{317770C8-A12B-436B-AB8E-9FC2932E0DB7}"/>
      <ac:txMk cp="0">
        <ac:context len="49" hash="2318085667"/>
      </ac:txMk>
    </ac:txMkLst>
    <p188:pos x="3821906" y="321468"/>
    <p188:txBody>
      <a:bodyPr/>
      <a:lstStyle/>
      <a:p>
        <a:r>
          <a:rPr lang="es-ES"/>
          <a:t>Indicar la asignatura</a:t>
        </a:r>
      </a:p>
    </p188:txBody>
  </p188:cm>
</p188:cmLst>
</file>

<file path=ppt/comments/modernComment_7BBF58EA_8AC79265.xml><?xml version="1.0" encoding="utf-8"?>
<p188:cmLst xmlns:a="http://schemas.openxmlformats.org/drawingml/2006/main" xmlns:r="http://schemas.openxmlformats.org/officeDocument/2006/relationships" xmlns:p188="http://schemas.microsoft.com/office/powerpoint/2018/8/main">
  <p188:cm id="{389693A5-11B2-4C14-A119-775D20B2A22B}" authorId="{DFC5AA2A-7322-24C3-9B68-AD7395C41981}" created="2023-09-12T03:24:54.581">
    <ac:txMkLst xmlns:ac="http://schemas.microsoft.com/office/drawing/2013/main/command">
      <pc:docMk xmlns:pc="http://schemas.microsoft.com/office/powerpoint/2013/main/command"/>
      <pc:sldMk xmlns:pc="http://schemas.microsoft.com/office/powerpoint/2013/main/command" cId="2328334949" sldId="2076137706"/>
      <ac:spMk id="2" creationId="{B6EFDCBE-E499-3103-92A5-28F5D6427A64}"/>
      <ac:txMk cp="1" len="5">
        <ac:context len="7" hash="1598863229"/>
      </ac:txMk>
    </ac:txMkLst>
    <p188:pos x="6036468" y="250031"/>
    <p188:txBody>
      <a:bodyPr/>
      <a:lstStyle/>
      <a:p>
        <a:r>
          <a:rPr lang="es-ES"/>
          <a:t>Señalar por orden, los temas a presentar.</a:t>
        </a:r>
      </a:p>
    </p188:txBody>
  </p188:cm>
</p188:cmLst>
</file>

<file path=ppt/comments/modernComment_7BBF58EB_DEB57F9E.xml><?xml version="1.0" encoding="utf-8"?>
<p188:cmLst xmlns:a="http://schemas.openxmlformats.org/drawingml/2006/main" xmlns:r="http://schemas.openxmlformats.org/officeDocument/2006/relationships" xmlns:p188="http://schemas.microsoft.com/office/powerpoint/2018/8/main">
  <p188:cm id="{07EF16F2-FDF7-459F-8065-373D6580A19D}" authorId="{DFC5AA2A-7322-24C3-9B68-AD7395C41981}" created="2023-09-12T03:26:16.771">
    <ac:txMkLst xmlns:ac="http://schemas.microsoft.com/office/drawing/2013/main/command">
      <pc:docMk xmlns:pc="http://schemas.microsoft.com/office/powerpoint/2013/main/command"/>
      <pc:sldMk xmlns:pc="http://schemas.microsoft.com/office/powerpoint/2013/main/command" cId="3736436638" sldId="2076137707"/>
      <ac:spMk id="2" creationId="{A3C1683D-3F2C-514D-52C2-E5502AEA6BCB}"/>
      <ac:txMk cp="14">
        <ac:context len="15" hash="3320271642"/>
      </ac:txMk>
    </ac:txMkLst>
    <p188:pos x="4655343" y="535781"/>
    <p188:txBody>
      <a:bodyPr/>
      <a:lstStyle/>
      <a:p>
        <a:r>
          <a:rPr lang="es-ES"/>
          <a:t>Sitúe el título del tema 2.</a:t>
        </a:r>
      </a:p>
    </p188:txBody>
  </p188:cm>
</p188:cmLst>
</file>

<file path=ppt/comments/modernComment_7BBF58EC_316E8E30.xml><?xml version="1.0" encoding="utf-8"?>
<p188:cmLst xmlns:a="http://schemas.openxmlformats.org/drawingml/2006/main" xmlns:r="http://schemas.openxmlformats.org/officeDocument/2006/relationships" xmlns:p188="http://schemas.microsoft.com/office/powerpoint/2018/8/main">
  <p188:cm id="{D267BE4A-61DE-40D3-A24C-59F6D7967C8C}" authorId="{DFC5AA2A-7322-24C3-9B68-AD7395C41981}" created="2023-09-12T03:29:35.370">
    <ac:txMkLst xmlns:ac="http://schemas.microsoft.com/office/drawing/2013/main/command">
      <pc:docMk xmlns:pc="http://schemas.microsoft.com/office/powerpoint/2013/main/command"/>
      <pc:sldMk xmlns:pc="http://schemas.microsoft.com/office/powerpoint/2013/main/command" cId="829328944" sldId="2076137708"/>
      <ac:spMk id="2" creationId="{A3C1683D-3F2C-514D-52C2-E5502AEA6BCB}"/>
      <ac:txMk cp="0" len="41">
        <ac:context len="44" hash="2583928154"/>
      </ac:txMk>
    </ac:txMkLst>
    <p188:pos x="4131468" y="833437"/>
    <p188:txBody>
      <a:bodyPr/>
      <a:lstStyle/>
      <a:p>
        <a:r>
          <a:rPr lang="es-ES"/>
          <a:t>Señale el título del tema 2, así sucesivamente con los demás temas.</a:t>
        </a:r>
      </a:p>
    </p188:txBody>
  </p188:cm>
</p188:cmLst>
</file>

<file path=ppt/comments/modernComment_7BBF58F5_97C18843.xml><?xml version="1.0" encoding="utf-8"?>
<p188:cmLst xmlns:a="http://schemas.openxmlformats.org/drawingml/2006/main" xmlns:r="http://schemas.openxmlformats.org/officeDocument/2006/relationships" xmlns:p188="http://schemas.microsoft.com/office/powerpoint/2018/8/main">
  <p188:cm id="{C1737562-6C8A-463E-B045-4829F6317B19}" authorId="{DFC5AA2A-7322-24C3-9B68-AD7395C41981}" created="2023-09-12T03:25:38.613">
    <ac:txMkLst xmlns:ac="http://schemas.microsoft.com/office/drawing/2013/main/command">
      <pc:docMk xmlns:pc="http://schemas.microsoft.com/office/powerpoint/2013/main/command"/>
      <pc:sldMk xmlns:pc="http://schemas.microsoft.com/office/powerpoint/2013/main/command" cId="2546042947" sldId="2076137717"/>
      <ac:spMk id="2" creationId="{B6EFDCBE-E499-3103-92A5-28F5D6427A64}"/>
      <ac:txMk cp="0" len="13">
        <ac:context len="14" hash="2158248386"/>
      </ac:txMk>
    </ac:txMkLst>
    <p188:pos x="6846093" y="250031"/>
    <p188:txBody>
      <a:bodyPr/>
      <a:lstStyle/>
      <a:p>
        <a:r>
          <a:rPr lang="es-ES"/>
          <a:t>Señalar el objetivo de este recurso. Puede utilizar los indicadores de logro extraídos del programa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C2656-D0C9-4458-96E2-63B8D593F054}" type="datetimeFigureOut">
              <a:rPr lang="es-CL" smtClean="0"/>
              <a:t>18-06-2024</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8C6D-1E16-459A-B4A2-B354227B25CE}" type="slidenum">
              <a:rPr lang="es-CL" smtClean="0"/>
              <a:t>‹Nº›</a:t>
            </a:fld>
            <a:endParaRPr lang="es-CL"/>
          </a:p>
        </p:txBody>
      </p:sp>
    </p:spTree>
    <p:extLst>
      <p:ext uri="{BB962C8B-B14F-4D97-AF65-F5344CB8AC3E}">
        <p14:creationId xmlns:p14="http://schemas.microsoft.com/office/powerpoint/2010/main" val="15274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CL" sz="1800" err="1">
                <a:solidFill>
                  <a:schemeClr val="bg1"/>
                </a:solidFill>
                <a:latin typeface="Gotham" panose="02000603040000020004" pitchFamily="50" charset="0"/>
              </a:rPr>
              <a:t>Lorem</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ipsum</a:t>
            </a:r>
            <a:r>
              <a:rPr lang="es-CL" sz="1800">
                <a:solidFill>
                  <a:schemeClr val="bg1"/>
                </a:solidFill>
                <a:latin typeface="Gotham" panose="02000603040000020004" pitchFamily="50" charset="0"/>
              </a:rPr>
              <a:t> dolor </a:t>
            </a:r>
            <a:r>
              <a:rPr lang="es-CL" sz="1800" err="1">
                <a:solidFill>
                  <a:schemeClr val="bg1"/>
                </a:solidFill>
                <a:latin typeface="Gotham" panose="02000603040000020004" pitchFamily="50" charset="0"/>
              </a:rPr>
              <a:t>sit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amet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consectetuer</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adipiscing</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elit</a:t>
            </a:r>
            <a:r>
              <a:rPr lang="es-CL" sz="1800">
                <a:solidFill>
                  <a:schemeClr val="bg1"/>
                </a:solidFill>
                <a:latin typeface="Gotham" panose="02000603040000020004" pitchFamily="50" charset="0"/>
              </a:rPr>
              <a:t>, sed </a:t>
            </a:r>
            <a:r>
              <a:rPr lang="es-CL" sz="1800" err="1">
                <a:solidFill>
                  <a:schemeClr val="bg1"/>
                </a:solidFill>
                <a:latin typeface="Gotham" panose="02000603040000020004" pitchFamily="50" charset="0"/>
              </a:rPr>
              <a:t>diam</a:t>
            </a:r>
            <a:r>
              <a:rPr lang="es-CL" sz="1800">
                <a:solidFill>
                  <a:schemeClr val="bg1"/>
                </a:solidFill>
                <a:latin typeface="Gotham" panose="02000603040000020004" pitchFamily="50" charset="0"/>
              </a:rPr>
              <a:t>.</a:t>
            </a: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639590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a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1993959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General">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9363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ambio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41119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9866" y="2203068"/>
            <a:ext cx="4925814" cy="1450757"/>
          </a:xfrm>
          <a:prstGeom prst="rect">
            <a:avLst/>
          </a:prstGeom>
        </p:spPr>
        <p:txBody>
          <a:bodyPr vert="horz" lIns="91440" tIns="45720" rIns="91440" bIns="45720" rtlCol="0" anchor="b">
            <a:no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229866" y="3653824"/>
            <a:ext cx="4925814" cy="1173009"/>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491898207"/>
      </p:ext>
    </p:extLst>
  </p:cSld>
  <p:clrMap bg1="lt1" tx1="dk1" bg2="lt2" tx2="dk2" accent1="accent1" accent2="accent2" accent3="accent3" accent4="accent4" accent5="accent5" accent6="accent6" hlink="hlink" folHlink="folHlink"/>
  <p:sldLayoutIdLst>
    <p:sldLayoutId id="2147483662" r:id="rId1"/>
    <p:sldLayoutId id="2147483665" r:id="rId2"/>
    <p:sldLayoutId id="2147483661" r:id="rId3"/>
    <p:sldLayoutId id="2147483663" r:id="rId4"/>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7BBF58E9_BCC49D8A.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7BBF58EA_8AC79265.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7BBF58F5_97C1884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7BBF58E7_33C906EB.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microsoft.com/office/2018/10/relationships/comments" Target="../comments/modernComment_7BBF58E6_43BDDA7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7BBF58EB_DEB57F9E.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microsoft.com/office/2018/10/relationships/comments" Target="../comments/modernComment_7BBF58EC_316E8E30.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microsoft.com/office/2018/10/relationships/comments" Target="../comments/modernComment_7BBF58E8_73DDF82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BB412-0761-08C0-91B5-7D184FDF0428}"/>
              </a:ext>
            </a:extLst>
          </p:cNvPr>
          <p:cNvSpPr>
            <a:spLocks noGrp="1"/>
          </p:cNvSpPr>
          <p:nvPr>
            <p:ph type="ctrTitle"/>
          </p:nvPr>
        </p:nvSpPr>
        <p:spPr>
          <a:xfrm>
            <a:off x="546152" y="3714504"/>
            <a:ext cx="5292436" cy="643773"/>
          </a:xfrm>
        </p:spPr>
        <p:txBody>
          <a:bodyPr>
            <a:normAutofit fontScale="90000"/>
          </a:bodyPr>
          <a:lstStyle/>
          <a:p>
            <a:r>
              <a:rPr lang="es-MX" dirty="0">
                <a:latin typeface="Gotham"/>
              </a:rPr>
              <a:t>Unidad 1</a:t>
            </a:r>
            <a:endParaRPr lang="es-ES" dirty="0"/>
          </a:p>
        </p:txBody>
      </p:sp>
      <p:sp>
        <p:nvSpPr>
          <p:cNvPr id="3" name="Subtítulo 2">
            <a:extLst>
              <a:ext uri="{FF2B5EF4-FFF2-40B4-BE49-F238E27FC236}">
                <a16:creationId xmlns:a16="http://schemas.microsoft.com/office/drawing/2014/main" id="{317770C8-A12B-436B-AB8E-9FC2932E0DB7}"/>
              </a:ext>
            </a:extLst>
          </p:cNvPr>
          <p:cNvSpPr>
            <a:spLocks noGrp="1"/>
          </p:cNvSpPr>
          <p:nvPr>
            <p:ph type="subTitle" idx="1"/>
          </p:nvPr>
        </p:nvSpPr>
        <p:spPr>
          <a:xfrm>
            <a:off x="641225" y="4656763"/>
            <a:ext cx="5113194" cy="635654"/>
          </a:xfrm>
        </p:spPr>
        <p:txBody>
          <a:bodyPr vert="horz" lIns="0" tIns="45720" rIns="0" bIns="45720" rtlCol="0" anchor="t">
            <a:noAutofit/>
          </a:bodyPr>
          <a:lstStyle/>
          <a:p>
            <a:r>
              <a:rPr lang="es-ES" dirty="0">
                <a:latin typeface="Gotham"/>
              </a:rPr>
              <a:t>Tipos de Pruebas</a:t>
            </a:r>
            <a:endParaRPr lang="es-CL" dirty="0"/>
          </a:p>
          <a:p>
            <a:r>
              <a:rPr lang="es-MX" dirty="0">
                <a:latin typeface="Gotham"/>
              </a:rPr>
              <a:t>Testing Aplicado al Desarrollo </a:t>
            </a:r>
            <a:endParaRPr lang="es-MX" dirty="0"/>
          </a:p>
        </p:txBody>
      </p:sp>
    </p:spTree>
    <p:extLst>
      <p:ext uri="{BB962C8B-B14F-4D97-AF65-F5344CB8AC3E}">
        <p14:creationId xmlns:p14="http://schemas.microsoft.com/office/powerpoint/2010/main" val="3167001994"/>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a:xfrm>
            <a:off x="920741" y="1121215"/>
            <a:ext cx="10113461" cy="602137"/>
          </a:xfrm>
        </p:spPr>
        <p:txBody>
          <a:bodyPr/>
          <a:lstStyle/>
          <a:p>
            <a:r>
              <a:rPr lang="es-ES" dirty="0">
                <a:latin typeface="Gotham"/>
              </a:rPr>
              <a:t>ÍNDICE</a:t>
            </a:r>
            <a:endParaRPr lang="es-ES" dirty="0"/>
          </a:p>
        </p:txBody>
      </p:sp>
      <p:sp>
        <p:nvSpPr>
          <p:cNvPr id="3" name="CuadroTexto 2">
            <a:extLst>
              <a:ext uri="{FF2B5EF4-FFF2-40B4-BE49-F238E27FC236}">
                <a16:creationId xmlns:a16="http://schemas.microsoft.com/office/drawing/2014/main" id="{E13EDA60-EA13-DE58-247C-0BA1927DF33E}"/>
              </a:ext>
            </a:extLst>
          </p:cNvPr>
          <p:cNvSpPr txBox="1"/>
          <p:nvPr/>
        </p:nvSpPr>
        <p:spPr>
          <a:xfrm>
            <a:off x="3633283" y="1888842"/>
            <a:ext cx="7499927" cy="4524315"/>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s-MX" dirty="0">
                <a:solidFill>
                  <a:srgbClr val="102B42"/>
                </a:solidFill>
              </a:rPr>
              <a:t>Tema : </a:t>
            </a:r>
            <a:r>
              <a:rPr lang="es-MX" b="1" dirty="0">
                <a:solidFill>
                  <a:srgbClr val="102B42"/>
                </a:solidFill>
                <a:latin typeface="Calibri" panose="020F0502020204030204" pitchFamily="34" charset="0"/>
              </a:rPr>
              <a:t>Tipos de Pruebas</a:t>
            </a:r>
            <a:endParaRPr lang="es-MX" sz="1800" b="1" i="0" u="none" strike="noStrike" dirty="0">
              <a:solidFill>
                <a:srgbClr val="102B42"/>
              </a:solidFill>
              <a:effectLst/>
              <a:latin typeface="Calibri" panose="020F0502020204030204" pitchFamily="34" charset="0"/>
            </a:endParaRP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Caja Blanca</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Caja Negra</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Funcionales</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Unitarias</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Componente</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Integración</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Sistema</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Aceptación</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Regresión</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No Funcionales</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Seguridad</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Estrés</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Carga</a:t>
            </a:r>
          </a:p>
          <a:p>
            <a:pPr marL="742950" lvl="1" indent="-285750">
              <a:buFont typeface="Arial" panose="020B0604020202020204" pitchFamily="34" charset="0"/>
              <a:buChar char="•"/>
            </a:pPr>
            <a:endParaRPr lang="es-MX" dirty="0"/>
          </a:p>
          <a:p>
            <a:pPr marL="742950" lvl="1" indent="-285750">
              <a:buFont typeface="Arial" panose="020B0604020202020204" pitchFamily="34" charset="0"/>
              <a:buChar char="•"/>
            </a:pPr>
            <a:endParaRPr lang="es-MX" dirty="0"/>
          </a:p>
        </p:txBody>
      </p:sp>
    </p:spTree>
    <p:extLst>
      <p:ext uri="{BB962C8B-B14F-4D97-AF65-F5344CB8AC3E}">
        <p14:creationId xmlns:p14="http://schemas.microsoft.com/office/powerpoint/2010/main" val="2328334949"/>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p:txBody>
          <a:bodyPr/>
          <a:lstStyle/>
          <a:p>
            <a:r>
              <a:rPr lang="es-ES" dirty="0">
                <a:latin typeface="Gotham"/>
              </a:rPr>
              <a:t>Introducción </a:t>
            </a:r>
            <a:endParaRPr lang="es-ES" dirty="0"/>
          </a:p>
        </p:txBody>
      </p:sp>
      <p:sp>
        <p:nvSpPr>
          <p:cNvPr id="3" name="CuadroTexto 2">
            <a:extLst>
              <a:ext uri="{FF2B5EF4-FFF2-40B4-BE49-F238E27FC236}">
                <a16:creationId xmlns:a16="http://schemas.microsoft.com/office/drawing/2014/main" id="{E13EDA60-EA13-DE58-247C-0BA1927DF33E}"/>
              </a:ext>
            </a:extLst>
          </p:cNvPr>
          <p:cNvSpPr txBox="1"/>
          <p:nvPr/>
        </p:nvSpPr>
        <p:spPr>
          <a:xfrm>
            <a:off x="3829502" y="1877961"/>
            <a:ext cx="7499927" cy="4478149"/>
          </a:xfrm>
          <a:prstGeom prst="rect">
            <a:avLst/>
          </a:prstGeom>
          <a:solidFill>
            <a:schemeClr val="bg1"/>
          </a:solidFill>
        </p:spPr>
        <p:txBody>
          <a:bodyPr wrap="square" lIns="91440" tIns="45720" rIns="91440" bIns="45720" rtlCol="0" anchor="t">
            <a:spAutoFit/>
          </a:bodyPr>
          <a:lstStyle/>
          <a:p>
            <a:pPr algn="just">
              <a:lnSpc>
                <a:spcPct val="150000"/>
              </a:lnSpc>
            </a:pPr>
            <a:r>
              <a:rPr lang="es-MX" sz="2000" dirty="0">
                <a:solidFill>
                  <a:srgbClr val="102B42"/>
                </a:solidFill>
              </a:rPr>
              <a:t>Las pruebas de software comenzaron en los primeros días de la informática, adaptándose a medida que el software se volvía más complejo. En la década de 1970, se establecieron métodos estructurados para abordar la creciente demanda de fiabilidad. Los pilares del proceso de pruebas incluyen la planificación, diseño, ejecución, seguimiento y cierre. Con el tiempo, la industria ha evolucionado con herramientas de automatización y técnicas especializadas, mejorando así la calidad del software.</a:t>
            </a:r>
          </a:p>
          <a:p>
            <a:pPr algn="just">
              <a:lnSpc>
                <a:spcPct val="150000"/>
              </a:lnSpc>
            </a:pPr>
            <a:endParaRPr lang="es-MX" dirty="0">
              <a:cs typeface="Calibri" panose="020F0502020204030204"/>
            </a:endParaRPr>
          </a:p>
          <a:p>
            <a:pPr marL="285750" indent="-285750">
              <a:buFont typeface="Arial" panose="020B0604020202020204" pitchFamily="34" charset="0"/>
              <a:buChar char="•"/>
            </a:pPr>
            <a:endParaRPr lang="es-CL" dirty="0">
              <a:ea typeface="Calibri" panose="020F0502020204030204"/>
              <a:cs typeface="Calibri" panose="020F0502020204030204"/>
            </a:endParaRPr>
          </a:p>
        </p:txBody>
      </p:sp>
    </p:spTree>
    <p:extLst>
      <p:ext uri="{BB962C8B-B14F-4D97-AF65-F5344CB8AC3E}">
        <p14:creationId xmlns:p14="http://schemas.microsoft.com/office/powerpoint/2010/main" val="254604294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131466" y="3105217"/>
            <a:ext cx="7592290" cy="1744716"/>
          </a:xfrm>
        </p:spPr>
        <p:txBody>
          <a:bodyPr/>
          <a:lstStyle/>
          <a:p>
            <a:r>
              <a:rPr lang="es-MX" dirty="0">
                <a:latin typeface="Gotham"/>
              </a:rPr>
              <a:t>Caja Blanca</a:t>
            </a:r>
            <a:endParaRPr lang="es-ES" dirty="0"/>
          </a:p>
        </p:txBody>
      </p:sp>
    </p:spTree>
    <p:extLst>
      <p:ext uri="{BB962C8B-B14F-4D97-AF65-F5344CB8AC3E}">
        <p14:creationId xmlns:p14="http://schemas.microsoft.com/office/powerpoint/2010/main" val="868812523"/>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A7BF873-53DC-D508-8E6A-31A26DB43DA6}"/>
              </a:ext>
            </a:extLst>
          </p:cNvPr>
          <p:cNvSpPr txBox="1"/>
          <p:nvPr/>
        </p:nvSpPr>
        <p:spPr>
          <a:xfrm>
            <a:off x="489858" y="986970"/>
            <a:ext cx="11212284" cy="4199611"/>
          </a:xfrm>
          <a:prstGeom prst="rect">
            <a:avLst/>
          </a:prstGeom>
          <a:noFill/>
        </p:spPr>
        <p:txBody>
          <a:bodyPr wrap="square" rtlCol="0">
            <a:spAutoFit/>
          </a:bodyPr>
          <a:lstStyle/>
          <a:p>
            <a:pPr algn="just">
              <a:lnSpc>
                <a:spcPct val="150000"/>
              </a:lnSpc>
            </a:pPr>
            <a:r>
              <a:rPr lang="es-CL" sz="2000" dirty="0"/>
              <a:t>Las pruebas de caja blanca surgieron en los primeros días del desarrollo de software para evaluar la calidad del código fuente. Durante décadas, han evolucionado para convertirse en una parte fundamental del proceso de desarrollo de software. Estas pruebas implican análisis exhaustivos del código, identificación de rutas de ejecución, diseño de casos de prueba específicos y ejecución de pruebas para garantizar una cobertura completa del código. Utilizan metodologías como pruebas de cobertura de código, pruebas basadas en caminos y pruebas basadas en condiciones. Ofrecen beneficios como análisis profundo, enfoque dirigido, prevención de errores y mayor confianza en el software. Sin embargo, tienen desafíos como la dependencia del código fuente, la dificultad en el diseño de casos de prueba y el tiempo de ejecución prolongado.</a:t>
            </a:r>
          </a:p>
        </p:txBody>
      </p:sp>
    </p:spTree>
    <p:extLst>
      <p:ext uri="{BB962C8B-B14F-4D97-AF65-F5344CB8AC3E}">
        <p14:creationId xmlns:p14="http://schemas.microsoft.com/office/powerpoint/2010/main" val="1136515697"/>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920F7879-CA0B-B3AD-80F2-048DCFB8EA3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13885" y="2450147"/>
            <a:ext cx="3364230" cy="1957705"/>
          </a:xfrm>
          <a:prstGeom prst="rect">
            <a:avLst/>
          </a:prstGeom>
          <a:noFill/>
          <a:ln>
            <a:noFill/>
          </a:ln>
        </p:spPr>
      </p:pic>
    </p:spTree>
    <p:extLst>
      <p:ext uri="{BB962C8B-B14F-4D97-AF65-F5344CB8AC3E}">
        <p14:creationId xmlns:p14="http://schemas.microsoft.com/office/powerpoint/2010/main" val="90832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Caja Negra</a:t>
            </a:r>
          </a:p>
        </p:txBody>
      </p:sp>
    </p:spTree>
    <p:extLst>
      <p:ext uri="{BB962C8B-B14F-4D97-AF65-F5344CB8AC3E}">
        <p14:creationId xmlns:p14="http://schemas.microsoft.com/office/powerpoint/2010/main" val="3736436638"/>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22619" y="2556642"/>
            <a:ext cx="7795490" cy="1744716"/>
          </a:xfrm>
        </p:spPr>
        <p:txBody>
          <a:bodyPr/>
          <a:lstStyle/>
          <a:p>
            <a:r>
              <a:rPr lang="es-MX" dirty="0"/>
              <a:t>Mostrando la salida de un ​Bloque PL/SQL​</a:t>
            </a:r>
            <a:br>
              <a:rPr lang="es-MX" dirty="0"/>
            </a:br>
            <a:r>
              <a:rPr lang="es-MX" dirty="0"/>
              <a:t>​</a:t>
            </a:r>
          </a:p>
        </p:txBody>
      </p:sp>
      <p:sp>
        <p:nvSpPr>
          <p:cNvPr id="3" name="CuadroTexto 2">
            <a:extLst>
              <a:ext uri="{FF2B5EF4-FFF2-40B4-BE49-F238E27FC236}">
                <a16:creationId xmlns:a16="http://schemas.microsoft.com/office/drawing/2014/main" id="{41EA7C5A-B8A2-74CE-3F3C-D46254F8EDEF}"/>
              </a:ext>
            </a:extLst>
          </p:cNvPr>
          <p:cNvSpPr txBox="1"/>
          <p:nvPr/>
        </p:nvSpPr>
        <p:spPr>
          <a:xfrm>
            <a:off x="894080" y="1231900"/>
            <a:ext cx="10798810" cy="5122941"/>
          </a:xfrm>
          <a:prstGeom prst="rect">
            <a:avLst/>
          </a:prstGeom>
          <a:noFill/>
        </p:spPr>
        <p:txBody>
          <a:bodyPr wrap="square" rtlCol="0">
            <a:spAutoFit/>
          </a:bodyPr>
          <a:lstStyle/>
          <a:p>
            <a:pPr algn="l">
              <a:lnSpc>
                <a:spcPct val="150000"/>
              </a:lnSpc>
            </a:pPr>
            <a:r>
              <a:rPr lang="es-CL" sz="2000" b="0" i="0" u="none" strike="noStrike" dirty="0">
                <a:solidFill>
                  <a:srgbClr val="000000"/>
                </a:solidFill>
                <a:effectLst/>
              </a:rPr>
              <a:t>Las pruebas de caja negra son esenciales para evaluar la calidad del software, centrándose en su comportamiento desde la perspectiva del usuario. A lo largo de los años, han evolucionado para convertirse en un componente fundamental del desarrollo de software, contribuyendo significativamente a la mejora continua de la calidad y la fiabilidad del software. El proceso de pruebas de caja negra abarca desde la especificación de requisitos hasta la ejecución de pruebas y el reporte de defectos. Este enfoque sistemático y orientado al comportamiento del software ayuda a detectar y corregir errores, así como a garantizar la conformidad con los requisitos funcionales y las expectativas del usuario. Aunque tienen desafíos, como la falta de visibilidad del código interno y la dificultad para garantizar la cobertura del código, las ventajas de las pruebas de caja negra, como la imparcialidad, el enfoque centrado en el usuario y la facilidad de implementación, las convierten en una herramienta valiosa para cualquier proyecto de software.</a:t>
            </a:r>
          </a:p>
        </p:txBody>
      </p:sp>
    </p:spTree>
    <p:extLst>
      <p:ext uri="{BB962C8B-B14F-4D97-AF65-F5344CB8AC3E}">
        <p14:creationId xmlns:p14="http://schemas.microsoft.com/office/powerpoint/2010/main" val="829328944"/>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21C67940-C0A3-CF45-BF15-5740B4BE67E0}"/>
              </a:ext>
            </a:extLst>
          </p:cNvPr>
          <p:cNvSpPr txBox="1">
            <a:spLocks/>
          </p:cNvSpPr>
          <p:nvPr/>
        </p:nvSpPr>
        <p:spPr>
          <a:xfrm>
            <a:off x="1042219" y="2982704"/>
            <a:ext cx="10422071" cy="5033536"/>
          </a:xfrm>
          <a:prstGeom prst="rect">
            <a:avLst/>
          </a:prstGeom>
        </p:spPr>
        <p:txBody>
          <a:bodyPr vert="horz" lIns="91440" tIns="45720" rIns="91440" bIns="45720" rtlCol="0" anchor="ctr">
            <a:noAutofit/>
          </a:bodyPr>
          <a:lstStyle>
            <a:lvl1pPr marL="0" algn="ctr" defTabSz="914400" rtl="0" eaLnBrk="1" latinLnBrk="0" hangingPunct="1">
              <a:lnSpc>
                <a:spcPct val="85000"/>
              </a:lnSpc>
              <a:spcBef>
                <a:spcPct val="0"/>
              </a:spcBef>
              <a:buNone/>
              <a:defRPr sz="4400" b="1" kern="1200" spc="-50" baseline="0">
                <a:solidFill>
                  <a:srgbClr val="102B42"/>
                </a:solidFill>
                <a:latin typeface="Gotham" panose="02000603040000020004" pitchFamily="50" charset="0"/>
                <a:ea typeface="+mj-ea"/>
                <a:cs typeface="+mj-cs"/>
              </a:defRPr>
            </a:lvl1pPr>
          </a:lstStyle>
          <a:p>
            <a:pPr algn="just">
              <a:lnSpc>
                <a:spcPct val="150000"/>
              </a:lnSpc>
            </a:pPr>
            <a:endParaRPr lang="es-CL" sz="2000" b="0" dirty="0">
              <a:solidFill>
                <a:srgbClr val="000000"/>
              </a:solidFill>
              <a:latin typeface="Calibri" panose="020F0502020204030204" pitchFamily="34" charset="0"/>
              <a:cs typeface="Calibri" panose="020F0502020204030204" pitchFamily="34" charset="0"/>
            </a:endParaRPr>
          </a:p>
        </p:txBody>
      </p:sp>
      <p:pic>
        <p:nvPicPr>
          <p:cNvPr id="6" name="Imagen 5">
            <a:extLst>
              <a:ext uri="{FF2B5EF4-FFF2-40B4-BE49-F238E27FC236}">
                <a16:creationId xmlns:a16="http://schemas.microsoft.com/office/drawing/2014/main" id="{3022908C-4E78-F78E-810B-E7FAA1A0C11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78337" y="3007042"/>
            <a:ext cx="3235325" cy="843915"/>
          </a:xfrm>
          <a:prstGeom prst="rect">
            <a:avLst/>
          </a:prstGeom>
          <a:noFill/>
          <a:ln>
            <a:noFill/>
          </a:ln>
        </p:spPr>
      </p:pic>
    </p:spTree>
    <p:extLst>
      <p:ext uri="{BB962C8B-B14F-4D97-AF65-F5344CB8AC3E}">
        <p14:creationId xmlns:p14="http://schemas.microsoft.com/office/powerpoint/2010/main" val="194392682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Funcionales</a:t>
            </a:r>
          </a:p>
        </p:txBody>
      </p:sp>
    </p:spTree>
    <p:extLst>
      <p:ext uri="{BB962C8B-B14F-4D97-AF65-F5344CB8AC3E}">
        <p14:creationId xmlns:p14="http://schemas.microsoft.com/office/powerpoint/2010/main" val="907486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Uso de variables​</a:t>
            </a:r>
            <a:br>
              <a:rPr lang="es-MX" dirty="0"/>
            </a:br>
            <a:r>
              <a:rPr lang="es-MX" dirty="0"/>
              <a:t>​</a:t>
            </a:r>
          </a:p>
        </p:txBody>
      </p:sp>
      <p:sp>
        <p:nvSpPr>
          <p:cNvPr id="4" name="CuadroTexto 3">
            <a:extLst>
              <a:ext uri="{FF2B5EF4-FFF2-40B4-BE49-F238E27FC236}">
                <a16:creationId xmlns:a16="http://schemas.microsoft.com/office/drawing/2014/main" id="{9823DD53-074A-AD44-7078-7DFF5F00BB41}"/>
              </a:ext>
            </a:extLst>
          </p:cNvPr>
          <p:cNvSpPr txBox="1"/>
          <p:nvPr/>
        </p:nvSpPr>
        <p:spPr>
          <a:xfrm>
            <a:off x="203200" y="866134"/>
            <a:ext cx="11785599" cy="3737946"/>
          </a:xfrm>
          <a:prstGeom prst="rect">
            <a:avLst/>
          </a:prstGeom>
          <a:noFill/>
        </p:spPr>
        <p:txBody>
          <a:bodyPr wrap="square" rtlCol="0">
            <a:spAutoFit/>
          </a:bodyPr>
          <a:lstStyle/>
          <a:p>
            <a:pPr algn="just">
              <a:lnSpc>
                <a:spcPct val="150000"/>
              </a:lnSpc>
            </a:pPr>
            <a:r>
              <a:rPr lang="es-CL" sz="2000" b="0" i="0" u="none" strike="noStrike" dirty="0">
                <a:solidFill>
                  <a:srgbClr val="000000"/>
                </a:solidFill>
                <a:effectLst/>
              </a:rPr>
              <a:t>Las pruebas funcionales son esenciales en el proceso de verificación y validación de software, ya que se centran en garantizar que una aplicación cumpla con los requisitos funcionales establecidos. Utilizan casos de prueba que reflejan escenarios de uso real para evaluar el comportamiento del sistema bajo condiciones específicas. Estas pruebas no solo verifican si el software realiza sus funciones como se espera, sino que también evalúan la interacción entre los componentes, la respuesta a diferentes tipos de entradas y el manejo de errores. El proceso de pruebas funcionales abarca la identificación de requisitos, la creación de casos de prueba, la ejecución de pruebas y el análisis de resultados, lo que garantiza que el software final sea robusto, confiable y cumpla con las expectativas del usuario final.</a:t>
            </a:r>
            <a:endParaRPr lang="es-CL" sz="2000" dirty="0"/>
          </a:p>
        </p:txBody>
      </p:sp>
    </p:spTree>
    <p:extLst>
      <p:ext uri="{BB962C8B-B14F-4D97-AF65-F5344CB8AC3E}">
        <p14:creationId xmlns:p14="http://schemas.microsoft.com/office/powerpoint/2010/main" val="694389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Unitarias</a:t>
            </a:r>
          </a:p>
        </p:txBody>
      </p:sp>
    </p:spTree>
    <p:extLst>
      <p:ext uri="{BB962C8B-B14F-4D97-AF65-F5344CB8AC3E}">
        <p14:creationId xmlns:p14="http://schemas.microsoft.com/office/powerpoint/2010/main" val="624138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4619854"/>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unitarias tienen una historia que se remonta a las décadas de 1960 y 1970, cuando se reconocía la importancia de verificar cada componente de un programa de manera aislada. A medida que las metodologías de desarrollo evolucionaron, las pruebas unitarias se formalizaron y se convirtieron en una práctica crucial, especialmente con el surgimiento de metodologías ágiles. </a:t>
            </a:r>
            <a:r>
              <a:rPr lang="es-CL" b="0" i="0" u="none" strike="noStrike" dirty="0" err="1">
                <a:solidFill>
                  <a:srgbClr val="000000"/>
                </a:solidFill>
                <a:effectLst/>
              </a:rPr>
              <a:t>Frameworks</a:t>
            </a:r>
            <a:r>
              <a:rPr lang="es-CL" b="0" i="0" u="none" strike="noStrike" dirty="0">
                <a:solidFill>
                  <a:srgbClr val="000000"/>
                </a:solidFill>
                <a:effectLst/>
              </a:rPr>
              <a:t> como </a:t>
            </a:r>
            <a:r>
              <a:rPr lang="es-CL" b="0" i="0" u="none" strike="noStrike" dirty="0" err="1">
                <a:solidFill>
                  <a:srgbClr val="000000"/>
                </a:solidFill>
                <a:effectLst/>
              </a:rPr>
              <a:t>JUnit</a:t>
            </a:r>
            <a:r>
              <a:rPr lang="es-CL" b="0" i="0" u="none" strike="noStrike" dirty="0">
                <a:solidFill>
                  <a:srgbClr val="000000"/>
                </a:solidFill>
                <a:effectLst/>
              </a:rPr>
              <a:t> y </a:t>
            </a:r>
            <a:r>
              <a:rPr lang="es-CL" b="0" i="0" u="none" strike="noStrike" dirty="0" err="1">
                <a:solidFill>
                  <a:srgbClr val="000000"/>
                </a:solidFill>
                <a:effectLst/>
              </a:rPr>
              <a:t>NUnit</a:t>
            </a:r>
            <a:r>
              <a:rPr lang="es-CL" b="0" i="0" u="none" strike="noStrike" dirty="0">
                <a:solidFill>
                  <a:srgbClr val="000000"/>
                </a:solidFill>
                <a:effectLst/>
              </a:rPr>
              <a:t> facilitaron su implementación y estandarizaron las prácticas. Estas pruebas involucran procesos que incluyen la escritura de casos de prueba, la ejecución automatizada y la revisión y refactorización del código. Ofrecen ventajas como un código más confiable, fácil de mantener, un diseño más robusto y un desarrollo más rápido. Sin embargo, también presentan desafíos, como el tiempo y esfuerzo adicionales requeridos, la dificultad para probar ciertas unidades de código y el posible sesgo del desarrollador. A pesar de estas desventajas, las pruebas unitarias son esenciales en el desarrollo de software moderno, ya que contribuyen significativamente a la calidad y confiabilidad del software final.</a:t>
            </a:r>
            <a:endParaRPr lang="es-CL" dirty="0"/>
          </a:p>
        </p:txBody>
      </p:sp>
    </p:spTree>
    <p:extLst>
      <p:ext uri="{BB962C8B-B14F-4D97-AF65-F5344CB8AC3E}">
        <p14:creationId xmlns:p14="http://schemas.microsoft.com/office/powerpoint/2010/main" val="3734186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Componente</a:t>
            </a:r>
          </a:p>
        </p:txBody>
      </p:sp>
    </p:spTree>
    <p:extLst>
      <p:ext uri="{BB962C8B-B14F-4D97-AF65-F5344CB8AC3E}">
        <p14:creationId xmlns:p14="http://schemas.microsoft.com/office/powerpoint/2010/main" val="171509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4855496"/>
          </a:xfrm>
          <a:prstGeom prst="rect">
            <a:avLst/>
          </a:prstGeom>
          <a:noFill/>
        </p:spPr>
        <p:txBody>
          <a:bodyPr wrap="square" rtlCol="0">
            <a:spAutoFit/>
          </a:bodyPr>
          <a:lstStyle/>
          <a:p>
            <a:pPr algn="just">
              <a:lnSpc>
                <a:spcPct val="150000"/>
              </a:lnSpc>
            </a:pPr>
            <a:r>
              <a:rPr lang="es-CL" sz="1600" b="0" i="0" u="none" strike="noStrike" dirty="0">
                <a:solidFill>
                  <a:srgbClr val="000000"/>
                </a:solidFill>
                <a:effectLst/>
              </a:rPr>
              <a:t>Las pruebas de componente, también conocidas como pruebas de integración a nivel de componente, son cruciales en la validación del software, enfocándose en la interacción entre los diversos componentes de un sistema. Surgieron en la década de 1980 con el advenimiento de metodologías de desarrollo orientadas a la modularidad y el diseño orientado a objetos. Estas pruebas han evolucionado para adaptarse a los cambios en las metodologías de desarrollo, desde modelos tradicionales como el desarrollo en cascada hasta enfoques contemporáneos como DevOps y metodologías ágiles. Los procesos de las pruebas de componente incluyen la planificación, diseño, preparación del entorno, ejecución, análisis de resultados, depuración y documentación. El trabajo en las pruebas de componente se caracteriza por su enfoque meticuloso y estructurado, que se basa en el aislamiento de componentes, el diseño de casos de prueba, la ejecución sistemática de pruebas, el análisis detallado de resultados y la depuración y corrección de defectos. Las ventajas de las pruebas de componente incluyen la detección temprana de defectos, facilitar la integración y mejorar la calidad del software, mientras que las desventajas pueden incluir su costo, complejidad y la falta de garantía de ausencia total de defectos. En resumen, las pruebas de componente son esenciales para garantizar la calidad y fiabilidad de los sistemas de software modernos, pero es importante considerar tanto sus ventajas como sus desventajas al implementarlas en un proyecto de desarrollo de software.</a:t>
            </a:r>
            <a:endParaRPr lang="es-CL" sz="1600" dirty="0"/>
          </a:p>
        </p:txBody>
      </p:sp>
    </p:spTree>
    <p:extLst>
      <p:ext uri="{BB962C8B-B14F-4D97-AF65-F5344CB8AC3E}">
        <p14:creationId xmlns:p14="http://schemas.microsoft.com/office/powerpoint/2010/main" val="2934230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Integración</a:t>
            </a:r>
          </a:p>
        </p:txBody>
      </p:sp>
    </p:spTree>
    <p:extLst>
      <p:ext uri="{BB962C8B-B14F-4D97-AF65-F5344CB8AC3E}">
        <p14:creationId xmlns:p14="http://schemas.microsoft.com/office/powerpoint/2010/main" val="4159575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5035353"/>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de integración son fundamentales para garantizar que los distintos componentes de un sistema de software funcionen de manera armoniosa. Surgieron como respuesta a la creciente complejidad de los sistemas, con el objetivo de asegurar su correcto funcionamiento en conjunto. Con el tiempo, estas pruebas han evolucionado desde métodos manuales hacia enfoques automatizados y sofisticados, aprovechando herramientas y técnicas especializadas. Los procesos de pruebas de integración incluyen la planificación, diseño de casos de prueba, implementación, ejecución, análisis de resultados y corrección. Existen diversas estrategias para el proceso de integración, como la Integración Incremental y la Integración Big </a:t>
            </a:r>
            <a:r>
              <a:rPr lang="es-CL" b="0" i="0" u="none" strike="noStrike" dirty="0" err="1">
                <a:solidFill>
                  <a:srgbClr val="000000"/>
                </a:solidFill>
                <a:effectLst/>
              </a:rPr>
              <a:t>Bang</a:t>
            </a:r>
            <a:r>
              <a:rPr lang="es-CL" b="0" i="0" u="none" strike="noStrike" dirty="0">
                <a:solidFill>
                  <a:srgbClr val="000000"/>
                </a:solidFill>
                <a:effectLst/>
              </a:rPr>
              <a:t>, cada una con sus propias ventajas y desventajas. Las ventajas de las pruebas de integración incluyen la detección temprana de problemas, mejora de la calidad del software y ahorro de tiempo y recursos, mientras que las desventajas pueden ser la complejidad, el costo y la dependencia de componentes externos. En resumen, las pruebas de integración son esenciales para garantizar la calidad y el funcionamiento adecuado de los sistemas de software, a pesar de algunos desafíos que pueden presentar.</a:t>
            </a:r>
            <a:endParaRPr lang="es-CL" dirty="0"/>
          </a:p>
        </p:txBody>
      </p:sp>
    </p:spTree>
    <p:extLst>
      <p:ext uri="{BB962C8B-B14F-4D97-AF65-F5344CB8AC3E}">
        <p14:creationId xmlns:p14="http://schemas.microsoft.com/office/powerpoint/2010/main" val="3148556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Sistema</a:t>
            </a:r>
          </a:p>
        </p:txBody>
      </p:sp>
    </p:spTree>
    <p:extLst>
      <p:ext uri="{BB962C8B-B14F-4D97-AF65-F5344CB8AC3E}">
        <p14:creationId xmlns:p14="http://schemas.microsoft.com/office/powerpoint/2010/main" val="19153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4204356"/>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de sistema de software han evolucionado significativamente a lo largo de la historia de la informática, pasando de métodos rudimentarios a enfoques más sofisticados. Inicialmente centradas en verificar la funcionalidad básica del software, ahora abordan aspectos como la usabilidad, seguridad, rendimiento y escalabilidad. Los procesos de pruebas de sistema van desde la definición de objetivos hasta la corrección de errores, asegurando un ciclo continuo de mejora. Se pueden realizar pruebas de sistema de forma manual, con testers interactuando directamente, o de forma automatizada, utilizando herramientas y scripts de software. Ambos enfoques tienen ventajas y desafíos, como detectar defectos temprano, mejorar la calidad del software y aumentar la confianza del cliente, pero también pueden implicar costos y complejidades adicionales. En resumen, las pruebas de sistema son esenciales para garantizar la calidad y fiabilidad del software, aunque pueden requerir una inversión significativa de recursos.</a:t>
            </a:r>
            <a:endParaRPr lang="es-CL" dirty="0"/>
          </a:p>
        </p:txBody>
      </p:sp>
    </p:spTree>
    <p:extLst>
      <p:ext uri="{BB962C8B-B14F-4D97-AF65-F5344CB8AC3E}">
        <p14:creationId xmlns:p14="http://schemas.microsoft.com/office/powerpoint/2010/main" val="3933970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Aceptación</a:t>
            </a:r>
          </a:p>
        </p:txBody>
      </p:sp>
    </p:spTree>
    <p:extLst>
      <p:ext uri="{BB962C8B-B14F-4D97-AF65-F5344CB8AC3E}">
        <p14:creationId xmlns:p14="http://schemas.microsoft.com/office/powerpoint/2010/main" val="4056749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5035353"/>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de aceptación de software son esenciales para garantizar que el producto final cumpla con los requisitos y expectativas del usuario. A lo largo de la historia, estas pruebas han evolucionado desde métodos informales hasta procesos estructurados y automatizados. El proceso de pruebas incluye la definición de criterios de aceptación, planificación y diseño de pruebas, ejecución, evaluación y corrección, y finalmente la aceptación final del software. Dependiendo de la metodología de desarrollo, las pruebas de aceptación pueden integrarse de manera continua (como en el desarrollo ágil) o en fases específicas (como en el modelo en cascada). Se utilizan diversos métodos de pruebas, como las pruebas de aceptación del usuario, del negocio, de integración y del sistema, para abordar diferentes aspectos del software. Las pruebas de aceptación ofrecen ventajas como la validación del producto, detección temprana de errores, mejora de la calidad y satisfacción del cliente. Sin embargo, también presentan desafíos como el consumo de tiempo y recursos, la dependencia de la disponibilidad del cliente y la posible subjetividad en los criterios de aceptación. Gestionar adecuadamente estas desventajas es crucial para maximizar los beneficios y asegurar el éxito del proyecto de software.</a:t>
            </a:r>
            <a:endParaRPr lang="es-CL" dirty="0"/>
          </a:p>
        </p:txBody>
      </p:sp>
    </p:spTree>
    <p:extLst>
      <p:ext uri="{BB962C8B-B14F-4D97-AF65-F5344CB8AC3E}">
        <p14:creationId xmlns:p14="http://schemas.microsoft.com/office/powerpoint/2010/main" val="761523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Regresión</a:t>
            </a:r>
          </a:p>
        </p:txBody>
      </p:sp>
    </p:spTree>
    <p:extLst>
      <p:ext uri="{BB962C8B-B14F-4D97-AF65-F5344CB8AC3E}">
        <p14:creationId xmlns:p14="http://schemas.microsoft.com/office/powerpoint/2010/main" val="3464282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3788858"/>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de regresión son fundamentales en el desarrollo de software, surgieron en las décadas de los 60 y 70 para garantizar la calidad del código ante modificaciones. A partir de los 80, con la automatización, se volvieron más eficientes. En las décadas siguientes, con la llegada de metodologías ágiles, se integraron en el ciclo de desarrollo. Hoy en día, son esenciales en cualquier estrategia de aseguramiento de calidad.</a:t>
            </a:r>
          </a:p>
          <a:p>
            <a:pPr algn="just">
              <a:lnSpc>
                <a:spcPct val="150000"/>
              </a:lnSpc>
            </a:pPr>
            <a:endParaRPr lang="es-CL" b="0" i="0" u="none" strike="noStrike" dirty="0">
              <a:solidFill>
                <a:srgbClr val="000000"/>
              </a:solidFill>
              <a:effectLst/>
            </a:endParaRPr>
          </a:p>
          <a:p>
            <a:pPr algn="just">
              <a:lnSpc>
                <a:spcPct val="150000"/>
              </a:lnSpc>
            </a:pPr>
            <a:r>
              <a:rPr lang="es-CL" b="0" i="0" u="none" strike="noStrike" dirty="0">
                <a:solidFill>
                  <a:srgbClr val="000000"/>
                </a:solidFill>
                <a:effectLst/>
              </a:rPr>
              <a:t>El proceso de pruebas de regresión sigue varias fases: identificación de casos de prueba, ejecución, análisis y reporte, corrección de errores, re-prueba y lanzamiento. Cada etapa implica una planificación meticulosa, desarrollo de casos de prueba, ejecución automatizada y análisis continuo para mejorar el proceso.</a:t>
            </a:r>
          </a:p>
          <a:p>
            <a:pPr algn="just">
              <a:lnSpc>
                <a:spcPct val="150000"/>
              </a:lnSpc>
            </a:pPr>
            <a:endParaRPr lang="es-CL" b="0" i="0" u="none" strike="noStrike" dirty="0">
              <a:solidFill>
                <a:srgbClr val="000000"/>
              </a:solidFill>
              <a:effectLst/>
            </a:endParaRPr>
          </a:p>
        </p:txBody>
      </p:sp>
    </p:spTree>
    <p:extLst>
      <p:ext uri="{BB962C8B-B14F-4D97-AF65-F5344CB8AC3E}">
        <p14:creationId xmlns:p14="http://schemas.microsoft.com/office/powerpoint/2010/main" val="2114007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3373359"/>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de regresión ofrecen ventajas como la detección temprana de errores, ahorro de tiempo, mayor cobertura y consistencia. Sin embargo, también presentan desafíos como el costo inicial, el mantenimiento, los falsos positivos/negativos y las limitaciones en cobertura.</a:t>
            </a:r>
          </a:p>
          <a:p>
            <a:pPr algn="just">
              <a:lnSpc>
                <a:spcPct val="150000"/>
              </a:lnSpc>
            </a:pPr>
            <a:endParaRPr lang="es-CL" b="0" i="0" u="none" strike="noStrike" dirty="0">
              <a:solidFill>
                <a:srgbClr val="000000"/>
              </a:solidFill>
              <a:effectLst/>
            </a:endParaRPr>
          </a:p>
          <a:p>
            <a:pPr algn="just">
              <a:lnSpc>
                <a:spcPct val="150000"/>
              </a:lnSpc>
            </a:pPr>
            <a:r>
              <a:rPr lang="es-CL" b="0" i="0" u="none" strike="noStrike" dirty="0">
                <a:solidFill>
                  <a:srgbClr val="000000"/>
                </a:solidFill>
                <a:effectLst/>
              </a:rPr>
              <a:t>Son esenciales para asegurar la calidad, confiabilidad y estabilidad del software a lo largo de su ciclo de vida. Proporcionan retroalimentación sobre la estabilidad del software y ayudan a identificar áreas de riesgo para priorizar recursos. Invertir en pruebas de regresión efectivas es crucial para mitigar los riesgos asociados con el desarrollo de software y garantizar una experiencia óptima para los usuarios.</a:t>
            </a:r>
            <a:endParaRPr lang="es-CL" dirty="0"/>
          </a:p>
        </p:txBody>
      </p:sp>
    </p:spTree>
    <p:extLst>
      <p:ext uri="{BB962C8B-B14F-4D97-AF65-F5344CB8AC3E}">
        <p14:creationId xmlns:p14="http://schemas.microsoft.com/office/powerpoint/2010/main" val="4159052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No Funcionales</a:t>
            </a:r>
          </a:p>
        </p:txBody>
      </p:sp>
    </p:spTree>
    <p:extLst>
      <p:ext uri="{BB962C8B-B14F-4D97-AF65-F5344CB8AC3E}">
        <p14:creationId xmlns:p14="http://schemas.microsoft.com/office/powerpoint/2010/main" val="892840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3788858"/>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no funcionales son esenciales para evaluar aspectos cualitativos del software, como rendimiento, usabilidad, fiabilidad, eficiencia y escalabilidad. No se centran en funciones específicas, sino en cómo el sistema se comporta bajo diferentes condiciones. Estas pruebas examinan el rendimiento bajo carga y estrés, la usabilidad para garantizar una experiencia positiva del usuario, la fiabilidad para operar sin fallos, la eficiencia en el uso de recursos del sistema y la escalabilidad para adaptarse al crecimiento. Además, abordan aspectos como la seguridad, compatibilidad y mantenibilidad. Implican planificación y creación de escenarios de prueba realistas, utilizando herramientas y técnicas para recopilar datos detallados sobre el comportamiento del sistema. Son fundamentales para garantizar un software robusto, confiable y eficiente, contribuyendo al éxito a largo plazo del sistema.</a:t>
            </a:r>
          </a:p>
        </p:txBody>
      </p:sp>
    </p:spTree>
    <p:extLst>
      <p:ext uri="{BB962C8B-B14F-4D97-AF65-F5344CB8AC3E}">
        <p14:creationId xmlns:p14="http://schemas.microsoft.com/office/powerpoint/2010/main" val="387140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Seguridad</a:t>
            </a:r>
          </a:p>
        </p:txBody>
      </p:sp>
    </p:spTree>
    <p:extLst>
      <p:ext uri="{BB962C8B-B14F-4D97-AF65-F5344CB8AC3E}">
        <p14:creationId xmlns:p14="http://schemas.microsoft.com/office/powerpoint/2010/main" val="1210277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4619854"/>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de seguridad de software son fundamentales en el actual panorama digital, donde las amenazas cibernéticas son cada vez más sofisticadas y frecuentes. Estas pruebas evolucionan junto con la tecnología, pasando de la detección de vulnerabilidades a una evaluación integral de la arquitectura y diseño de los sistemas. Su proceso incluye la identificación de amenazas, la evaluación de riesgos, la ejecución de pruebas, el análisis de resultados y la corrección de vulnerabilidades. Se utilizan diversas técnicas, como escaneo de vulnerabilidades, pruebas de penetración, análisis de código estático y dinámico, revisión de arquitectura y simulación de ataques. Aunque estas pruebas pueden ser costosas y consumir tiempo, ofrecen beneficios significativos, como la identificación temprana de vulnerabilidades, el cumplimiento normativo, la mejora de la confianza del usuario y la reducción de costos a largo plazo. En última instancia, las pruebas de seguridad de software son esenciales para garantizar la protección y confiabilidad de los sistemas informáticos en un entorno digital en constante evolución.</a:t>
            </a:r>
          </a:p>
        </p:txBody>
      </p:sp>
    </p:spTree>
    <p:extLst>
      <p:ext uri="{BB962C8B-B14F-4D97-AF65-F5344CB8AC3E}">
        <p14:creationId xmlns:p14="http://schemas.microsoft.com/office/powerpoint/2010/main" val="2154980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Estrés</a:t>
            </a:r>
          </a:p>
        </p:txBody>
      </p:sp>
    </p:spTree>
    <p:extLst>
      <p:ext uri="{BB962C8B-B14F-4D97-AF65-F5344CB8AC3E}">
        <p14:creationId xmlns:p14="http://schemas.microsoft.com/office/powerpoint/2010/main" val="2626056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3788858"/>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de estrés de software tienen una historia fascinante que se remonta a las primeras décadas de la informática moderna. Han evolucionado desde garantizar la estabilidad de los sistemas mainframe hasta evaluar la resistencia y escalabilidad de las aplicaciones web y móviles en el siglo XXI. El proceso de pruebas incluye la planificación, preparación del entorno, desarrollo de casos de prueba, ejecución, monitoreo, análisis de resultados, informe y, en algunos casos, repetición de pruebas. Métodos como pruebas de estrés, inyección de errores, resistencia a fallas y simulación de desastres se utilizan para evaluar la robustez y resistencia del software. Las pruebas de estrés ofrecen ventajas significativas, como la detección de límites, mejora de estabilidad, preparación para picos de carga, optimización del rendimiento y mejora de la seguridad, pero también pueden presentar desafíos como costos y complejidad.</a:t>
            </a:r>
          </a:p>
        </p:txBody>
      </p:sp>
    </p:spTree>
    <p:extLst>
      <p:ext uri="{BB962C8B-B14F-4D97-AF65-F5344CB8AC3E}">
        <p14:creationId xmlns:p14="http://schemas.microsoft.com/office/powerpoint/2010/main" val="1142121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Carga</a:t>
            </a:r>
          </a:p>
        </p:txBody>
      </p:sp>
    </p:spTree>
    <p:extLst>
      <p:ext uri="{BB962C8B-B14F-4D97-AF65-F5344CB8AC3E}">
        <p14:creationId xmlns:p14="http://schemas.microsoft.com/office/powerpoint/2010/main" val="3686154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4204356"/>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Las pruebas de carga de software son fundamentales en el desarrollo de aplicaciones, actuando como pilares invisibles que sostienen el edificio digital. Desde sus modestos comienzos hasta su esplendor en la era digital, estas pruebas han evolucionado junto con la tecnología misma, asegurando la excelencia operativa y el rendimiento óptimo. El proceso de pruebas implica una planificación estratégica, diseño de escenarios, ejecución de pruebas, análisis de resultados y optimización continua. Se llevan a cabo utilizando herramientas especializadas y técnicas de simulación de carga, con el objetivo de identificar cuellos de botella, optimizar el rendimiento y validar la escalabilidad del sistema. Aunque representan una inversión significativa de recursos y tienen limitaciones en la replicación del mundo real, las pruebas de carga son una inversión valiosa para garantizar el éxito de las aplicaciones, evitando costosos tiempos de inactividad y mejorando la experiencia del usuario.</a:t>
            </a:r>
          </a:p>
        </p:txBody>
      </p:sp>
    </p:spTree>
    <p:extLst>
      <p:ext uri="{BB962C8B-B14F-4D97-AF65-F5344CB8AC3E}">
        <p14:creationId xmlns:p14="http://schemas.microsoft.com/office/powerpoint/2010/main" val="1796939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pic>
        <p:nvPicPr>
          <p:cNvPr id="4" name="Imagen 3">
            <a:extLst>
              <a:ext uri="{FF2B5EF4-FFF2-40B4-BE49-F238E27FC236}">
                <a16:creationId xmlns:a16="http://schemas.microsoft.com/office/drawing/2014/main" id="{FA2760C4-9496-F2B8-AF2F-CA472185BB75}"/>
              </a:ext>
            </a:extLst>
          </p:cNvPr>
          <p:cNvPicPr>
            <a:picLocks noChangeAspect="1"/>
          </p:cNvPicPr>
          <p:nvPr/>
        </p:nvPicPr>
        <p:blipFill>
          <a:blip r:embed="rId2"/>
          <a:stretch>
            <a:fillRect/>
          </a:stretch>
        </p:blipFill>
        <p:spPr>
          <a:xfrm>
            <a:off x="3848100" y="2219642"/>
            <a:ext cx="4495800" cy="2418715"/>
          </a:xfrm>
          <a:prstGeom prst="rect">
            <a:avLst/>
          </a:prstGeom>
        </p:spPr>
      </p:pic>
    </p:spTree>
    <p:extLst>
      <p:ext uri="{BB962C8B-B14F-4D97-AF65-F5344CB8AC3E}">
        <p14:creationId xmlns:p14="http://schemas.microsoft.com/office/powerpoint/2010/main" val="968882586"/>
      </p:ext>
    </p:extLst>
  </p:cSld>
  <p:clrMapOvr>
    <a:masterClrMapping/>
  </p:clrMapOvr>
</p:sld>
</file>

<file path=ppt/theme/theme1.xml><?xml version="1.0" encoding="utf-8"?>
<a:theme xmlns:a="http://schemas.openxmlformats.org/drawingml/2006/main" name="Plantilla Institucional CIISA">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lantilla_Institucional-2021" id="{D6758B44-4591-4742-9426-1DF69164099C}" vid="{2BD42133-B291-4B97-8F0A-E5C885E715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da1ad10-d4bb-41ec-a603-c5fb97d92d9b" xsi:nil="true"/>
    <lcf76f155ced4ddcb4097134ff3c332f xmlns="a78bb83c-f79f-4baf-ae30-fdf209467eca">
      <Terms xmlns="http://schemas.microsoft.com/office/infopath/2007/PartnerControls"/>
    </lcf76f155ced4ddcb4097134ff3c332f>
    <SharedWithUsers xmlns="bda1ad10-d4bb-41ec-a603-c5fb97d92d9b">
      <UserInfo>
        <DisplayName/>
        <AccountId xsi:nil="true"/>
        <AccountType/>
      </UserInfo>
    </SharedWithUsers>
    <MediaLengthInSeconds xmlns="a78bb83c-f79f-4baf-ae30-fdf209467ec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9CD8E051C034CD4AB7AA71D698AE8B30" ma:contentTypeVersion="14" ma:contentTypeDescription="Crear nuevo documento." ma:contentTypeScope="" ma:versionID="ba84be2a6c96e4e44c55bd7316411ed7">
  <xsd:schema xmlns:xsd="http://www.w3.org/2001/XMLSchema" xmlns:xs="http://www.w3.org/2001/XMLSchema" xmlns:p="http://schemas.microsoft.com/office/2006/metadata/properties" xmlns:ns2="bda1ad10-d4bb-41ec-a603-c5fb97d92d9b" xmlns:ns3="a78bb83c-f79f-4baf-ae30-fdf209467eca" targetNamespace="http://schemas.microsoft.com/office/2006/metadata/properties" ma:root="true" ma:fieldsID="41ef44b21c7357b5eadf57dcc10076a1" ns2:_="" ns3:_="">
    <xsd:import namespace="bda1ad10-d4bb-41ec-a603-c5fb97d92d9b"/>
    <xsd:import namespace="a78bb83c-f79f-4baf-ae30-fdf209467ec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a1ad10-d4bb-41ec-a603-c5fb97d92d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d06eb44f-0cc1-4f80-a712-3bf3176deb3c}" ma:internalName="TaxCatchAll" ma:showField="CatchAllData" ma:web="bda1ad10-d4bb-41ec-a603-c5fb97d92d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78bb83c-f79f-4baf-ae30-fdf209467ec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5d370a8b-1d73-4c2e-b75a-e5292e92d2a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D21582-FC00-409E-B0FE-B85F4A2AD932}">
  <ds:schemaRefs>
    <ds:schemaRef ds:uri="http://purl.org/dc/terms/"/>
    <ds:schemaRef ds:uri="bda1ad10-d4bb-41ec-a603-c5fb97d92d9b"/>
    <ds:schemaRef ds:uri="http://schemas.microsoft.com/office/2006/metadata/properties"/>
    <ds:schemaRef ds:uri="http://purl.org/dc/dcmitype/"/>
    <ds:schemaRef ds:uri="http://www.w3.org/XML/1998/namespace"/>
    <ds:schemaRef ds:uri="http://schemas.microsoft.com/office/2006/documentManagement/types"/>
    <ds:schemaRef ds:uri="a78bb83c-f79f-4baf-ae30-fdf209467eca"/>
    <ds:schemaRef ds:uri="http://schemas.microsoft.com/office/infopath/2007/PartnerControl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4661082E-0D03-494C-9BAA-97B6381D5E43}">
  <ds:schemaRefs>
    <ds:schemaRef ds:uri="a78bb83c-f79f-4baf-ae30-fdf209467eca"/>
    <ds:schemaRef ds:uri="bda1ad10-d4bb-41ec-a603-c5fb97d92d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7F4E0E8-DCD7-4FED-941D-0AB556AD80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Plantilla_Institucional-2021_A</Template>
  <TotalTime>58</TotalTime>
  <Words>2596</Words>
  <Application>Microsoft Office PowerPoint</Application>
  <PresentationFormat>Panorámica</PresentationFormat>
  <Paragraphs>65</Paragraphs>
  <Slides>33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33</vt:i4>
      </vt:variant>
    </vt:vector>
  </HeadingPairs>
  <TitlesOfParts>
    <vt:vector size="37" baseType="lpstr">
      <vt:lpstr>Arial</vt:lpstr>
      <vt:lpstr>Calibri</vt:lpstr>
      <vt:lpstr>Gotham</vt:lpstr>
      <vt:lpstr>Plantilla Institucional CIISA</vt:lpstr>
      <vt:lpstr>Unidad 1</vt:lpstr>
      <vt:lpstr>ÍNDICE</vt:lpstr>
      <vt:lpstr>Introducción </vt:lpstr>
      <vt:lpstr>Caja Blanca</vt:lpstr>
      <vt:lpstr>Presentación de PowerPoint</vt:lpstr>
      <vt:lpstr>Presentación de PowerPoint</vt:lpstr>
      <vt:lpstr>Caja Negra</vt:lpstr>
      <vt:lpstr>Mostrando la salida de un ​Bloque PL/SQL​ ​</vt:lpstr>
      <vt:lpstr>Presentación de PowerPoint</vt:lpstr>
      <vt:lpstr>Funcionales</vt:lpstr>
      <vt:lpstr>Uso de variables​ ​</vt:lpstr>
      <vt:lpstr>Unitarias</vt:lpstr>
      <vt:lpstr>Declarar e inicializar variables PL/SQL​</vt:lpstr>
      <vt:lpstr>Componente</vt:lpstr>
      <vt:lpstr>Declarar e inicializar variables PL/SQL​</vt:lpstr>
      <vt:lpstr>Integración</vt:lpstr>
      <vt:lpstr>Declarar e inicializar variables PL/SQL​</vt:lpstr>
      <vt:lpstr>Sistema</vt:lpstr>
      <vt:lpstr>Declarar e inicializar variables PL/SQL​</vt:lpstr>
      <vt:lpstr>Aceptación</vt:lpstr>
      <vt:lpstr>Declarar e inicializar variables PL/SQL​</vt:lpstr>
      <vt:lpstr>Regresión</vt:lpstr>
      <vt:lpstr>Declarar e inicializar variables PL/SQL​</vt:lpstr>
      <vt:lpstr>Declarar e inicializar variables PL/SQL​</vt:lpstr>
      <vt:lpstr>No Funcionales</vt:lpstr>
      <vt:lpstr>Declarar e inicializar variables PL/SQL​</vt:lpstr>
      <vt:lpstr>Seguridad</vt:lpstr>
      <vt:lpstr>Declarar e inicializar variables PL/SQL​</vt:lpstr>
      <vt:lpstr>Estrés</vt:lpstr>
      <vt:lpstr>Declarar e inicializar variables PL/SQL​</vt:lpstr>
      <vt:lpstr>Carga</vt:lpstr>
      <vt:lpstr>Declarar e inicializar variables PL/SQL​</vt:lpstr>
      <vt:lpstr>Declarar e inicializar variables PL/SQL​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creator>César Díaz</dc:creator>
  <cp:lastModifiedBy>Alejandra Bravo Garcia</cp:lastModifiedBy>
  <cp:revision>77</cp:revision>
  <dcterms:created xsi:type="dcterms:W3CDTF">2023-07-19T16:06:31Z</dcterms:created>
  <dcterms:modified xsi:type="dcterms:W3CDTF">2024-06-18T08:03:11Z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0x0101009CD8E051C034CD4AB7AA71D698AE8B30</vt:lpwstr>
  </property>
  <property fmtid="{D5CDD505-2E9C-101B-9397-08002B2CF9AE}" pid="3" name="MediaServiceImageTags">
    <vt:lpwstr/>
  </property>
  <property fmtid="{D5CDD505-2E9C-101B-9397-08002B2CF9AE}" pid="4" name="Order">
    <vt:r8>217300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