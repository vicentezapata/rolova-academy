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omments/modernComment_7BBF58E9_BCC49D8A.xml" ContentType="application/vnd.ms-powerpoint.comments+xml"/>
  <Override PartName="/ppt/comments/modernComment_7BBF58EA_8AC79265.xml" ContentType="application/vnd.ms-powerpoint.comments+xml"/>
  <Override PartName="/ppt/comments/modernComment_7BBF58F5_97C18843.xml" ContentType="application/vnd.ms-powerpoint.comments+xml"/>
  <Override PartName="/ppt/comments/modernComment_7BBF58E7_33C906EB.xml" ContentType="application/vnd.ms-powerpoint.comments+xml"/>
  <Override PartName="/ppt/comments/modernComment_7BBF58E6_43BDDA71.xml" ContentType="application/vnd.ms-powerpoint.comments+xml"/>
  <Override PartName="/ppt/comments/modernComment_7BBF58EB_DEB57F9E.xml" ContentType="application/vnd.ms-powerpoint.comments+xml"/>
  <Override PartName="/ppt/comments/modernComment_7BBF58EC_316E8E30.xml" ContentType="application/vnd.ms-powerpoint.comments+xml"/>
  <Override PartName="/ppt/comments/modernComment_7BBF58E8_73DDF829.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076137705" r:id="rId5"/>
    <p:sldId id="2076137706" r:id="rId6"/>
    <p:sldId id="2076137717" r:id="rId7"/>
    <p:sldId id="2076137703" r:id="rId8"/>
    <p:sldId id="2076137702" r:id="rId9"/>
    <p:sldId id="2076137707" r:id="rId10"/>
    <p:sldId id="2076137708" r:id="rId11"/>
    <p:sldId id="2076137704" r:id="rId12"/>
    <p:sldId id="2076137716" r:id="rId13"/>
    <p:sldId id="2076137720" r:id="rId14"/>
    <p:sldId id="2076137709" r:id="rId15"/>
    <p:sldId id="2076137713" r:id="rId16"/>
    <p:sldId id="2076137721" r:id="rId17"/>
    <p:sldId id="2076137710" r:id="rId18"/>
    <p:sldId id="2076137711" r:id="rId19"/>
    <p:sldId id="207613771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DFE0A-DF80-3E30-C204-25B1D5565698}" name="Alejandra Bravo Garcia" initials="AB" userId="S::alejandra.bravo@ipss.cl::4cf5125d-f567-4a98-9bb5-4ea9ae908f01" providerId="AD"/>
  <p188:author id="{DFC5AA2A-7322-24C3-9B68-AD7395C41981}" name="Alejandra Bravo Garcia" initials="AG" userId="S::abravo@ciisa.cl::4cf5125d-f567-4a98-9bb5-4ea9ae908f01" providerId="AD"/>
  <p188:author id="{ED6C565C-96F3-95F4-3EAF-1F06D7DCD0EB}" name="Jorge Alejandro Bravo Pizarro" initials="" userId="S::jbravo@ciisa.cl::866f4d59-4e3d-4420-8a8b-3d6ddbb5c63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96073"/>
    <a:srgbClr val="798998"/>
    <a:srgbClr val="3C3C3B"/>
    <a:srgbClr val="C7AC7A"/>
    <a:srgbClr val="102B42"/>
    <a:srgbClr val="304B61"/>
    <a:srgbClr val="00263E"/>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94719"/>
  </p:normalViewPr>
  <p:slideViewPr>
    <p:cSldViewPr snapToGrid="0">
      <p:cViewPr varScale="1">
        <p:scale>
          <a:sx n="69" d="100"/>
          <a:sy n="69" d="100"/>
        </p:scale>
        <p:origin x="86" y="32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a Bravo Garcia" userId="S::abravo@ciisa.cl::4cf5125d-f567-4a98-9bb5-4ea9ae908f01" providerId="AD" clId="Web-{7BA15F0B-029B-E7C7-F931-CF0999763482}"/>
    <pc:docChg chg="mod addSld modSld">
      <pc:chgData name="Alejandra Bravo Garcia" userId="S::abravo@ciisa.cl::4cf5125d-f567-4a98-9bb5-4ea9ae908f01" providerId="AD" clId="Web-{7BA15F0B-029B-E7C7-F931-CF0999763482}" dt="2023-09-12T03:31:41.921" v="155" actId="20577"/>
      <pc:docMkLst>
        <pc:docMk/>
      </pc:docMkLst>
      <pc:sldChg chg="addCm">
        <pc:chgData name="Alejandra Bravo Garcia" userId="S::abravo@ciisa.cl::4cf5125d-f567-4a98-9bb5-4ea9ae908f01" providerId="AD" clId="Web-{7BA15F0B-029B-E7C7-F931-CF0999763482}" dt="2023-09-12T03:28:52.463" v="136"/>
        <pc:sldMkLst>
          <pc:docMk/>
          <pc:sldMk cId="1136515697" sldId="207613770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52.463" v="136"/>
              <pc2:cmMkLst xmlns:pc2="http://schemas.microsoft.com/office/powerpoint/2019/9/main/command">
                <pc:docMk/>
                <pc:sldMk cId="1136515697" sldId="2076137702"/>
                <pc2:cmMk id="{E30EEDB4-A314-47FD-8D64-D776ED46A02F}"/>
              </pc2:cmMkLst>
            </pc226:cmChg>
          </p:ext>
        </pc:extLst>
      </pc:sldChg>
      <pc:sldChg chg="addCm">
        <pc:chgData name="Alejandra Bravo Garcia" userId="S::abravo@ciisa.cl::4cf5125d-f567-4a98-9bb5-4ea9ae908f01" providerId="AD" clId="Web-{7BA15F0B-029B-E7C7-F931-CF0999763482}" dt="2023-09-12T03:26:05.270" v="133"/>
        <pc:sldMkLst>
          <pc:docMk/>
          <pc:sldMk cId="868812523" sldId="2076137703"/>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05.270" v="133"/>
              <pc2:cmMkLst xmlns:pc2="http://schemas.microsoft.com/office/powerpoint/2019/9/main/command">
                <pc:docMk/>
                <pc:sldMk cId="868812523" sldId="2076137703"/>
                <pc2:cmMk id="{1EA8D883-5044-4AAA-BBAD-F5A58475186B}"/>
              </pc2:cmMkLst>
            </pc226:cmChg>
          </p:ext>
        </pc:extLst>
      </pc:sldChg>
      <pc:sldChg chg="addCm">
        <pc:chgData name="Alejandra Bravo Garcia" userId="S::abravo@ciisa.cl::4cf5125d-f567-4a98-9bb5-4ea9ae908f01" providerId="AD" clId="Web-{7BA15F0B-029B-E7C7-F931-CF0999763482}" dt="2023-09-12T03:29:58.371" v="138"/>
        <pc:sldMkLst>
          <pc:docMk/>
          <pc:sldMk cId="1943926825" sldId="2076137704"/>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58.371" v="138"/>
              <pc2:cmMkLst xmlns:pc2="http://schemas.microsoft.com/office/powerpoint/2019/9/main/command">
                <pc:docMk/>
                <pc:sldMk cId="1943926825" sldId="2076137704"/>
                <pc2:cmMk id="{EA16C70D-1923-4304-A5D8-45ADC65883D6}"/>
              </pc2:cmMkLst>
            </pc226:cmChg>
          </p:ext>
        </pc:extLst>
      </pc:sldChg>
      <pc:sldChg chg="addCm">
        <pc:chgData name="Alejandra Bravo Garcia" userId="S::abravo@ciisa.cl::4cf5125d-f567-4a98-9bb5-4ea9ae908f01" providerId="AD" clId="Web-{7BA15F0B-029B-E7C7-F931-CF0999763482}" dt="2023-09-12T03:24:24.908" v="130"/>
        <pc:sldMkLst>
          <pc:docMk/>
          <pc:sldMk cId="3167001994" sldId="207613770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12.908" v="129"/>
              <pc2:cmMkLst xmlns:pc2="http://schemas.microsoft.com/office/powerpoint/2019/9/main/command">
                <pc:docMk/>
                <pc:sldMk cId="3167001994" sldId="2076137705"/>
                <pc2:cmMk id="{FDA31033-C313-481E-B661-B5FAF3DCBAFF}"/>
              </pc2:cmMkLst>
            </pc226:cmChg>
            <pc226:cmChg xmlns:pc226="http://schemas.microsoft.com/office/powerpoint/2022/06/main/command" chg="add">
              <pc226:chgData name="Alejandra Bravo Garcia" userId="S::abravo@ciisa.cl::4cf5125d-f567-4a98-9bb5-4ea9ae908f01" providerId="AD" clId="Web-{7BA15F0B-029B-E7C7-F931-CF0999763482}" dt="2023-09-12T03:24:24.908" v="130"/>
              <pc2:cmMkLst xmlns:pc2="http://schemas.microsoft.com/office/powerpoint/2019/9/main/command">
                <pc:docMk/>
                <pc:sldMk cId="3167001994" sldId="2076137705"/>
                <pc2:cmMk id="{6ACC9BD5-3395-4EED-95E2-0F111C252A4D}"/>
              </pc2:cmMkLst>
            </pc226:cmChg>
          </p:ext>
        </pc:extLst>
      </pc:sldChg>
      <pc:sldChg chg="modSp addCm">
        <pc:chgData name="Alejandra Bravo Garcia" userId="S::abravo@ciisa.cl::4cf5125d-f567-4a98-9bb5-4ea9ae908f01" providerId="AD" clId="Web-{7BA15F0B-029B-E7C7-F931-CF0999763482}" dt="2023-09-12T03:24:54.581" v="131"/>
        <pc:sldMkLst>
          <pc:docMk/>
          <pc:sldMk cId="2328334949" sldId="2076137706"/>
        </pc:sldMkLst>
        <pc:spChg chg="mod">
          <ac:chgData name="Alejandra Bravo Garcia" userId="S::abravo@ciisa.cl::4cf5125d-f567-4a98-9bb5-4ea9ae908f01" providerId="AD" clId="Web-{7BA15F0B-029B-E7C7-F931-CF0999763482}" dt="2023-09-12T03:21:55.591" v="4" actId="20577"/>
          <ac:spMkLst>
            <pc:docMk/>
            <pc:sldMk cId="2328334949" sldId="2076137706"/>
            <ac:spMk id="2" creationId="{B6EFDCBE-E499-3103-92A5-28F5D6427A64}"/>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54.581" v="131"/>
              <pc2:cmMkLst xmlns:pc2="http://schemas.microsoft.com/office/powerpoint/2019/9/main/command">
                <pc:docMk/>
                <pc:sldMk cId="2328334949" sldId="2076137706"/>
                <pc2:cmMk id="{389693A5-11B2-4C14-A119-775D20B2A22B}"/>
              </pc2:cmMkLst>
            </pc226:cmChg>
          </p:ext>
        </pc:extLst>
      </pc:sldChg>
      <pc:sldChg chg="addCm">
        <pc:chgData name="Alejandra Bravo Garcia" userId="S::abravo@ciisa.cl::4cf5125d-f567-4a98-9bb5-4ea9ae908f01" providerId="AD" clId="Web-{7BA15F0B-029B-E7C7-F931-CF0999763482}" dt="2023-09-12T03:26:16.771" v="134"/>
        <pc:sldMkLst>
          <pc:docMk/>
          <pc:sldMk cId="3736436638" sldId="207613770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16.771" v="134"/>
              <pc2:cmMkLst xmlns:pc2="http://schemas.microsoft.com/office/powerpoint/2019/9/main/command">
                <pc:docMk/>
                <pc:sldMk cId="3736436638" sldId="2076137707"/>
                <pc2:cmMk id="{07EF16F2-FDF7-459F-8065-373D6580A19D}"/>
              </pc2:cmMkLst>
            </pc226:cmChg>
          </p:ext>
        </pc:extLst>
      </pc:sldChg>
      <pc:sldChg chg="addCm">
        <pc:chgData name="Alejandra Bravo Garcia" userId="S::abravo@ciisa.cl::4cf5125d-f567-4a98-9bb5-4ea9ae908f01" providerId="AD" clId="Web-{7BA15F0B-029B-E7C7-F931-CF0999763482}" dt="2023-09-12T03:29:35.370" v="137"/>
        <pc:sldMkLst>
          <pc:docMk/>
          <pc:sldMk cId="829328944" sldId="207613770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35.370" v="137"/>
              <pc2:cmMkLst xmlns:pc2="http://schemas.microsoft.com/office/powerpoint/2019/9/main/command">
                <pc:docMk/>
                <pc:sldMk cId="829328944" sldId="2076137708"/>
                <pc2:cmMk id="{D267BE4A-61DE-40D3-A24C-59F6D7967C8C}"/>
              </pc2:cmMkLst>
            </pc226:cmChg>
          </p:ext>
        </pc:extLst>
      </pc:sldChg>
      <pc:sldChg chg="addCm">
        <pc:chgData name="Alejandra Bravo Garcia" userId="S::abravo@ciisa.cl::4cf5125d-f567-4a98-9bb5-4ea9ae908f01" providerId="AD" clId="Web-{7BA15F0B-029B-E7C7-F931-CF0999763482}" dt="2023-09-12T03:28:28.478" v="135"/>
        <pc:sldMkLst>
          <pc:docMk/>
          <pc:sldMk cId="3631252662" sldId="207613771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28.478" v="135"/>
              <pc2:cmMkLst xmlns:pc2="http://schemas.microsoft.com/office/powerpoint/2019/9/main/command">
                <pc:docMk/>
                <pc:sldMk cId="3631252662" sldId="2076137712"/>
                <pc2:cmMk id="{0D333014-9AC8-4346-BB09-9D720E4A3858}"/>
              </pc2:cmMkLst>
            </pc226:cmChg>
          </p:ext>
        </pc:extLst>
      </pc:sldChg>
      <pc:sldChg chg="modSp add replId addCm">
        <pc:chgData name="Alejandra Bravo Garcia" userId="S::abravo@ciisa.cl::4cf5125d-f567-4a98-9bb5-4ea9ae908f01" providerId="AD" clId="Web-{7BA15F0B-029B-E7C7-F931-CF0999763482}" dt="2023-09-12T03:25:38.613" v="132"/>
        <pc:sldMkLst>
          <pc:docMk/>
          <pc:sldMk cId="2546042947" sldId="2076137717"/>
        </pc:sldMkLst>
        <pc:spChg chg="mod">
          <ac:chgData name="Alejandra Bravo Garcia" userId="S::abravo@ciisa.cl::4cf5125d-f567-4a98-9bb5-4ea9ae908f01" providerId="AD" clId="Web-{7BA15F0B-029B-E7C7-F931-CF0999763482}" dt="2023-09-12T03:22:39.030" v="21" actId="20577"/>
          <ac:spMkLst>
            <pc:docMk/>
            <pc:sldMk cId="2546042947" sldId="2076137717"/>
            <ac:spMk id="2" creationId="{B6EFDCBE-E499-3103-92A5-28F5D6427A64}"/>
          </ac:spMkLst>
        </pc:spChg>
        <pc:spChg chg="mod">
          <ac:chgData name="Alejandra Bravo Garcia" userId="S::abravo@ciisa.cl::4cf5125d-f567-4a98-9bb5-4ea9ae908f01" providerId="AD" clId="Web-{7BA15F0B-029B-E7C7-F931-CF0999763482}" dt="2023-09-12T03:23:44.032" v="127" actId="20577"/>
          <ac:spMkLst>
            <pc:docMk/>
            <pc:sldMk cId="2546042947" sldId="2076137717"/>
            <ac:spMk id="3" creationId="{E13EDA60-EA13-DE58-247C-0BA1927DF33E}"/>
          </ac:spMkLst>
        </pc:sp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5:38.613" v="132"/>
              <pc2:cmMkLst xmlns:pc2="http://schemas.microsoft.com/office/powerpoint/2019/9/main/command">
                <pc:docMk/>
                <pc:sldMk cId="2546042947" sldId="2076137717"/>
                <pc2:cmMk id="{C1737562-6C8A-463E-B045-4829F6317B19}"/>
              </pc2:cmMkLst>
            </pc226:cmChg>
          </p:ext>
        </pc:extLst>
      </pc:sldChg>
      <pc:sldChg chg="addSp delSp modSp add replId addCm">
        <pc:chgData name="Alejandra Bravo Garcia" userId="S::abravo@ciisa.cl::4cf5125d-f567-4a98-9bb5-4ea9ae908f01" providerId="AD" clId="Web-{7BA15F0B-029B-E7C7-F931-CF0999763482}" dt="2023-09-12T03:31:41.921" v="155" actId="20577"/>
        <pc:sldMkLst>
          <pc:docMk/>
          <pc:sldMk cId="729372892" sldId="2076137718"/>
        </pc:sldMkLst>
        <pc:spChg chg="add mod">
          <ac:chgData name="Alejandra Bravo Garcia" userId="S::abravo@ciisa.cl::4cf5125d-f567-4a98-9bb5-4ea9ae908f01" providerId="AD" clId="Web-{7BA15F0B-029B-E7C7-F931-CF0999763482}" dt="2023-09-12T03:31:41.921" v="155" actId="20577"/>
          <ac:spMkLst>
            <pc:docMk/>
            <pc:sldMk cId="729372892" sldId="2076137718"/>
            <ac:spMk id="2" creationId="{7D6BBE6D-6364-2A96-9BD0-B43BAB212637}"/>
          </ac:spMkLst>
        </pc:spChg>
        <pc:spChg chg="del mod">
          <ac:chgData name="Alejandra Bravo Garcia" userId="S::abravo@ciisa.cl::4cf5125d-f567-4a98-9bb5-4ea9ae908f01" providerId="AD" clId="Web-{7BA15F0B-029B-E7C7-F931-CF0999763482}" dt="2023-09-12T03:30:25.028" v="142"/>
          <ac:spMkLst>
            <pc:docMk/>
            <pc:sldMk cId="729372892" sldId="2076137718"/>
            <ac:spMk id="4" creationId="{89401DFB-4589-4A40-1CF4-5D132DD2EF72}"/>
          </ac:spMkLst>
        </pc:spChg>
        <pc:spChg chg="del">
          <ac:chgData name="Alejandra Bravo Garcia" userId="S::abravo@ciisa.cl::4cf5125d-f567-4a98-9bb5-4ea9ae908f01" providerId="AD" clId="Web-{7BA15F0B-029B-E7C7-F931-CF0999763482}" dt="2023-09-12T03:30:19.637" v="140"/>
          <ac:spMkLst>
            <pc:docMk/>
            <pc:sldMk cId="729372892" sldId="2076137718"/>
            <ac:spMk id="5" creationId="{A2D74E4D-CBE6-A3D9-BD83-ED8A812243ED}"/>
          </ac:spMkLst>
        </pc:spChg>
        <pc:spChg chg="del">
          <ac:chgData name="Alejandra Bravo Garcia" userId="S::abravo@ciisa.cl::4cf5125d-f567-4a98-9bb5-4ea9ae908f01" providerId="AD" clId="Web-{7BA15F0B-029B-E7C7-F931-CF0999763482}" dt="2023-09-12T03:30:28.184" v="144"/>
          <ac:spMkLst>
            <pc:docMk/>
            <pc:sldMk cId="729372892" sldId="2076137718"/>
            <ac:spMk id="6" creationId="{E7A96764-862C-3475-9311-453A659389A3}"/>
          </ac:spMkLst>
        </pc:spChg>
        <pc:picChg chg="del">
          <ac:chgData name="Alejandra Bravo Garcia" userId="S::abravo@ciisa.cl::4cf5125d-f567-4a98-9bb5-4ea9ae908f01" providerId="AD" clId="Web-{7BA15F0B-029B-E7C7-F931-CF0999763482}" dt="2023-09-12T03:30:26.919" v="143"/>
          <ac:picMkLst>
            <pc:docMk/>
            <pc:sldMk cId="729372892" sldId="2076137718"/>
            <ac:picMk id="5122" creationId="{E54C5135-F610-A35E-7081-EC02C10B7FFC}"/>
          </ac:picMkLst>
        </pc:picChg>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31:39.765" v="154"/>
              <pc2:cmMkLst xmlns:pc2="http://schemas.microsoft.com/office/powerpoint/2019/9/main/command">
                <pc:docMk/>
                <pc:sldMk cId="729372892" sldId="2076137718"/>
                <pc2:cmMk id="{A4CF5ACE-D39B-432C-8A7B-88D220DC3AF0}"/>
              </pc2:cmMkLst>
            </pc226:cmChg>
          </p:ext>
        </pc:extLst>
      </pc:sldChg>
    </pc:docChg>
  </pc:docChgLst>
  <pc:docChgLst>
    <pc:chgData name="Alejandra Bravo Garcia" userId="S::abravo@ciisa.cl::4cf5125d-f567-4a98-9bb5-4ea9ae908f01" providerId="AD" clId="Web-{341A84B5-8B6E-3EA9-03A3-74F6E9820380}"/>
    <pc:docChg chg="sldOrd">
      <pc:chgData name="Alejandra Bravo Garcia" userId="S::abravo@ciisa.cl::4cf5125d-f567-4a98-9bb5-4ea9ae908f01" providerId="AD" clId="Web-{341A84B5-8B6E-3EA9-03A3-74F6E9820380}" dt="2023-10-27T15:51:17.925" v="1"/>
      <pc:docMkLst>
        <pc:docMk/>
      </pc:docMkLst>
      <pc:sldChg chg="ord">
        <pc:chgData name="Alejandra Bravo Garcia" userId="S::abravo@ciisa.cl::4cf5125d-f567-4a98-9bb5-4ea9ae908f01" providerId="AD" clId="Web-{341A84B5-8B6E-3EA9-03A3-74F6E9820380}" dt="2023-10-27T15:51:17.925" v="1"/>
        <pc:sldMkLst>
          <pc:docMk/>
          <pc:sldMk cId="242947854" sldId="2076137701"/>
        </pc:sldMkLst>
      </pc:sldChg>
      <pc:sldChg chg="modCm">
        <pc:chgData name="Alejandra Bravo Garcia" userId="S::abravo@ciisa.cl::4cf5125d-f567-4a98-9bb5-4ea9ae908f01" providerId="AD" clId="Web-{341A84B5-8B6E-3EA9-03A3-74F6E9820380}" dt="2023-10-27T15:51:06.831" v="0"/>
        <pc:sldMkLst>
          <pc:docMk/>
          <pc:sldMk cId="3631252662" sldId="2076137712"/>
        </pc:sldMkLst>
        <pc:extLst>
          <p:ext xmlns:p="http://schemas.openxmlformats.org/presentationml/2006/main" uri="{D6D511B9-2390-475A-947B-AFAB55BFBCF1}">
            <pc226:cmChg xmlns:pc226="http://schemas.microsoft.com/office/powerpoint/2022/06/main/command" chg="mod">
              <pc226:chgData name="Alejandra Bravo Garcia" userId="S::abravo@ciisa.cl::4cf5125d-f567-4a98-9bb5-4ea9ae908f01" providerId="AD" clId="Web-{341A84B5-8B6E-3EA9-03A3-74F6E9820380}" dt="2023-10-27T15:51:06.831" v="0"/>
              <pc2:cmMkLst xmlns:pc2="http://schemas.microsoft.com/office/powerpoint/2019/9/main/command">
                <pc:docMk/>
                <pc:sldMk cId="3631252662" sldId="2076137712"/>
                <pc2:cmMk id="{0D333014-9AC8-4346-BB09-9D720E4A3858}"/>
              </pc2:cmMkLst>
            </pc226:cmChg>
          </p:ext>
        </pc:extLst>
      </pc:sldChg>
    </pc:docChg>
  </pc:docChgLst>
  <pc:docChgLst>
    <pc:chgData name="Alejandra Bravo Garcia" userId="S::abravo@ciisa.cl::4cf5125d-f567-4a98-9bb5-4ea9ae908f01" providerId="AD" clId="Web-{6589F081-40D9-A7C8-9580-D96A0F1B5800}"/>
    <pc:docChg chg="addSld modSld">
      <pc:chgData name="Alejandra Bravo Garcia" userId="S::abravo@ciisa.cl::4cf5125d-f567-4a98-9bb5-4ea9ae908f01" providerId="AD" clId="Web-{6589F081-40D9-A7C8-9580-D96A0F1B5800}" dt="2024-03-14T09:41:50.543" v="3"/>
      <pc:docMkLst>
        <pc:docMk/>
      </pc:docMkLst>
      <pc:sldChg chg="addSp delSp modSp add mod replId modClrScheme chgLayout">
        <pc:chgData name="Alejandra Bravo Garcia" userId="S::abravo@ciisa.cl::4cf5125d-f567-4a98-9bb5-4ea9ae908f01" providerId="AD" clId="Web-{6589F081-40D9-A7C8-9580-D96A0F1B5800}" dt="2024-03-14T09:41:50.543" v="3"/>
        <pc:sldMkLst>
          <pc:docMk/>
          <pc:sldMk cId="2488761824" sldId="2076137719"/>
        </pc:sldMkLst>
        <pc:spChg chg="del">
          <ac:chgData name="Alejandra Bravo Garcia" userId="S::abravo@ciisa.cl::4cf5125d-f567-4a98-9bb5-4ea9ae908f01" providerId="AD" clId="Web-{6589F081-40D9-A7C8-9580-D96A0F1B5800}" dt="2024-03-14T09:41:25.433" v="1"/>
          <ac:spMkLst>
            <pc:docMk/>
            <pc:sldMk cId="2488761824" sldId="2076137719"/>
            <ac:spMk id="2" creationId="{7D6BBE6D-6364-2A96-9BD0-B43BAB212637}"/>
          </ac:spMkLst>
        </pc:spChg>
        <pc:spChg chg="add del mod">
          <ac:chgData name="Alejandra Bravo Garcia" userId="S::abravo@ciisa.cl::4cf5125d-f567-4a98-9bb5-4ea9ae908f01" providerId="AD" clId="Web-{6589F081-40D9-A7C8-9580-D96A0F1B5800}" dt="2024-03-14T09:41:50.543" v="3"/>
          <ac:spMkLst>
            <pc:docMk/>
            <pc:sldMk cId="2488761824" sldId="2076137719"/>
            <ac:spMk id="6" creationId="{BB8CCBD9-F387-90A3-9164-76CA2FEAA14E}"/>
          </ac:spMkLst>
        </pc:spChg>
      </pc:sldChg>
    </pc:docChg>
  </pc:docChgLst>
  <pc:docChgLst>
    <pc:chgData name="César Díaz" userId="ed34fad7-0c20-4e51-b35e-19bd778b9593" providerId="ADAL" clId="{6AA14F88-E02C-4444-8F5B-F91059C2D162}"/>
    <pc:docChg chg="undo custSel addSld delSld modSld sldOrd modMainMaster">
      <pc:chgData name="César Díaz" userId="ed34fad7-0c20-4e51-b35e-19bd778b9593" providerId="ADAL" clId="{6AA14F88-E02C-4444-8F5B-F91059C2D162}" dt="2023-08-05T09:40:54.473" v="265"/>
      <pc:docMkLst>
        <pc:docMk/>
      </pc:docMkLst>
      <pc:sldChg chg="modSp del mod">
        <pc:chgData name="César Díaz" userId="ed34fad7-0c20-4e51-b35e-19bd778b9593" providerId="ADAL" clId="{6AA14F88-E02C-4444-8F5B-F91059C2D162}" dt="2023-08-05T08:21:58.323" v="103" actId="2696"/>
        <pc:sldMkLst>
          <pc:docMk/>
          <pc:sldMk cId="2180290103" sldId="263"/>
        </pc:sldMkLst>
        <pc:spChg chg="mod">
          <ac:chgData name="César Díaz" userId="ed34fad7-0c20-4e51-b35e-19bd778b9593" providerId="ADAL" clId="{6AA14F88-E02C-4444-8F5B-F91059C2D162}" dt="2023-08-05T08:15:33.819" v="4" actId="242"/>
          <ac:spMkLst>
            <pc:docMk/>
            <pc:sldMk cId="2180290103" sldId="263"/>
            <ac:spMk id="2" creationId="{1C4898CC-2EB7-701E-6844-7482F6FA4A69}"/>
          </ac:spMkLst>
        </pc:spChg>
      </pc:sldChg>
      <pc:sldChg chg="del">
        <pc:chgData name="César Díaz" userId="ed34fad7-0c20-4e51-b35e-19bd778b9593" providerId="ADAL" clId="{6AA14F88-E02C-4444-8F5B-F91059C2D162}" dt="2023-08-05T08:21:18.507" v="97" actId="2696"/>
        <pc:sldMkLst>
          <pc:docMk/>
          <pc:sldMk cId="2380871566" sldId="2076137697"/>
        </pc:sldMkLst>
      </pc:sldChg>
      <pc:sldChg chg="delSp mod">
        <pc:chgData name="César Díaz" userId="ed34fad7-0c20-4e51-b35e-19bd778b9593" providerId="ADAL" clId="{6AA14F88-E02C-4444-8F5B-F91059C2D162}" dt="2023-08-05T08:14:58.901" v="2" actId="478"/>
        <pc:sldMkLst>
          <pc:docMk/>
          <pc:sldMk cId="242947854" sldId="2076137701"/>
        </pc:sldMkLst>
        <pc:spChg chg="del">
          <ac:chgData name="César Díaz" userId="ed34fad7-0c20-4e51-b35e-19bd778b9593" providerId="ADAL" clId="{6AA14F88-E02C-4444-8F5B-F91059C2D162}" dt="2023-08-05T08:14:58.901" v="2" actId="478"/>
          <ac:spMkLst>
            <pc:docMk/>
            <pc:sldMk cId="242947854" sldId="2076137701"/>
            <ac:spMk id="7" creationId="{E40272B1-8C74-F64E-B653-A5E8C7533142}"/>
          </ac:spMkLst>
        </pc:spChg>
        <pc:picChg chg="del">
          <ac:chgData name="César Díaz" userId="ed34fad7-0c20-4e51-b35e-19bd778b9593" providerId="ADAL" clId="{6AA14F88-E02C-4444-8F5B-F91059C2D162}" dt="2023-08-05T08:14:47.675" v="1" actId="478"/>
          <ac:picMkLst>
            <pc:docMk/>
            <pc:sldMk cId="242947854" sldId="2076137701"/>
            <ac:picMk id="6" creationId="{47099FD4-1A24-DB53-BEB8-EE041AE5C18C}"/>
          </ac:picMkLst>
        </pc:picChg>
      </pc:sldChg>
      <pc:sldChg chg="new">
        <pc:chgData name="César Díaz" userId="ed34fad7-0c20-4e51-b35e-19bd778b9593" providerId="ADAL" clId="{6AA14F88-E02C-4444-8F5B-F91059C2D162}" dt="2023-08-05T08:21:26.339" v="98" actId="680"/>
        <pc:sldMkLst>
          <pc:docMk/>
          <pc:sldMk cId="1136515697" sldId="2076137702"/>
        </pc:sldMkLst>
      </pc:sldChg>
      <pc:sldChg chg="new">
        <pc:chgData name="César Díaz" userId="ed34fad7-0c20-4e51-b35e-19bd778b9593" providerId="ADAL" clId="{6AA14F88-E02C-4444-8F5B-F91059C2D162}" dt="2023-08-05T08:21:31.335" v="99" actId="680"/>
        <pc:sldMkLst>
          <pc:docMk/>
          <pc:sldMk cId="868812523" sldId="2076137703"/>
        </pc:sldMkLst>
      </pc:sldChg>
      <pc:sldChg chg="new ord">
        <pc:chgData name="César Díaz" userId="ed34fad7-0c20-4e51-b35e-19bd778b9593" providerId="ADAL" clId="{6AA14F88-E02C-4444-8F5B-F91059C2D162}" dt="2023-08-05T08:21:41.090" v="102"/>
        <pc:sldMkLst>
          <pc:docMk/>
          <pc:sldMk cId="1943926825" sldId="2076137704"/>
        </pc:sldMkLst>
      </pc:sldChg>
      <pc:sldChg chg="modSp new mod ord">
        <pc:chgData name="César Díaz" userId="ed34fad7-0c20-4e51-b35e-19bd778b9593" providerId="ADAL" clId="{6AA14F88-E02C-4444-8F5B-F91059C2D162}" dt="2023-08-05T08:32:15.067" v="108" actId="27636"/>
        <pc:sldMkLst>
          <pc:docMk/>
          <pc:sldMk cId="3167001994" sldId="2076137705"/>
        </pc:sldMkLst>
        <pc:spChg chg="mod">
          <ac:chgData name="César Díaz" userId="ed34fad7-0c20-4e51-b35e-19bd778b9593" providerId="ADAL" clId="{6AA14F88-E02C-4444-8F5B-F91059C2D162}" dt="2023-08-05T08:32:15.067" v="108" actId="27636"/>
          <ac:spMkLst>
            <pc:docMk/>
            <pc:sldMk cId="3167001994" sldId="2076137705"/>
            <ac:spMk id="2" creationId="{972BB412-0761-08C0-91B5-7D184FDF0428}"/>
          </ac:spMkLst>
        </pc:spChg>
      </pc:sldChg>
      <pc:sldChg chg="modSp new mod ord">
        <pc:chgData name="César Díaz" userId="ed34fad7-0c20-4e51-b35e-19bd778b9593" providerId="ADAL" clId="{6AA14F88-E02C-4444-8F5B-F91059C2D162}" dt="2023-08-05T09:40:54.473" v="265"/>
        <pc:sldMkLst>
          <pc:docMk/>
          <pc:sldMk cId="2328334949" sldId="2076137706"/>
        </pc:sldMkLst>
        <pc:spChg chg="mod">
          <ac:chgData name="César Díaz" userId="ed34fad7-0c20-4e51-b35e-19bd778b9593" providerId="ADAL" clId="{6AA14F88-E02C-4444-8F5B-F91059C2D162}" dt="2023-08-05T09:40:54.473" v="265"/>
          <ac:spMkLst>
            <pc:docMk/>
            <pc:sldMk cId="2328334949" sldId="2076137706"/>
            <ac:spMk id="2" creationId="{B6EFDCBE-E499-3103-92A5-28F5D6427A64}"/>
          </ac:spMkLst>
        </pc:spChg>
      </pc:sldChg>
      <pc:sldChg chg="del">
        <pc:chgData name="César Díaz" userId="ed34fad7-0c20-4e51-b35e-19bd778b9593" providerId="ADAL" clId="{6AA14F88-E02C-4444-8F5B-F91059C2D162}" dt="2023-08-05T08:21:18.507" v="97" actId="2696"/>
        <pc:sldMkLst>
          <pc:docMk/>
          <pc:sldMk cId="3093188721" sldId="2076137721"/>
        </pc:sldMkLst>
      </pc:sldChg>
      <pc:sldChg chg="new del">
        <pc:chgData name="César Díaz" userId="ed34fad7-0c20-4e51-b35e-19bd778b9593" providerId="ADAL" clId="{6AA14F88-E02C-4444-8F5B-F91059C2D162}" dt="2023-08-05T08:21:18.507" v="97" actId="2696"/>
        <pc:sldMkLst>
          <pc:docMk/>
          <pc:sldMk cId="824086885" sldId="2076137722"/>
        </pc:sldMkLst>
      </pc:sldChg>
      <pc:sldChg chg="del">
        <pc:chgData name="César Díaz" userId="ed34fad7-0c20-4e51-b35e-19bd778b9593" providerId="ADAL" clId="{6AA14F88-E02C-4444-8F5B-F91059C2D162}" dt="2023-08-05T08:14:27.881" v="0" actId="2696"/>
        <pc:sldMkLst>
          <pc:docMk/>
          <pc:sldMk cId="2375113497" sldId="2076137722"/>
        </pc:sldMkLst>
      </pc:sldChg>
      <pc:sldChg chg="del">
        <pc:chgData name="César Díaz" userId="ed34fad7-0c20-4e51-b35e-19bd778b9593" providerId="ADAL" clId="{6AA14F88-E02C-4444-8F5B-F91059C2D162}" dt="2023-08-05T08:14:27.881" v="0" actId="2696"/>
        <pc:sldMkLst>
          <pc:docMk/>
          <pc:sldMk cId="2561145371" sldId="2076137723"/>
        </pc:sldMkLst>
      </pc:sldChg>
      <pc:sldChg chg="del">
        <pc:chgData name="César Díaz" userId="ed34fad7-0c20-4e51-b35e-19bd778b9593" providerId="ADAL" clId="{6AA14F88-E02C-4444-8F5B-F91059C2D162}" dt="2023-08-05T08:14:27.881" v="0" actId="2696"/>
        <pc:sldMkLst>
          <pc:docMk/>
          <pc:sldMk cId="1882251725" sldId="2076137724"/>
        </pc:sldMkLst>
      </pc:sldChg>
      <pc:sldChg chg="del">
        <pc:chgData name="César Díaz" userId="ed34fad7-0c20-4e51-b35e-19bd778b9593" providerId="ADAL" clId="{6AA14F88-E02C-4444-8F5B-F91059C2D162}" dt="2023-08-05T08:14:27.881" v="0" actId="2696"/>
        <pc:sldMkLst>
          <pc:docMk/>
          <pc:sldMk cId="720776564" sldId="2076137725"/>
        </pc:sldMkLst>
      </pc:sldChg>
      <pc:sldChg chg="del">
        <pc:chgData name="César Díaz" userId="ed34fad7-0c20-4e51-b35e-19bd778b9593" providerId="ADAL" clId="{6AA14F88-E02C-4444-8F5B-F91059C2D162}" dt="2023-08-05T08:14:27.881" v="0" actId="2696"/>
        <pc:sldMkLst>
          <pc:docMk/>
          <pc:sldMk cId="2090911809" sldId="2076137726"/>
        </pc:sldMkLst>
      </pc:sldChg>
      <pc:sldChg chg="del">
        <pc:chgData name="César Díaz" userId="ed34fad7-0c20-4e51-b35e-19bd778b9593" providerId="ADAL" clId="{6AA14F88-E02C-4444-8F5B-F91059C2D162}" dt="2023-08-05T08:14:27.881" v="0" actId="2696"/>
        <pc:sldMkLst>
          <pc:docMk/>
          <pc:sldMk cId="1135814727" sldId="2076137727"/>
        </pc:sldMkLst>
      </pc:sldChg>
      <pc:sldChg chg="del">
        <pc:chgData name="César Díaz" userId="ed34fad7-0c20-4e51-b35e-19bd778b9593" providerId="ADAL" clId="{6AA14F88-E02C-4444-8F5B-F91059C2D162}" dt="2023-08-05T08:14:27.881" v="0" actId="2696"/>
        <pc:sldMkLst>
          <pc:docMk/>
          <pc:sldMk cId="1872769915" sldId="2076137728"/>
        </pc:sldMkLst>
      </pc:sldChg>
      <pc:sldChg chg="del">
        <pc:chgData name="César Díaz" userId="ed34fad7-0c20-4e51-b35e-19bd778b9593" providerId="ADAL" clId="{6AA14F88-E02C-4444-8F5B-F91059C2D162}" dt="2023-08-05T08:14:27.881" v="0" actId="2696"/>
        <pc:sldMkLst>
          <pc:docMk/>
          <pc:sldMk cId="399057769" sldId="2076137732"/>
        </pc:sldMkLst>
      </pc:sldChg>
      <pc:sldChg chg="del">
        <pc:chgData name="César Díaz" userId="ed34fad7-0c20-4e51-b35e-19bd778b9593" providerId="ADAL" clId="{6AA14F88-E02C-4444-8F5B-F91059C2D162}" dt="2023-08-05T08:14:27.881" v="0" actId="2696"/>
        <pc:sldMkLst>
          <pc:docMk/>
          <pc:sldMk cId="3395306383" sldId="2076137733"/>
        </pc:sldMkLst>
      </pc:sldChg>
      <pc:sldChg chg="del">
        <pc:chgData name="César Díaz" userId="ed34fad7-0c20-4e51-b35e-19bd778b9593" providerId="ADAL" clId="{6AA14F88-E02C-4444-8F5B-F91059C2D162}" dt="2023-08-05T08:14:27.881" v="0" actId="2696"/>
        <pc:sldMkLst>
          <pc:docMk/>
          <pc:sldMk cId="1561499501" sldId="2076137734"/>
        </pc:sldMkLst>
      </pc:sldChg>
      <pc:sldChg chg="del">
        <pc:chgData name="César Díaz" userId="ed34fad7-0c20-4e51-b35e-19bd778b9593" providerId="ADAL" clId="{6AA14F88-E02C-4444-8F5B-F91059C2D162}" dt="2023-08-05T08:14:27.881" v="0" actId="2696"/>
        <pc:sldMkLst>
          <pc:docMk/>
          <pc:sldMk cId="265105091" sldId="2076137735"/>
        </pc:sldMkLst>
      </pc:sldChg>
      <pc:sldChg chg="del">
        <pc:chgData name="César Díaz" userId="ed34fad7-0c20-4e51-b35e-19bd778b9593" providerId="ADAL" clId="{6AA14F88-E02C-4444-8F5B-F91059C2D162}" dt="2023-08-05T08:14:27.881" v="0" actId="2696"/>
        <pc:sldMkLst>
          <pc:docMk/>
          <pc:sldMk cId="3501716721" sldId="2076137736"/>
        </pc:sldMkLst>
      </pc:sldChg>
      <pc:sldMasterChg chg="mod addSldLayout delSldLayout modSldLayout sldLayoutOrd">
        <pc:chgData name="César Díaz" userId="ed34fad7-0c20-4e51-b35e-19bd778b9593" providerId="ADAL" clId="{6AA14F88-E02C-4444-8F5B-F91059C2D162}" dt="2023-08-05T09:39:40.309" v="255"/>
        <pc:sldMasterMkLst>
          <pc:docMk/>
          <pc:sldMasterMk cId="2491898207" sldId="2147483660"/>
        </pc:sldMasterMkLst>
        <pc:sldLayoutChg chg="addSp delSp modSp mod ord">
          <pc:chgData name="César Díaz" userId="ed34fad7-0c20-4e51-b35e-19bd778b9593" providerId="ADAL" clId="{6AA14F88-E02C-4444-8F5B-F91059C2D162}" dt="2023-08-05T09:25:25.794" v="209"/>
          <pc:sldLayoutMkLst>
            <pc:docMk/>
            <pc:sldMasterMk cId="2491898207" sldId="2147483660"/>
            <pc:sldLayoutMk cId="193636416" sldId="2147483661"/>
          </pc:sldLayoutMkLst>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 creationId="{9817448B-2CEF-84E7-B6FA-7BB6FEB8825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3" creationId="{5776D17F-7F16-5A42-76CA-EED9FCC89CE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4" creationId="{9E8D7D9A-DF18-26A4-34C1-B1E2E48E836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5" creationId="{247629C2-A7BF-BC0C-91E7-81CD72988FB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6" creationId="{AA3DD3D1-1868-5C62-71B8-9A4FB1645FAA}"/>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7" creationId="{BCAC5671-9085-57BB-3279-5C0C5839505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8" creationId="{A0FA0B4D-7436-83DD-ED4B-B814975C153B}"/>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9" creationId="{16EC5FB8-3747-83C8-8212-989451117C6F}"/>
            </ac:spMkLst>
          </pc:spChg>
          <pc:spChg chg="mod">
            <ac:chgData name="César Díaz" userId="ed34fad7-0c20-4e51-b35e-19bd778b9593" providerId="ADAL" clId="{6AA14F88-E02C-4444-8F5B-F91059C2D162}" dt="2023-08-05T08:16:51.884" v="6" actId="242"/>
            <ac:spMkLst>
              <pc:docMk/>
              <pc:sldMasterMk cId="2491898207" sldId="2147483660"/>
              <pc:sldLayoutMk cId="193636416" sldId="2147483661"/>
              <ac:spMk id="10" creationId="{00000000-0000-0000-0000-000000000000}"/>
            </ac:spMkLst>
          </pc:spChg>
          <pc:spChg chg="del mod">
            <ac:chgData name="César Díaz" userId="ed34fad7-0c20-4e51-b35e-19bd778b9593" providerId="ADAL" clId="{6AA14F88-E02C-4444-8F5B-F91059C2D162}" dt="2023-08-05T08:45:27.548" v="117" actId="478"/>
            <ac:spMkLst>
              <pc:docMk/>
              <pc:sldMasterMk cId="2491898207" sldId="2147483660"/>
              <pc:sldLayoutMk cId="193636416" sldId="2147483661"/>
              <ac:spMk id="11" creationId="{00000000-0000-0000-0000-00000000000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2" creationId="{93AC3A46-D850-3CC0-F2DA-A4B88862D95F}"/>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3" creationId="{D6A85713-F37E-2E30-6DE4-590324B3010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4" creationId="{33A5133A-990C-3AD7-F110-3AC6711EC511}"/>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5" creationId="{1AC3AC07-CF6C-2BCC-8079-CB6498D5B898}"/>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6" creationId="{878DC026-789E-247B-5EE2-7ABE6123717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7" creationId="{9E644528-F9C1-F809-4F87-88D7BEB551A6}"/>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8" creationId="{94F88725-49A8-81C9-9FCD-70EC301BE9AD}"/>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19" creationId="{5D1DA822-57EC-C377-2617-FFC29D0CD560}"/>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0" creationId="{F7C2753B-6611-FE21-3CB3-E63CC80CC279}"/>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1" creationId="{C9F2E952-D510-95AA-D18E-30731A54A443}"/>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2" creationId="{DC6DD388-16DF-6E9B-ADE8-1F907A776FB7}"/>
            </ac:spMkLst>
          </pc:spChg>
          <pc:spChg chg="add del mod">
            <ac:chgData name="César Díaz" userId="ed34fad7-0c20-4e51-b35e-19bd778b9593" providerId="ADAL" clId="{6AA14F88-E02C-4444-8F5B-F91059C2D162}" dt="2023-08-05T08:45:19.783" v="115"/>
            <ac:spMkLst>
              <pc:docMk/>
              <pc:sldMasterMk cId="2491898207" sldId="2147483660"/>
              <pc:sldLayoutMk cId="193636416" sldId="2147483661"/>
              <ac:spMk id="23" creationId="{4188D6B5-27E0-C906-1C7A-F1D155ABD3F6}"/>
            </ac:spMkLst>
          </pc:spChg>
          <pc:spChg chg="add mod">
            <ac:chgData name="César Díaz" userId="ed34fad7-0c20-4e51-b35e-19bd778b9593" providerId="ADAL" clId="{6AA14F88-E02C-4444-8F5B-F91059C2D162}" dt="2023-08-05T08:50:20.257" v="139" actId="14100"/>
            <ac:spMkLst>
              <pc:docMk/>
              <pc:sldMasterMk cId="2491898207" sldId="2147483660"/>
              <pc:sldLayoutMk cId="193636416" sldId="2147483661"/>
              <ac:spMk id="24" creationId="{9F27A9AB-A7BE-9FA7-F500-F6CF68A77BF7}"/>
            </ac:spMkLst>
          </pc:spChg>
          <pc:spChg chg="add mod ord">
            <ac:chgData name="César Díaz" userId="ed34fad7-0c20-4e51-b35e-19bd778b9593" providerId="ADAL" clId="{6AA14F88-E02C-4444-8F5B-F91059C2D162}" dt="2023-08-05T08:52:11.553" v="146" actId="692"/>
            <ac:spMkLst>
              <pc:docMk/>
              <pc:sldMasterMk cId="2491898207" sldId="2147483660"/>
              <pc:sldLayoutMk cId="193636416" sldId="2147483661"/>
              <ac:spMk id="25" creationId="{711C8671-DA54-2D1F-2A56-D6D9731A934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6" creationId="{010BEBA7-CEE1-EC05-6FC7-80ECB9C2A25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7" creationId="{DE0EC932-4212-D8A0-C313-D0046EA8D78F}"/>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8" creationId="{88124312-F651-F7F0-EC25-ED909E32D95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29" creationId="{324F877B-8AB3-CC61-386F-DBA2C712DA1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0" creationId="{B7E52825-42F9-05A0-DB1D-9202A71B6DF5}"/>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1" creationId="{C631DFEF-9DB9-E2FE-7877-D5AAA530218F}"/>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2" creationId="{403A76AC-0A65-B663-7B7C-C9B4FE822E92}"/>
            </ac:spMkLst>
          </pc:spChg>
          <pc:spChg chg="add del mod">
            <ac:chgData name="César Díaz" userId="ed34fad7-0c20-4e51-b35e-19bd778b9593" providerId="ADAL" clId="{6AA14F88-E02C-4444-8F5B-F91059C2D162}" dt="2023-08-05T08:59:27.993" v="159" actId="21"/>
            <ac:spMkLst>
              <pc:docMk/>
              <pc:sldMasterMk cId="2491898207" sldId="2147483660"/>
              <pc:sldLayoutMk cId="193636416" sldId="2147483661"/>
              <ac:spMk id="33" creationId="{F8E2413A-D43F-A9A0-61A2-A5DA3CEE7090}"/>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4" creationId="{3FEA2B92-F0EB-8615-BA7A-12E1A12657B7}"/>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5" creationId="{2FE5F5F4-2E47-B8E2-553E-69E18A5FFCD1}"/>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6" creationId="{3AFD068C-FADD-C44B-4F9B-4AC7F71D501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7" creationId="{43D4CA4E-339C-5132-7A08-8AB147A86F3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8" creationId="{8A12D3FD-1E2D-EF97-D45A-8F3254B135DB}"/>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39" creationId="{7E2D2219-51DE-8F83-ED49-F4FE322044B9}"/>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0" creationId="{33851F51-6E08-5A42-5479-EB65200EA398}"/>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1" creationId="{A2EF1C64-5780-0366-9619-88BBFC5D04DD}"/>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2" creationId="{4A015501-4EC3-402F-6DB2-FFDB50F24186}"/>
            </ac:spMkLst>
          </pc:spChg>
          <pc:spChg chg="add mod">
            <ac:chgData name="César Díaz" userId="ed34fad7-0c20-4e51-b35e-19bd778b9593" providerId="ADAL" clId="{6AA14F88-E02C-4444-8F5B-F91059C2D162}" dt="2023-08-05T08:45:45.932" v="119" actId="164"/>
            <ac:spMkLst>
              <pc:docMk/>
              <pc:sldMasterMk cId="2491898207" sldId="2147483660"/>
              <pc:sldLayoutMk cId="193636416" sldId="2147483661"/>
              <ac:spMk id="43" creationId="{69E73F3A-FFDD-C091-24FB-9AB9CB89E761}"/>
            </ac:spMkLst>
          </pc:spChg>
          <pc:spChg chg="add del mod">
            <ac:chgData name="César Díaz" userId="ed34fad7-0c20-4e51-b35e-19bd778b9593" providerId="ADAL" clId="{6AA14F88-E02C-4444-8F5B-F91059C2D162}" dt="2023-08-05T09:24:58.907" v="206" actId="478"/>
            <ac:spMkLst>
              <pc:docMk/>
              <pc:sldMasterMk cId="2491898207" sldId="2147483660"/>
              <pc:sldLayoutMk cId="193636416" sldId="2147483661"/>
              <ac:spMk id="45" creationId="{A669CD1B-0E03-ABA9-763C-5D948F0B8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6" creationId="{A7A49B42-AACC-50B4-5169-545FD38EF97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7" creationId="{024370F0-34C6-0E0F-CB33-03242E12CDC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8" creationId="{69D70CA9-6E37-6D42-5FB7-082BDD4D2EB8}"/>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49" creationId="{16C714F7-4D1F-30F6-E01E-D1584A21F7E9}"/>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0" creationId="{FBABC6A1-BDEE-C126-FE63-3E26C8FDB2AA}"/>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1" creationId="{4CBC9838-6FED-0DAE-51FA-884081CB6EDF}"/>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2" creationId="{8873EAA1-D211-0415-3BC5-86045F127F3B}"/>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3" creationId="{2AA0CDC5-FFFA-1CF4-78CA-A36553387595}"/>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4" creationId="{7BF320BB-3E12-2A4F-9337-3C1D924A7553}"/>
            </ac:spMkLst>
          </pc:spChg>
          <pc:spChg chg="add del mod">
            <ac:chgData name="César Díaz" userId="ed34fad7-0c20-4e51-b35e-19bd778b9593" providerId="ADAL" clId="{6AA14F88-E02C-4444-8F5B-F91059C2D162}" dt="2023-08-05T09:25:07.534" v="207" actId="478"/>
            <ac:spMkLst>
              <pc:docMk/>
              <pc:sldMasterMk cId="2491898207" sldId="2147483660"/>
              <pc:sldLayoutMk cId="193636416" sldId="2147483661"/>
              <ac:spMk id="55" creationId="{4823E324-6B33-8391-7441-5ED3CD47BD47}"/>
            </ac:spMkLst>
          </pc:spChg>
          <pc:spChg chg="add mod">
            <ac:chgData name="César Díaz" userId="ed34fad7-0c20-4e51-b35e-19bd778b9593" providerId="ADAL" clId="{6AA14F88-E02C-4444-8F5B-F91059C2D162}" dt="2023-08-05T09:25:25.794" v="209"/>
            <ac:spMkLst>
              <pc:docMk/>
              <pc:sldMasterMk cId="2491898207" sldId="2147483660"/>
              <pc:sldLayoutMk cId="193636416" sldId="2147483661"/>
              <ac:spMk id="56" creationId="{25AF31D7-DDAD-AE10-0239-B0B639942F05}"/>
            </ac:spMkLst>
          </pc:spChg>
          <pc:grpChg chg="add del mod">
            <ac:chgData name="César Díaz" userId="ed34fad7-0c20-4e51-b35e-19bd778b9593" providerId="ADAL" clId="{6AA14F88-E02C-4444-8F5B-F91059C2D162}" dt="2023-08-05T08:59:30.763" v="160" actId="478"/>
            <ac:grpSpMkLst>
              <pc:docMk/>
              <pc:sldMasterMk cId="2491898207" sldId="2147483660"/>
              <pc:sldLayoutMk cId="193636416" sldId="2147483661"/>
              <ac:grpSpMk id="44" creationId="{7EC77878-C4D2-183D-D7B7-228BCC143CB3}"/>
            </ac:grpSpMkLst>
          </pc:grpChg>
        </pc:sldLayoutChg>
        <pc:sldLayoutChg chg="addSp modSp mod">
          <pc:chgData name="César Díaz" userId="ed34fad7-0c20-4e51-b35e-19bd778b9593" providerId="ADAL" clId="{6AA14F88-E02C-4444-8F5B-F91059C2D162}" dt="2023-08-05T08:32:31.880" v="110" actId="14100"/>
          <pc:sldLayoutMkLst>
            <pc:docMk/>
            <pc:sldMasterMk cId="2491898207" sldId="2147483660"/>
            <pc:sldLayoutMk cId="639590872" sldId="2147483662"/>
          </pc:sldLayoutMkLst>
          <pc:spChg chg="mod">
            <ac:chgData name="César Díaz" userId="ed34fad7-0c20-4e51-b35e-19bd778b9593" providerId="ADAL" clId="{6AA14F88-E02C-4444-8F5B-F91059C2D162}" dt="2023-08-05T08:18:02.592" v="89" actId="14100"/>
            <ac:spMkLst>
              <pc:docMk/>
              <pc:sldMasterMk cId="2491898207" sldId="2147483660"/>
              <pc:sldLayoutMk cId="639590872" sldId="2147483662"/>
              <ac:spMk id="4" creationId="{F39BCFA7-EFF0-AE3A-4D5A-F54C59C5A639}"/>
            </ac:spMkLst>
          </pc:spChg>
          <pc:spChg chg="mod">
            <ac:chgData name="César Díaz" userId="ed34fad7-0c20-4e51-b35e-19bd778b9593" providerId="ADAL" clId="{6AA14F88-E02C-4444-8F5B-F91059C2D162}" dt="2023-08-05T08:18:11.248" v="90" actId="14100"/>
            <ac:spMkLst>
              <pc:docMk/>
              <pc:sldMasterMk cId="2491898207" sldId="2147483660"/>
              <pc:sldLayoutMk cId="639590872" sldId="2147483662"/>
              <ac:spMk id="5" creationId="{4329DCCD-8CF6-9BA5-1F82-4885C19BA23B}"/>
            </ac:spMkLst>
          </pc:spChg>
          <pc:picChg chg="add mod">
            <ac:chgData name="César Díaz" userId="ed34fad7-0c20-4e51-b35e-19bd778b9593" providerId="ADAL" clId="{6AA14F88-E02C-4444-8F5B-F91059C2D162}" dt="2023-08-05T08:32:31.880" v="110" actId="14100"/>
            <ac:picMkLst>
              <pc:docMk/>
              <pc:sldMasterMk cId="2491898207" sldId="2147483660"/>
              <pc:sldLayoutMk cId="639590872" sldId="2147483662"/>
              <ac:picMk id="3" creationId="{826DD118-0008-9744-EE2F-668939AD7CF2}"/>
            </ac:picMkLst>
          </pc:picChg>
        </pc:sldLayoutChg>
        <pc:sldLayoutChg chg="modSp mod">
          <pc:chgData name="César Díaz" userId="ed34fad7-0c20-4e51-b35e-19bd778b9593" providerId="ADAL" clId="{6AA14F88-E02C-4444-8F5B-F91059C2D162}" dt="2023-08-05T09:30:56.244" v="240" actId="6014"/>
          <pc:sldLayoutMkLst>
            <pc:docMk/>
            <pc:sldMasterMk cId="2491898207" sldId="2147483660"/>
            <pc:sldLayoutMk cId="3411197885" sldId="2147483663"/>
          </pc:sldLayoutMkLst>
          <pc:spChg chg="mod">
            <ac:chgData name="César Díaz" userId="ed34fad7-0c20-4e51-b35e-19bd778b9593" providerId="ADAL" clId="{6AA14F88-E02C-4444-8F5B-F91059C2D162}" dt="2023-08-05T08:18:33.751" v="91"/>
            <ac:spMkLst>
              <pc:docMk/>
              <pc:sldMasterMk cId="2491898207" sldId="2147483660"/>
              <pc:sldLayoutMk cId="3411197885" sldId="2147483663"/>
              <ac:spMk id="2" creationId="{0BBA8F40-9B3F-63B9-DD8C-BB01669C23EF}"/>
            </ac:spMkLst>
          </pc:spChg>
        </pc:sldLayoutChg>
        <pc:sldLayoutChg chg="add del mod ord modTransition">
          <pc:chgData name="César Díaz" userId="ed34fad7-0c20-4e51-b35e-19bd778b9593" providerId="ADAL" clId="{6AA14F88-E02C-4444-8F5B-F91059C2D162}" dt="2023-08-05T09:25:35.226" v="210" actId="2696"/>
          <pc:sldLayoutMkLst>
            <pc:docMk/>
            <pc:sldMasterMk cId="2491898207" sldId="2147483660"/>
            <pc:sldLayoutMk cId="3986583989" sldId="2147483664"/>
          </pc:sldLayoutMkLst>
        </pc:sldLayoutChg>
        <pc:sldLayoutChg chg="addSp delSp modSp add mod ord modTransition">
          <pc:chgData name="César Díaz" userId="ed34fad7-0c20-4e51-b35e-19bd778b9593" providerId="ADAL" clId="{6AA14F88-E02C-4444-8F5B-F91059C2D162}" dt="2023-08-05T09:39:40.309" v="255"/>
          <pc:sldLayoutMkLst>
            <pc:docMk/>
            <pc:sldMasterMk cId="2491898207" sldId="2147483660"/>
            <pc:sldLayoutMk cId="1993959781" sldId="2147483665"/>
          </pc:sldLayoutMkLst>
          <pc:spChg chg="add del mod">
            <ac:chgData name="César Díaz" userId="ed34fad7-0c20-4e51-b35e-19bd778b9593" providerId="ADAL" clId="{6AA14F88-E02C-4444-8F5B-F91059C2D162}" dt="2023-08-05T09:39:11.595" v="243" actId="478"/>
            <ac:spMkLst>
              <pc:docMk/>
              <pc:sldMasterMk cId="2491898207" sldId="2147483660"/>
              <pc:sldLayoutMk cId="1993959781" sldId="2147483665"/>
              <ac:spMk id="2" creationId="{35BA3E18-D985-4059-32CF-2403DEA9DAFB}"/>
            </ac:spMkLst>
          </pc:spChg>
          <pc:spChg chg="mod">
            <ac:chgData name="César Díaz" userId="ed34fad7-0c20-4e51-b35e-19bd778b9593" providerId="ADAL" clId="{6AA14F88-E02C-4444-8F5B-F91059C2D162}" dt="2023-08-05T09:39:40.309" v="255"/>
            <ac:spMkLst>
              <pc:docMk/>
              <pc:sldMasterMk cId="2491898207" sldId="2147483660"/>
              <pc:sldLayoutMk cId="1993959781" sldId="2147483665"/>
              <ac:spMk id="10" creationId="{00000000-0000-0000-0000-000000000000}"/>
            </ac:spMkLst>
          </pc:spChg>
          <pc:spChg chg="mod">
            <ac:chgData name="César Díaz" userId="ed34fad7-0c20-4e51-b35e-19bd778b9593" providerId="ADAL" clId="{6AA14F88-E02C-4444-8F5B-F91059C2D162}" dt="2023-08-05T09:29:51.252" v="238" actId="207"/>
            <ac:spMkLst>
              <pc:docMk/>
              <pc:sldMasterMk cId="2491898207" sldId="2147483660"/>
              <pc:sldLayoutMk cId="1993959781" sldId="2147483665"/>
              <ac:spMk id="45" creationId="{A669CD1B-0E03-ABA9-763C-5D948F0B8EB8}"/>
            </ac:spMkLst>
          </pc:spChg>
          <pc:spChg chg="del mod">
            <ac:chgData name="César Díaz" userId="ed34fad7-0c20-4e51-b35e-19bd778b9593" providerId="ADAL" clId="{6AA14F88-E02C-4444-8F5B-F91059C2D162}" dt="2023-08-05T09:05:21.463" v="202" actId="478"/>
            <ac:spMkLst>
              <pc:docMk/>
              <pc:sldMasterMk cId="2491898207" sldId="2147483660"/>
              <pc:sldLayoutMk cId="1993959781" sldId="2147483665"/>
              <ac:spMk id="46" creationId="{A7A49B42-AACC-50B4-5169-545FD38EF97B}"/>
            </ac:spMkLst>
          </pc:spChg>
          <pc:spChg chg="mod">
            <ac:chgData name="César Díaz" userId="ed34fad7-0c20-4e51-b35e-19bd778b9593" providerId="ADAL" clId="{6AA14F88-E02C-4444-8F5B-F91059C2D162}" dt="2023-08-05T09:26:25.934" v="212" actId="14100"/>
            <ac:spMkLst>
              <pc:docMk/>
              <pc:sldMasterMk cId="2491898207" sldId="2147483660"/>
              <pc:sldLayoutMk cId="1993959781" sldId="2147483665"/>
              <ac:spMk id="47" creationId="{024370F0-34C6-0E0F-CB33-03242E12CDC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8" creationId="{69D70CA9-6E37-6D42-5FB7-082BDD4D2EB8}"/>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49" creationId="{16C714F7-4D1F-30F6-E01E-D1584A21F7E9}"/>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0" creationId="{FBABC6A1-BDEE-C126-FE63-3E26C8FDB2AA}"/>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1" creationId="{4CBC9838-6FED-0DAE-51FA-884081CB6EDF}"/>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2" creationId="{8873EAA1-D211-0415-3BC5-86045F127F3B}"/>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3" creationId="{2AA0CDC5-FFFA-1CF4-78CA-A36553387595}"/>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4" creationId="{7BF320BB-3E12-2A4F-9337-3C1D924A7553}"/>
            </ac:spMkLst>
          </pc:spChg>
          <pc:spChg chg="del">
            <ac:chgData name="César Díaz" userId="ed34fad7-0c20-4e51-b35e-19bd778b9593" providerId="ADAL" clId="{6AA14F88-E02C-4444-8F5B-F91059C2D162}" dt="2023-08-05T09:03:56.957" v="187" actId="478"/>
            <ac:spMkLst>
              <pc:docMk/>
              <pc:sldMasterMk cId="2491898207" sldId="2147483660"/>
              <pc:sldLayoutMk cId="1993959781" sldId="2147483665"/>
              <ac:spMk id="55" creationId="{4823E324-6B33-8391-7441-5ED3CD47BD47}"/>
            </ac:spMkLst>
          </pc:spChg>
          <pc:picChg chg="add mod">
            <ac:chgData name="César Díaz" userId="ed34fad7-0c20-4e51-b35e-19bd778b9593" providerId="ADAL" clId="{6AA14F88-E02C-4444-8F5B-F91059C2D162}" dt="2023-08-05T09:39:28.203" v="248" actId="1076"/>
            <ac:picMkLst>
              <pc:docMk/>
              <pc:sldMasterMk cId="2491898207" sldId="2147483660"/>
              <pc:sldLayoutMk cId="1993959781" sldId="2147483665"/>
              <ac:picMk id="4" creationId="{EC37FD03-A8F4-6CC0-494F-F7761EB371DE}"/>
            </ac:picMkLst>
          </pc:picChg>
        </pc:sldLayoutChg>
      </pc:sldMasterChg>
    </pc:docChg>
  </pc:docChgLst>
  <pc:docChgLst>
    <pc:chgData name="Alejandra Bravo Garcia" userId="4cf5125d-f567-4a98-9bb5-4ea9ae908f01" providerId="ADAL" clId="{76A75E3C-6110-4EE5-9FDC-A39E9D557BE1}"/>
    <pc:docChg chg="">
      <pc:chgData name="Alejandra Bravo Garcia" userId="4cf5125d-f567-4a98-9bb5-4ea9ae908f01" providerId="ADAL" clId="{76A75E3C-6110-4EE5-9FDC-A39E9D557BE1}" dt="2024-06-18T08:03:46.780" v="0"/>
      <pc:docMkLst>
        <pc:docMk/>
      </pc:docMkLst>
      <pc:sldChg chg="modCm">
        <pc:chgData name="Alejandra Bravo Garcia" userId="4cf5125d-f567-4a98-9bb5-4ea9ae908f01" providerId="ADAL" clId="{76A75E3C-6110-4EE5-9FDC-A39E9D557BE1}" dt="2024-06-18T08:03:46.780" v="0"/>
        <pc:sldMkLst>
          <pc:docMk/>
          <pc:sldMk cId="2328334949" sldId="2076137706"/>
        </pc:sldMkLst>
        <pc:extLst>
          <p:ext xmlns:p="http://schemas.openxmlformats.org/presentationml/2006/main" uri="{D6D511B9-2390-475A-947B-AFAB55BFBCF1}">
            <pc226:cmChg xmlns:pc226="http://schemas.microsoft.com/office/powerpoint/2022/06/main/command" chg="mod modTsk">
              <pc226:chgData name="Alejandra Bravo Garcia" userId="4cf5125d-f567-4a98-9bb5-4ea9ae908f01" providerId="ADAL" clId="{76A75E3C-6110-4EE5-9FDC-A39E9D557BE1}" dt="2024-06-18T08:03:46.780" v="0"/>
              <pc2:cmMkLst xmlns:pc2="http://schemas.microsoft.com/office/powerpoint/2019/9/main/command">
                <pc:docMk/>
                <pc:sldMk cId="2328334949" sldId="2076137706"/>
                <pc2:cmMk id="{389693A5-11B2-4C14-A119-775D20B2A22B}"/>
              </pc2:cmMkLst>
              <pc226:cmRplyChg chg="add">
                <pc226:chgData name="Alejandra Bravo Garcia" userId="4cf5125d-f567-4a98-9bb5-4ea9ae908f01" providerId="ADAL" clId="{76A75E3C-6110-4EE5-9FDC-A39E9D557BE1}" dt="2024-06-18T08:03:46.780" v="0"/>
                <pc2:cmRplyMkLst xmlns:pc2="http://schemas.microsoft.com/office/powerpoint/2019/9/main/command">
                  <pc:docMk/>
                  <pc:sldMk cId="2328334949" sldId="2076137706"/>
                  <pc2:cmMk id="{389693A5-11B2-4C14-A119-775D20B2A22B}"/>
                  <pc2:cmRplyMk id="{D66C948B-3EB9-4A26-B512-31B3ACAE4EF5}"/>
                </pc2:cmRplyMkLst>
              </pc226:cmRplyChg>
            </pc226:cmChg>
          </p:ext>
        </pc:extLst>
      </pc:sldChg>
    </pc:docChg>
  </pc:docChgLst>
  <pc:docChgLst>
    <pc:chgData name="César Díaz" userId="ed34fad7-0c20-4e51-b35e-19bd778b9593" providerId="ADAL" clId="{51ACDB2D-09DD-490E-A1C2-29B24CBAEA85}"/>
    <pc:docChg chg="custSel modSld modMainMaster">
      <pc:chgData name="César Díaz" userId="ed34fad7-0c20-4e51-b35e-19bd778b9593" providerId="ADAL" clId="{51ACDB2D-09DD-490E-A1C2-29B24CBAEA85}" dt="2023-08-08T17:01:27.407" v="8" actId="14100"/>
      <pc:docMkLst>
        <pc:docMk/>
      </pc:docMkLst>
      <pc:sldChg chg="addSp delSp modSp mod">
        <pc:chgData name="César Díaz" userId="ed34fad7-0c20-4e51-b35e-19bd778b9593" providerId="ADAL" clId="{51ACDB2D-09DD-490E-A1C2-29B24CBAEA85}" dt="2023-08-08T16:51:13.533" v="3" actId="21"/>
        <pc:sldMkLst>
          <pc:docMk/>
          <pc:sldMk cId="3167001994" sldId="2076137705"/>
        </pc:sldMkLst>
        <pc:picChg chg="add del mod">
          <ac:chgData name="César Díaz" userId="ed34fad7-0c20-4e51-b35e-19bd778b9593" providerId="ADAL" clId="{51ACDB2D-09DD-490E-A1C2-29B24CBAEA85}" dt="2023-08-08T16:51:13.533" v="3" actId="21"/>
          <ac:picMkLst>
            <pc:docMk/>
            <pc:sldMk cId="3167001994" sldId="2076137705"/>
            <ac:picMk id="5" creationId="{7D7459A5-8102-94A7-EEE8-64E872E249FD}"/>
          </ac:picMkLst>
        </pc:picChg>
      </pc:sldChg>
      <pc:sldMasterChg chg="modSldLayout">
        <pc:chgData name="César Díaz" userId="ed34fad7-0c20-4e51-b35e-19bd778b9593" providerId="ADAL" clId="{51ACDB2D-09DD-490E-A1C2-29B24CBAEA85}" dt="2023-08-08T17:01:27.407" v="8" actId="14100"/>
        <pc:sldMasterMkLst>
          <pc:docMk/>
          <pc:sldMasterMk cId="2491898207" sldId="2147483660"/>
        </pc:sldMasterMkLst>
        <pc:sldLayoutChg chg="addSp delSp modSp mod">
          <pc:chgData name="César Díaz" userId="ed34fad7-0c20-4e51-b35e-19bd778b9593" providerId="ADAL" clId="{51ACDB2D-09DD-490E-A1C2-29B24CBAEA85}" dt="2023-08-08T17:01:27.407" v="8" actId="14100"/>
          <pc:sldLayoutMkLst>
            <pc:docMk/>
            <pc:sldMasterMk cId="2491898207" sldId="2147483660"/>
            <pc:sldLayoutMk cId="639590872" sldId="2147483662"/>
          </pc:sldLayoutMkLst>
          <pc:picChg chg="add mod">
            <ac:chgData name="César Díaz" userId="ed34fad7-0c20-4e51-b35e-19bd778b9593" providerId="ADAL" clId="{51ACDB2D-09DD-490E-A1C2-29B24CBAEA85}" dt="2023-08-08T17:01:27.407" v="8" actId="14100"/>
            <ac:picMkLst>
              <pc:docMk/>
              <pc:sldMasterMk cId="2491898207" sldId="2147483660"/>
              <pc:sldLayoutMk cId="639590872" sldId="2147483662"/>
              <ac:picMk id="2" creationId="{56246E2A-FF94-6B4F-980C-12E7E5DF0CB8}"/>
            </ac:picMkLst>
          </pc:picChg>
          <pc:picChg chg="del">
            <ac:chgData name="César Díaz" userId="ed34fad7-0c20-4e51-b35e-19bd778b9593" providerId="ADAL" clId="{51ACDB2D-09DD-490E-A1C2-29B24CBAEA85}" dt="2023-08-08T16:51:33.751" v="6" actId="478"/>
            <ac:picMkLst>
              <pc:docMk/>
              <pc:sldMasterMk cId="2491898207" sldId="2147483660"/>
              <pc:sldLayoutMk cId="639590872" sldId="2147483662"/>
              <ac:picMk id="3" creationId="{826DD118-0008-9744-EE2F-668939AD7CF2}"/>
            </ac:picMkLst>
          </pc:picChg>
        </pc:sldLayoutChg>
      </pc:sldMasterChg>
    </pc:docChg>
  </pc:docChgLst>
  <pc:docChgLst>
    <pc:chgData name="Jorge Alejandro Bravo Pizarro" userId="866f4d59-4e3d-4420-8a8b-3d6ddbb5c639" providerId="ADAL" clId="{524D6C03-291C-4944-AD03-AE97280217EF}"/>
    <pc:docChg chg="undo custSel addSld delSld modSld sldOrd">
      <pc:chgData name="Jorge Alejandro Bravo Pizarro" userId="866f4d59-4e3d-4420-8a8b-3d6ddbb5c639" providerId="ADAL" clId="{524D6C03-291C-4944-AD03-AE97280217EF}" dt="2024-06-05T14:51:05.918" v="450" actId="1076"/>
      <pc:docMkLst>
        <pc:docMk/>
      </pc:docMkLst>
      <pc:sldChg chg="addSp delSp modSp mod modCm">
        <pc:chgData name="Jorge Alejandro Bravo Pizarro" userId="866f4d59-4e3d-4420-8a8b-3d6ddbb5c639" providerId="ADAL" clId="{524D6C03-291C-4944-AD03-AE97280217EF}" dt="2024-06-05T14:29:31.378" v="279" actId="1076"/>
        <pc:sldMkLst>
          <pc:docMk/>
          <pc:sldMk cId="1136515697" sldId="2076137702"/>
        </pc:sldMkLst>
        <pc:spChg chg="add del mod">
          <ac:chgData name="Jorge Alejandro Bravo Pizarro" userId="866f4d59-4e3d-4420-8a8b-3d6ddbb5c639" providerId="ADAL" clId="{524D6C03-291C-4944-AD03-AE97280217EF}" dt="2024-06-05T14:28:33.836" v="271"/>
          <ac:spMkLst>
            <pc:docMk/>
            <pc:sldMk cId="1136515697" sldId="2076137702"/>
            <ac:spMk id="2" creationId="{20BC3918-4CF2-C3E7-92C5-24EA2E1983AF}"/>
          </ac:spMkLst>
        </pc:spChg>
        <pc:spChg chg="add mod">
          <ac:chgData name="Jorge Alejandro Bravo Pizarro" userId="866f4d59-4e3d-4420-8a8b-3d6ddbb5c639" providerId="ADAL" clId="{524D6C03-291C-4944-AD03-AE97280217EF}" dt="2024-06-05T14:29:31.378" v="279" actId="1076"/>
          <ac:spMkLst>
            <pc:docMk/>
            <pc:sldMk cId="1136515697" sldId="2076137702"/>
            <ac:spMk id="3" creationId="{2A7BF873-53DC-D508-8E6A-31A26DB43DA6}"/>
          </ac:spMkLst>
        </pc:spChg>
        <pc:picChg chg="del">
          <ac:chgData name="Jorge Alejandro Bravo Pizarro" userId="866f4d59-4e3d-4420-8a8b-3d6ddbb5c639" providerId="ADAL" clId="{524D6C03-291C-4944-AD03-AE97280217EF}" dt="2024-06-05T14:25:59.644" v="236" actId="478"/>
          <ac:picMkLst>
            <pc:docMk/>
            <pc:sldMk cId="1136515697" sldId="2076137702"/>
            <ac:picMk id="4" creationId="{7E0A5725-EB83-A829-7460-CA7FA618AF8E}"/>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25:59.803" v="237" actId="2056"/>
              <pc2:cmMkLst xmlns:pc2="http://schemas.microsoft.com/office/powerpoint/2019/9/main/command">
                <pc:docMk/>
                <pc:sldMk cId="1136515697" sldId="2076137702"/>
                <pc2:cmMk id="{E30EEDB4-A314-47FD-8D64-D776ED46A02F}"/>
              </pc2:cmMkLst>
            </pc226:cmChg>
          </p:ext>
        </pc:extLst>
      </pc:sldChg>
      <pc:sldChg chg="modSp mod">
        <pc:chgData name="Jorge Alejandro Bravo Pizarro" userId="866f4d59-4e3d-4420-8a8b-3d6ddbb5c639" providerId="ADAL" clId="{524D6C03-291C-4944-AD03-AE97280217EF}" dt="2024-06-05T14:25:56.320" v="235" actId="20577"/>
        <pc:sldMkLst>
          <pc:docMk/>
          <pc:sldMk cId="868812523" sldId="2076137703"/>
        </pc:sldMkLst>
        <pc:spChg chg="mod">
          <ac:chgData name="Jorge Alejandro Bravo Pizarro" userId="866f4d59-4e3d-4420-8a8b-3d6ddbb5c639" providerId="ADAL" clId="{524D6C03-291C-4944-AD03-AE97280217EF}" dt="2024-06-05T14:25:56.320" v="235" actId="20577"/>
          <ac:spMkLst>
            <pc:docMk/>
            <pc:sldMk cId="868812523" sldId="2076137703"/>
            <ac:spMk id="2" creationId="{A3C1683D-3F2C-514D-52C2-E5502AEA6BCB}"/>
          </ac:spMkLst>
        </pc:spChg>
      </pc:sldChg>
      <pc:sldChg chg="addSp delSp modSp mod modCm">
        <pc:chgData name="Jorge Alejandro Bravo Pizarro" userId="866f4d59-4e3d-4420-8a8b-3d6ddbb5c639" providerId="ADAL" clId="{524D6C03-291C-4944-AD03-AE97280217EF}" dt="2024-06-05T14:42:59.669" v="373" actId="12"/>
        <pc:sldMkLst>
          <pc:docMk/>
          <pc:sldMk cId="1943926825" sldId="2076137704"/>
        </pc:sldMkLst>
        <pc:spChg chg="mod">
          <ac:chgData name="Jorge Alejandro Bravo Pizarro" userId="866f4d59-4e3d-4420-8a8b-3d6ddbb5c639" providerId="ADAL" clId="{524D6C03-291C-4944-AD03-AE97280217EF}" dt="2024-06-05T14:42:59.669" v="373" actId="12"/>
          <ac:spMkLst>
            <pc:docMk/>
            <pc:sldMk cId="1943926825" sldId="2076137704"/>
            <ac:spMk id="2" creationId="{65692239-D7A4-8289-9A70-5DE5384D5E01}"/>
          </ac:spMkLst>
        </pc:spChg>
        <pc:spChg chg="add mod">
          <ac:chgData name="Jorge Alejandro Bravo Pizarro" userId="866f4d59-4e3d-4420-8a8b-3d6ddbb5c639" providerId="ADAL" clId="{524D6C03-291C-4944-AD03-AE97280217EF}" dt="2024-06-05T14:33:32.196" v="319" actId="20577"/>
          <ac:spMkLst>
            <pc:docMk/>
            <pc:sldMk cId="1943926825" sldId="2076137704"/>
            <ac:spMk id="3" creationId="{21C67940-C0A3-CF45-BF15-5740B4BE67E0}"/>
          </ac:spMkLst>
        </pc:spChg>
        <pc:spChg chg="add mod">
          <ac:chgData name="Jorge Alejandro Bravo Pizarro" userId="866f4d59-4e3d-4420-8a8b-3d6ddbb5c639" providerId="ADAL" clId="{524D6C03-291C-4944-AD03-AE97280217EF}" dt="2024-06-05T14:35:01.004" v="359"/>
          <ac:spMkLst>
            <pc:docMk/>
            <pc:sldMk cId="1943926825" sldId="2076137704"/>
            <ac:spMk id="4" creationId="{B6038E9E-B23E-B759-B8DE-12F66AD9AB91}"/>
          </ac:spMkLst>
        </pc:spChg>
        <pc:picChg chg="del">
          <ac:chgData name="Jorge Alejandro Bravo Pizarro" userId="866f4d59-4e3d-4420-8a8b-3d6ddbb5c639" providerId="ADAL" clId="{524D6C03-291C-4944-AD03-AE97280217EF}" dt="2024-06-05T14:31:16.944" v="300" actId="478"/>
          <ac:picMkLst>
            <pc:docMk/>
            <pc:sldMk cId="1943926825" sldId="2076137704"/>
            <ac:picMk id="2050" creationId="{3F21FD4D-CAA2-76D4-8B35-B7D0509C8200}"/>
          </ac:picMkLst>
        </pc:pic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31:16.957" v="301" actId="2056"/>
              <pc2:cmMkLst xmlns:pc2="http://schemas.microsoft.com/office/powerpoint/2019/9/main/command">
                <pc:docMk/>
                <pc:sldMk cId="1943926825" sldId="2076137704"/>
                <pc2:cmMk id="{EA16C70D-1923-4304-A5D8-45ADC65883D6}"/>
              </pc2:cmMkLst>
            </pc226:cmChg>
          </p:ext>
        </pc:extLst>
      </pc:sldChg>
      <pc:sldChg chg="modSp mod modCm">
        <pc:chgData name="Jorge Alejandro Bravo Pizarro" userId="866f4d59-4e3d-4420-8a8b-3d6ddbb5c639" providerId="ADAL" clId="{524D6C03-291C-4944-AD03-AE97280217EF}" dt="2024-06-05T14:19:45.859" v="64" actId="20577"/>
        <pc:sldMkLst>
          <pc:docMk/>
          <pc:sldMk cId="3167001994" sldId="2076137705"/>
        </pc:sldMkLst>
        <pc:spChg chg="mod">
          <ac:chgData name="Jorge Alejandro Bravo Pizarro" userId="866f4d59-4e3d-4420-8a8b-3d6ddbb5c639" providerId="ADAL" clId="{524D6C03-291C-4944-AD03-AE97280217EF}" dt="2024-06-05T14:19:28.936" v="1" actId="20577"/>
          <ac:spMkLst>
            <pc:docMk/>
            <pc:sldMk cId="3167001994" sldId="2076137705"/>
            <ac:spMk id="2" creationId="{972BB412-0761-08C0-91B5-7D184FDF0428}"/>
          </ac:spMkLst>
        </pc:spChg>
        <pc:spChg chg="mod">
          <ac:chgData name="Jorge Alejandro Bravo Pizarro" userId="866f4d59-4e3d-4420-8a8b-3d6ddbb5c639" providerId="ADAL" clId="{524D6C03-291C-4944-AD03-AE97280217EF}" dt="2024-06-05T14:19:45.859" v="64"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Jorge Alejandro Bravo Pizarro" userId="866f4d59-4e3d-4420-8a8b-3d6ddbb5c639" providerId="ADAL" clId="{524D6C03-291C-4944-AD03-AE97280217EF}" dt="2024-06-05T14:19:45.859" v="64" actId="20577"/>
              <pc2:cmMkLst xmlns:pc2="http://schemas.microsoft.com/office/powerpoint/2019/9/main/command">
                <pc:docMk/>
                <pc:sldMk cId="3167001994" sldId="2076137705"/>
                <pc2:cmMk id="{6ACC9BD5-3395-4EED-95E2-0F111C252A4D}"/>
              </pc2:cmMkLst>
            </pc226:cmChg>
          </p:ext>
        </pc:extLst>
      </pc:sldChg>
      <pc:sldChg chg="addSp delSp modSp mod">
        <pc:chgData name="Jorge Alejandro Bravo Pizarro" userId="866f4d59-4e3d-4420-8a8b-3d6ddbb5c639" providerId="ADAL" clId="{524D6C03-291C-4944-AD03-AE97280217EF}" dt="2024-06-05T14:25:30.759" v="212" actId="20577"/>
        <pc:sldMkLst>
          <pc:docMk/>
          <pc:sldMk cId="2328334949" sldId="2076137706"/>
        </pc:sldMkLst>
        <pc:spChg chg="mod">
          <ac:chgData name="Jorge Alejandro Bravo Pizarro" userId="866f4d59-4e3d-4420-8a8b-3d6ddbb5c639" providerId="ADAL" clId="{524D6C03-291C-4944-AD03-AE97280217EF}" dt="2024-06-05T14:25:30.759" v="212" actId="20577"/>
          <ac:spMkLst>
            <pc:docMk/>
            <pc:sldMk cId="2328334949" sldId="2076137706"/>
            <ac:spMk id="3" creationId="{E13EDA60-EA13-DE58-247C-0BA1927DF33E}"/>
          </ac:spMkLst>
        </pc:spChg>
        <pc:spChg chg="add del mod">
          <ac:chgData name="Jorge Alejandro Bravo Pizarro" userId="866f4d59-4e3d-4420-8a8b-3d6ddbb5c639" providerId="ADAL" clId="{524D6C03-291C-4944-AD03-AE97280217EF}" dt="2024-06-05T14:20:15.244" v="97"/>
          <ac:spMkLst>
            <pc:docMk/>
            <pc:sldMk cId="2328334949" sldId="2076137706"/>
            <ac:spMk id="4" creationId="{242AF140-04F9-37F3-F72E-749FAE581430}"/>
          </ac:spMkLst>
        </pc:spChg>
        <pc:spChg chg="add del mod">
          <ac:chgData name="Jorge Alejandro Bravo Pizarro" userId="866f4d59-4e3d-4420-8a8b-3d6ddbb5c639" providerId="ADAL" clId="{524D6C03-291C-4944-AD03-AE97280217EF}" dt="2024-06-05T14:20:16.271" v="99"/>
          <ac:spMkLst>
            <pc:docMk/>
            <pc:sldMk cId="2328334949" sldId="2076137706"/>
            <ac:spMk id="5" creationId="{16AF99DC-C7D1-C468-B48D-E56E2418C25C}"/>
          </ac:spMkLst>
        </pc:spChg>
        <pc:spChg chg="add del mod">
          <ac:chgData name="Jorge Alejandro Bravo Pizarro" userId="866f4d59-4e3d-4420-8a8b-3d6ddbb5c639" providerId="ADAL" clId="{524D6C03-291C-4944-AD03-AE97280217EF}" dt="2024-06-05T14:20:32.021" v="114"/>
          <ac:spMkLst>
            <pc:docMk/>
            <pc:sldMk cId="2328334949" sldId="2076137706"/>
            <ac:spMk id="6" creationId="{8DB14618-48DE-F118-9C71-46E63C2EDFEE}"/>
          </ac:spMkLst>
        </pc:spChg>
      </pc:sldChg>
      <pc:sldChg chg="modSp mod">
        <pc:chgData name="Jorge Alejandro Bravo Pizarro" userId="866f4d59-4e3d-4420-8a8b-3d6ddbb5c639" providerId="ADAL" clId="{524D6C03-291C-4944-AD03-AE97280217EF}" dt="2024-06-05T14:29:43.599" v="291" actId="20577"/>
        <pc:sldMkLst>
          <pc:docMk/>
          <pc:sldMk cId="3736436638" sldId="2076137707"/>
        </pc:sldMkLst>
        <pc:spChg chg="mod">
          <ac:chgData name="Jorge Alejandro Bravo Pizarro" userId="866f4d59-4e3d-4420-8a8b-3d6ddbb5c639" providerId="ADAL" clId="{524D6C03-291C-4944-AD03-AE97280217EF}" dt="2024-06-05T14:29:43.599" v="291" actId="20577"/>
          <ac:spMkLst>
            <pc:docMk/>
            <pc:sldMk cId="3736436638" sldId="2076137707"/>
            <ac:spMk id="2" creationId="{A3C1683D-3F2C-514D-52C2-E5502AEA6BCB}"/>
          </ac:spMkLst>
        </pc:spChg>
      </pc:sldChg>
      <pc:sldChg chg="addSp modSp mod">
        <pc:chgData name="Jorge Alejandro Bravo Pizarro" userId="866f4d59-4e3d-4420-8a8b-3d6ddbb5c639" providerId="ADAL" clId="{524D6C03-291C-4944-AD03-AE97280217EF}" dt="2024-06-05T14:30:58.486" v="299" actId="20577"/>
        <pc:sldMkLst>
          <pc:docMk/>
          <pc:sldMk cId="829328944" sldId="2076137708"/>
        </pc:sldMkLst>
        <pc:spChg chg="add mod">
          <ac:chgData name="Jorge Alejandro Bravo Pizarro" userId="866f4d59-4e3d-4420-8a8b-3d6ddbb5c639" providerId="ADAL" clId="{524D6C03-291C-4944-AD03-AE97280217EF}" dt="2024-06-05T14:30:58.486" v="299" actId="20577"/>
          <ac:spMkLst>
            <pc:docMk/>
            <pc:sldMk cId="829328944" sldId="2076137708"/>
            <ac:spMk id="3" creationId="{41EA7C5A-B8A2-74CE-3F3C-D46254F8EDEF}"/>
          </ac:spMkLst>
        </pc:spChg>
      </pc:sldChg>
      <pc:sldChg chg="addSp delSp modSp mod">
        <pc:chgData name="Jorge Alejandro Bravo Pizarro" userId="866f4d59-4e3d-4420-8a8b-3d6ddbb5c639" providerId="ADAL" clId="{524D6C03-291C-4944-AD03-AE97280217EF}" dt="2024-06-05T14:46:24.126" v="403" actId="12"/>
        <pc:sldMkLst>
          <pc:docMk/>
          <pc:sldMk cId="694389719" sldId="2076137709"/>
        </pc:sldMkLst>
        <pc:spChg chg="add del mod">
          <ac:chgData name="Jorge Alejandro Bravo Pizarro" userId="866f4d59-4e3d-4420-8a8b-3d6ddbb5c639" providerId="ADAL" clId="{524D6C03-291C-4944-AD03-AE97280217EF}" dt="2024-06-05T14:45:33.071" v="401"/>
          <ac:spMkLst>
            <pc:docMk/>
            <pc:sldMk cId="694389719" sldId="2076137709"/>
            <ac:spMk id="3" creationId="{62A7D5B7-D664-FB3A-9715-6D3B0AE668C5}"/>
          </ac:spMkLst>
        </pc:spChg>
        <pc:spChg chg="add mod">
          <ac:chgData name="Jorge Alejandro Bravo Pizarro" userId="866f4d59-4e3d-4420-8a8b-3d6ddbb5c639" providerId="ADAL" clId="{524D6C03-291C-4944-AD03-AE97280217EF}" dt="2024-06-05T14:46:24.126" v="403" actId="12"/>
          <ac:spMkLst>
            <pc:docMk/>
            <pc:sldMk cId="694389719" sldId="2076137709"/>
            <ac:spMk id="4" creationId="{9823DD53-074A-AD44-7078-7DFF5F00BB41}"/>
          </ac:spMkLst>
        </pc:spChg>
      </pc:sldChg>
      <pc:sldChg chg="addSp modSp mod">
        <pc:chgData name="Jorge Alejandro Bravo Pizarro" userId="866f4d59-4e3d-4420-8a8b-3d6ddbb5c639" providerId="ADAL" clId="{524D6C03-291C-4944-AD03-AE97280217EF}" dt="2024-06-05T14:49:45.935" v="433" actId="1076"/>
        <pc:sldMkLst>
          <pc:docMk/>
          <pc:sldMk cId="3734186721" sldId="2076137710"/>
        </pc:sldMkLst>
        <pc:spChg chg="add mod">
          <ac:chgData name="Jorge Alejandro Bravo Pizarro" userId="866f4d59-4e3d-4420-8a8b-3d6ddbb5c639" providerId="ADAL" clId="{524D6C03-291C-4944-AD03-AE97280217EF}" dt="2024-06-05T14:49:45.935" v="433" actId="1076"/>
          <ac:spMkLst>
            <pc:docMk/>
            <pc:sldMk cId="3734186721" sldId="2076137710"/>
            <ac:spMk id="3" creationId="{6FB5D704-7EC5-2FD6-69CA-90F1F6A87857}"/>
          </ac:spMkLst>
        </pc:spChg>
      </pc:sldChg>
      <pc:sldChg chg="addSp delSp modSp mod">
        <pc:chgData name="Jorge Alejandro Bravo Pizarro" userId="866f4d59-4e3d-4420-8a8b-3d6ddbb5c639" providerId="ADAL" clId="{524D6C03-291C-4944-AD03-AE97280217EF}" dt="2024-06-05T14:50:33.666" v="443" actId="123"/>
        <pc:sldMkLst>
          <pc:docMk/>
          <pc:sldMk cId="571905608" sldId="2076137711"/>
        </pc:sldMkLst>
        <pc:spChg chg="del mod">
          <ac:chgData name="Jorge Alejandro Bravo Pizarro" userId="866f4d59-4e3d-4420-8a8b-3d6ddbb5c639" providerId="ADAL" clId="{524D6C03-291C-4944-AD03-AE97280217EF}" dt="2024-06-05T14:50:07.239" v="436" actId="478"/>
          <ac:spMkLst>
            <pc:docMk/>
            <pc:sldMk cId="571905608" sldId="2076137711"/>
            <ac:spMk id="2" creationId="{A3C1683D-3F2C-514D-52C2-E5502AEA6BCB}"/>
          </ac:spMkLst>
        </pc:spChg>
        <pc:spChg chg="add del mod">
          <ac:chgData name="Jorge Alejandro Bravo Pizarro" userId="866f4d59-4e3d-4420-8a8b-3d6ddbb5c639" providerId="ADAL" clId="{524D6C03-291C-4944-AD03-AE97280217EF}" dt="2024-06-05T14:50:08.980" v="437" actId="478"/>
          <ac:spMkLst>
            <pc:docMk/>
            <pc:sldMk cId="571905608" sldId="2076137711"/>
            <ac:spMk id="4" creationId="{A5A65666-52CB-26E0-A4CF-73EE85FF115E}"/>
          </ac:spMkLst>
        </pc:spChg>
        <pc:spChg chg="add mod">
          <ac:chgData name="Jorge Alejandro Bravo Pizarro" userId="866f4d59-4e3d-4420-8a8b-3d6ddbb5c639" providerId="ADAL" clId="{524D6C03-291C-4944-AD03-AE97280217EF}" dt="2024-06-05T14:50:33.666" v="443" actId="123"/>
          <ac:spMkLst>
            <pc:docMk/>
            <pc:sldMk cId="571905608" sldId="2076137711"/>
            <ac:spMk id="5" creationId="{A8789196-F472-F410-1820-3749FCB90315}"/>
          </ac:spMkLst>
        </pc:spChg>
      </pc:sldChg>
      <pc:sldChg chg="addSp delSp modSp mod">
        <pc:chgData name="Jorge Alejandro Bravo Pizarro" userId="866f4d59-4e3d-4420-8a8b-3d6ddbb5c639" providerId="ADAL" clId="{524D6C03-291C-4944-AD03-AE97280217EF}" dt="2024-06-05T14:47:37.339" v="415" actId="14100"/>
        <pc:sldMkLst>
          <pc:docMk/>
          <pc:sldMk cId="536104298" sldId="2076137713"/>
        </pc:sldMkLst>
        <pc:spChg chg="add mod">
          <ac:chgData name="Jorge Alejandro Bravo Pizarro" userId="866f4d59-4e3d-4420-8a8b-3d6ddbb5c639" providerId="ADAL" clId="{524D6C03-291C-4944-AD03-AE97280217EF}" dt="2024-06-05T14:47:37.339" v="415" actId="14100"/>
          <ac:spMkLst>
            <pc:docMk/>
            <pc:sldMk cId="536104298" sldId="2076137713"/>
            <ac:spMk id="2" creationId="{586DDEB3-B320-CE5D-2869-B75C2BE5A0A4}"/>
          </ac:spMkLst>
        </pc:spChg>
        <pc:spChg chg="del">
          <ac:chgData name="Jorge Alejandro Bravo Pizarro" userId="866f4d59-4e3d-4420-8a8b-3d6ddbb5c639" providerId="ADAL" clId="{524D6C03-291C-4944-AD03-AE97280217EF}" dt="2024-06-05T14:47:01.181" v="407" actId="478"/>
          <ac:spMkLst>
            <pc:docMk/>
            <pc:sldMk cId="536104298" sldId="2076137713"/>
            <ac:spMk id="4" creationId="{50FEBFAF-F16F-D3D3-04EB-C957FF331333}"/>
          </ac:spMkLst>
        </pc:spChg>
        <pc:spChg chg="del">
          <ac:chgData name="Jorge Alejandro Bravo Pizarro" userId="866f4d59-4e3d-4420-8a8b-3d6ddbb5c639" providerId="ADAL" clId="{524D6C03-291C-4944-AD03-AE97280217EF}" dt="2024-06-05T14:47:02.603" v="408" actId="478"/>
          <ac:spMkLst>
            <pc:docMk/>
            <pc:sldMk cId="536104298" sldId="2076137713"/>
            <ac:spMk id="5" creationId="{396D43B6-C001-8635-3ECC-22C243D08BBD}"/>
          </ac:spMkLst>
        </pc:spChg>
        <pc:spChg chg="del mod">
          <ac:chgData name="Jorge Alejandro Bravo Pizarro" userId="866f4d59-4e3d-4420-8a8b-3d6ddbb5c639" providerId="ADAL" clId="{524D6C03-291C-4944-AD03-AE97280217EF}" dt="2024-06-05T14:46:57.794" v="405" actId="478"/>
          <ac:spMkLst>
            <pc:docMk/>
            <pc:sldMk cId="536104298" sldId="2076137713"/>
            <ac:spMk id="6" creationId="{C5827CDD-A6E4-25EA-3A20-58D43697366D}"/>
          </ac:spMkLst>
        </pc:spChg>
        <pc:spChg chg="del">
          <ac:chgData name="Jorge Alejandro Bravo Pizarro" userId="866f4d59-4e3d-4420-8a8b-3d6ddbb5c639" providerId="ADAL" clId="{524D6C03-291C-4944-AD03-AE97280217EF}" dt="2024-06-05T14:46:59.706" v="406" actId="478"/>
          <ac:spMkLst>
            <pc:docMk/>
            <pc:sldMk cId="536104298" sldId="2076137713"/>
            <ac:spMk id="7" creationId="{22E3879B-FFF9-187A-E988-98E80FBEF22E}"/>
          </ac:spMkLst>
        </pc:spChg>
      </pc:sldChg>
      <pc:sldChg chg="del">
        <pc:chgData name="Jorge Alejandro Bravo Pizarro" userId="866f4d59-4e3d-4420-8a8b-3d6ddbb5c639" providerId="ADAL" clId="{524D6C03-291C-4944-AD03-AE97280217EF}" dt="2024-06-05T14:49:52.706" v="434" actId="2696"/>
        <pc:sldMkLst>
          <pc:docMk/>
          <pc:sldMk cId="4073713596" sldId="2076137714"/>
        </pc:sldMkLst>
      </pc:sldChg>
      <pc:sldChg chg="del">
        <pc:chgData name="Jorge Alejandro Bravo Pizarro" userId="866f4d59-4e3d-4420-8a8b-3d6ddbb5c639" providerId="ADAL" clId="{524D6C03-291C-4944-AD03-AE97280217EF}" dt="2024-06-05T14:50:44.639" v="444" actId="2696"/>
        <pc:sldMkLst>
          <pc:docMk/>
          <pc:sldMk cId="3308352145" sldId="2076137715"/>
        </pc:sldMkLst>
      </pc:sldChg>
      <pc:sldChg chg="addSp delSp modSp mod">
        <pc:chgData name="Jorge Alejandro Bravo Pizarro" userId="866f4d59-4e3d-4420-8a8b-3d6ddbb5c639" providerId="ADAL" clId="{524D6C03-291C-4944-AD03-AE97280217EF}" dt="2024-06-05T14:35:37.778" v="369" actId="242"/>
        <pc:sldMkLst>
          <pc:docMk/>
          <pc:sldMk cId="2456185182" sldId="2076137716"/>
        </pc:sldMkLst>
        <pc:spChg chg="del mod">
          <ac:chgData name="Jorge Alejandro Bravo Pizarro" userId="866f4d59-4e3d-4420-8a8b-3d6ddbb5c639" providerId="ADAL" clId="{524D6C03-291C-4944-AD03-AE97280217EF}" dt="2024-06-05T14:35:15.529" v="362" actId="478"/>
          <ac:spMkLst>
            <pc:docMk/>
            <pc:sldMk cId="2456185182" sldId="2076137716"/>
            <ac:spMk id="2" creationId="{65692239-D7A4-8289-9A70-5DE5384D5E01}"/>
          </ac:spMkLst>
        </pc:spChg>
        <pc:spChg chg="add mod">
          <ac:chgData name="Jorge Alejandro Bravo Pizarro" userId="866f4d59-4e3d-4420-8a8b-3d6ddbb5c639" providerId="ADAL" clId="{524D6C03-291C-4944-AD03-AE97280217EF}" dt="2024-06-05T14:35:37.778" v="369" actId="242"/>
          <ac:spMkLst>
            <pc:docMk/>
            <pc:sldMk cId="2456185182" sldId="2076137716"/>
            <ac:spMk id="4" creationId="{D7802C0A-C92E-A141-2177-66DDE9234D53}"/>
          </ac:spMkLst>
        </pc:spChg>
        <pc:picChg chg="del">
          <ac:chgData name="Jorge Alejandro Bravo Pizarro" userId="866f4d59-4e3d-4420-8a8b-3d6ddbb5c639" providerId="ADAL" clId="{524D6C03-291C-4944-AD03-AE97280217EF}" dt="2024-06-05T14:35:11.259" v="360" actId="478"/>
          <ac:picMkLst>
            <pc:docMk/>
            <pc:sldMk cId="2456185182" sldId="2076137716"/>
            <ac:picMk id="3074" creationId="{0E5561CE-0A7C-B717-8D59-304DF82310BC}"/>
          </ac:picMkLst>
        </pc:picChg>
      </pc:sldChg>
      <pc:sldChg chg="modSp mod">
        <pc:chgData name="Jorge Alejandro Bravo Pizarro" userId="866f4d59-4e3d-4420-8a8b-3d6ddbb5c639" providerId="ADAL" clId="{524D6C03-291C-4944-AD03-AE97280217EF}" dt="2024-06-05T14:29:23.614" v="278" actId="20577"/>
        <pc:sldMkLst>
          <pc:docMk/>
          <pc:sldMk cId="2546042947" sldId="2076137717"/>
        </pc:sldMkLst>
        <pc:spChg chg="mod">
          <ac:chgData name="Jorge Alejandro Bravo Pizarro" userId="866f4d59-4e3d-4420-8a8b-3d6ddbb5c639" providerId="ADAL" clId="{524D6C03-291C-4944-AD03-AE97280217EF}" dt="2024-06-05T14:29:23.614" v="278" actId="20577"/>
          <ac:spMkLst>
            <pc:docMk/>
            <pc:sldMk cId="2546042947" sldId="2076137717"/>
            <ac:spMk id="3" creationId="{E13EDA60-EA13-DE58-247C-0BA1927DF33E}"/>
          </ac:spMkLst>
        </pc:spChg>
      </pc:sldChg>
      <pc:sldChg chg="del">
        <pc:chgData name="Jorge Alejandro Bravo Pizarro" userId="866f4d59-4e3d-4420-8a8b-3d6ddbb5c639" providerId="ADAL" clId="{524D6C03-291C-4944-AD03-AE97280217EF}" dt="2024-06-05T14:50:49.254" v="445" actId="2696"/>
        <pc:sldMkLst>
          <pc:docMk/>
          <pc:sldMk cId="729372892" sldId="2076137718"/>
        </pc:sldMkLst>
      </pc:sldChg>
      <pc:sldChg chg="addSp delSp modSp mod">
        <pc:chgData name="Jorge Alejandro Bravo Pizarro" userId="866f4d59-4e3d-4420-8a8b-3d6ddbb5c639" providerId="ADAL" clId="{524D6C03-291C-4944-AD03-AE97280217EF}" dt="2024-06-05T14:51:05.918" v="450" actId="1076"/>
        <pc:sldMkLst>
          <pc:docMk/>
          <pc:sldMk cId="3564780999" sldId="2076137719"/>
        </pc:sldMkLst>
        <pc:spChg chg="del">
          <ac:chgData name="Jorge Alejandro Bravo Pizarro" userId="866f4d59-4e3d-4420-8a8b-3d6ddbb5c639" providerId="ADAL" clId="{524D6C03-291C-4944-AD03-AE97280217EF}" dt="2024-06-05T14:51:00.733" v="447" actId="478"/>
          <ac:spMkLst>
            <pc:docMk/>
            <pc:sldMk cId="3564780999" sldId="2076137719"/>
            <ac:spMk id="2" creationId="{79ED2681-8786-9A29-3A17-818CEFDCEBE8}"/>
          </ac:spMkLst>
        </pc:spChg>
        <pc:spChg chg="del">
          <ac:chgData name="Jorge Alejandro Bravo Pizarro" userId="866f4d59-4e3d-4420-8a8b-3d6ddbb5c639" providerId="ADAL" clId="{524D6C03-291C-4944-AD03-AE97280217EF}" dt="2024-06-05T14:50:58.306" v="446" actId="478"/>
          <ac:spMkLst>
            <pc:docMk/>
            <pc:sldMk cId="3564780999" sldId="2076137719"/>
            <ac:spMk id="3" creationId="{ED6698C0-0CA4-157D-BCF1-AB90DBD86803}"/>
          </ac:spMkLst>
        </pc:spChg>
        <pc:picChg chg="add mod">
          <ac:chgData name="Jorge Alejandro Bravo Pizarro" userId="866f4d59-4e3d-4420-8a8b-3d6ddbb5c639" providerId="ADAL" clId="{524D6C03-291C-4944-AD03-AE97280217EF}" dt="2024-06-05T14:51:05.918" v="450" actId="1076"/>
          <ac:picMkLst>
            <pc:docMk/>
            <pc:sldMk cId="3564780999" sldId="2076137719"/>
            <ac:picMk id="4" creationId="{FF006F95-BE4A-D449-9BE0-8FB091153E4A}"/>
          </ac:picMkLst>
        </pc:picChg>
      </pc:sldChg>
      <pc:sldChg chg="modSp add mod ord">
        <pc:chgData name="Jorge Alejandro Bravo Pizarro" userId="866f4d59-4e3d-4420-8a8b-3d6ddbb5c639" providerId="ADAL" clId="{524D6C03-291C-4944-AD03-AE97280217EF}" dt="2024-06-05T14:43:21.091" v="382" actId="20577"/>
        <pc:sldMkLst>
          <pc:docMk/>
          <pc:sldMk cId="907486124" sldId="2076137720"/>
        </pc:sldMkLst>
        <pc:spChg chg="mod">
          <ac:chgData name="Jorge Alejandro Bravo Pizarro" userId="866f4d59-4e3d-4420-8a8b-3d6ddbb5c639" providerId="ADAL" clId="{524D6C03-291C-4944-AD03-AE97280217EF}" dt="2024-06-05T14:43:21.091" v="382" actId="20577"/>
          <ac:spMkLst>
            <pc:docMk/>
            <pc:sldMk cId="907486124" sldId="2076137720"/>
            <ac:spMk id="2" creationId="{A3C1683D-3F2C-514D-52C2-E5502AEA6BCB}"/>
          </ac:spMkLst>
        </pc:spChg>
      </pc:sldChg>
      <pc:sldChg chg="modSp add mod ord">
        <pc:chgData name="Jorge Alejandro Bravo Pizarro" userId="866f4d59-4e3d-4420-8a8b-3d6ddbb5c639" providerId="ADAL" clId="{524D6C03-291C-4944-AD03-AE97280217EF}" dt="2024-06-05T14:49:22.747" v="428" actId="20577"/>
        <pc:sldMkLst>
          <pc:docMk/>
          <pc:sldMk cId="624138457" sldId="2076137721"/>
        </pc:sldMkLst>
        <pc:spChg chg="mod">
          <ac:chgData name="Jorge Alejandro Bravo Pizarro" userId="866f4d59-4e3d-4420-8a8b-3d6ddbb5c639" providerId="ADAL" clId="{524D6C03-291C-4944-AD03-AE97280217EF}" dt="2024-06-05T14:49:22.747" v="428" actId="20577"/>
          <ac:spMkLst>
            <pc:docMk/>
            <pc:sldMk cId="624138457" sldId="2076137721"/>
            <ac:spMk id="2" creationId="{A3C1683D-3F2C-514D-52C2-E5502AEA6BCB}"/>
          </ac:spMkLst>
        </pc:spChg>
      </pc:sldChg>
    </pc:docChg>
  </pc:docChgLst>
  <pc:docChgLst>
    <pc:chgData name="Alvaro Gajardo Rozas" userId="S::agajardo@ciisa.cl::b3fbea3f-f2a8-486d-aa1c-9a9bc80c7b05" providerId="AD" clId="Web-{81A78B22-6EB1-4333-B29B-3AA70FB3DE9C}"/>
    <pc:docChg chg="modSld">
      <pc:chgData name="Alvaro Gajardo Rozas" userId="S::agajardo@ciisa.cl::b3fbea3f-f2a8-486d-aa1c-9a9bc80c7b05" providerId="AD" clId="Web-{81A78B22-6EB1-4333-B29B-3AA70FB3DE9C}" dt="2023-08-17T18:58:22.310" v="1" actId="20577"/>
      <pc:docMkLst>
        <pc:docMk/>
      </pc:docMkLst>
      <pc:sldChg chg="modSp">
        <pc:chgData name="Alvaro Gajardo Rozas" userId="S::agajardo@ciisa.cl::b3fbea3f-f2a8-486d-aa1c-9a9bc80c7b05" providerId="AD" clId="Web-{81A78B22-6EB1-4333-B29B-3AA70FB3DE9C}" dt="2023-08-17T18:58:22.310" v="1" actId="20577"/>
        <pc:sldMkLst>
          <pc:docMk/>
          <pc:sldMk cId="1136515697" sldId="2076137702"/>
        </pc:sldMkLst>
        <pc:spChg chg="mod">
          <ac:chgData name="Alvaro Gajardo Rozas" userId="S::agajardo@ciisa.cl::b3fbea3f-f2a8-486d-aa1c-9a9bc80c7b05" providerId="AD" clId="Web-{81A78B22-6EB1-4333-B29B-3AA70FB3DE9C}" dt="2023-08-17T18:58:22.310" v="1" actId="20577"/>
          <ac:spMkLst>
            <pc:docMk/>
            <pc:sldMk cId="1136515697" sldId="2076137702"/>
            <ac:spMk id="2" creationId="{25376074-10EA-2E38-7734-116EE817E5ED}"/>
          </ac:spMkLst>
        </pc:spChg>
      </pc:sldChg>
    </pc:docChg>
  </pc:docChgLst>
  <pc:docChgLst>
    <pc:chgData name="Alejandra Bravo Garcia" userId="4cf5125d-f567-4a98-9bb5-4ea9ae908f01" providerId="ADAL" clId="{20B9C4F6-F537-4BE7-987D-554A3B4B781E}"/>
    <pc:docChg chg="undo redo custSel addSld delSld modSld sldOrd">
      <pc:chgData name="Alejandra Bravo Garcia" userId="4cf5125d-f567-4a98-9bb5-4ea9ae908f01" providerId="ADAL" clId="{20B9C4F6-F537-4BE7-987D-554A3B4B781E}" dt="2023-09-05T02:53:38.287" v="444" actId="207"/>
      <pc:docMkLst>
        <pc:docMk/>
      </pc:docMkLst>
      <pc:sldChg chg="delSp modSp add del mod">
        <pc:chgData name="Alejandra Bravo Garcia" userId="4cf5125d-f567-4a98-9bb5-4ea9ae908f01" providerId="ADAL" clId="{20B9C4F6-F537-4BE7-987D-554A3B4B781E}" dt="2023-09-05T02:05:50.448" v="206" actId="2696"/>
        <pc:sldMkLst>
          <pc:docMk/>
          <pc:sldMk cId="1405910239" sldId="256"/>
        </pc:sldMkLst>
        <pc:picChg chg="del mod">
          <ac:chgData name="Alejandra Bravo Garcia" userId="4cf5125d-f567-4a98-9bb5-4ea9ae908f01" providerId="ADAL" clId="{20B9C4F6-F537-4BE7-987D-554A3B4B781E}" dt="2023-09-05T02:04:20.290" v="189" actId="21"/>
          <ac:picMkLst>
            <pc:docMk/>
            <pc:sldMk cId="1405910239" sldId="256"/>
            <ac:picMk id="5" creationId="{5D13AF6A-98A1-5A66-4A8B-CC3E858DF87F}"/>
          </ac:picMkLst>
        </pc:picChg>
      </pc:sldChg>
      <pc:sldChg chg="modSp mod">
        <pc:chgData name="Alejandra Bravo Garcia" userId="4cf5125d-f567-4a98-9bb5-4ea9ae908f01" providerId="ADAL" clId="{20B9C4F6-F537-4BE7-987D-554A3B4B781E}" dt="2023-09-05T02:22:50.420" v="431" actId="20577"/>
        <pc:sldMkLst>
          <pc:docMk/>
          <pc:sldMk cId="242947854" sldId="2076137701"/>
        </pc:sldMkLst>
        <pc:spChg chg="mod">
          <ac:chgData name="Alejandra Bravo Garcia" userId="4cf5125d-f567-4a98-9bb5-4ea9ae908f01" providerId="ADAL" clId="{20B9C4F6-F537-4BE7-987D-554A3B4B781E}" dt="2023-09-05T02:22:50.420" v="431" actId="20577"/>
          <ac:spMkLst>
            <pc:docMk/>
            <pc:sldMk cId="242947854" sldId="2076137701"/>
            <ac:spMk id="2" creationId="{1C4898CC-2EB7-701E-6844-7482F6FA4A69}"/>
          </ac:spMkLst>
        </pc:spChg>
      </pc:sldChg>
      <pc:sldChg chg="addSp delSp modSp mod">
        <pc:chgData name="Alejandra Bravo Garcia" userId="4cf5125d-f567-4a98-9bb5-4ea9ae908f01" providerId="ADAL" clId="{20B9C4F6-F537-4BE7-987D-554A3B4B781E}" dt="2023-09-05T02:04:49.891" v="195" actId="1076"/>
        <pc:sldMkLst>
          <pc:docMk/>
          <pc:sldMk cId="1136515697" sldId="2076137702"/>
        </pc:sldMkLst>
        <pc:spChg chg="del">
          <ac:chgData name="Alejandra Bravo Garcia" userId="4cf5125d-f567-4a98-9bb5-4ea9ae908f01" providerId="ADAL" clId="{20B9C4F6-F537-4BE7-987D-554A3B4B781E}" dt="2023-09-05T02:04:46.394" v="194" actId="478"/>
          <ac:spMkLst>
            <pc:docMk/>
            <pc:sldMk cId="1136515697" sldId="2076137702"/>
            <ac:spMk id="2" creationId="{25376074-10EA-2E38-7734-116EE817E5ED}"/>
          </ac:spMkLst>
        </pc:spChg>
        <pc:spChg chg="del">
          <ac:chgData name="Alejandra Bravo Garcia" userId="4cf5125d-f567-4a98-9bb5-4ea9ae908f01" providerId="ADAL" clId="{20B9C4F6-F537-4BE7-987D-554A3B4B781E}" dt="2023-09-05T02:04:26.748" v="190" actId="478"/>
          <ac:spMkLst>
            <pc:docMk/>
            <pc:sldMk cId="1136515697" sldId="2076137702"/>
            <ac:spMk id="3" creationId="{C836C6C3-E8D0-94B1-E144-DD41ECFB4453}"/>
          </ac:spMkLst>
        </pc:spChg>
        <pc:picChg chg="add mod">
          <ac:chgData name="Alejandra Bravo Garcia" userId="4cf5125d-f567-4a98-9bb5-4ea9ae908f01" providerId="ADAL" clId="{20B9C4F6-F537-4BE7-987D-554A3B4B781E}" dt="2023-09-05T02:04:49.891" v="195" actId="1076"/>
          <ac:picMkLst>
            <pc:docMk/>
            <pc:sldMk cId="1136515697" sldId="2076137702"/>
            <ac:picMk id="4" creationId="{7E0A5725-EB83-A829-7460-CA7FA618AF8E}"/>
          </ac:picMkLst>
        </pc:picChg>
      </pc:sldChg>
      <pc:sldChg chg="modSp mod ord">
        <pc:chgData name="Alejandra Bravo Garcia" userId="4cf5125d-f567-4a98-9bb5-4ea9ae908f01" providerId="ADAL" clId="{20B9C4F6-F537-4BE7-987D-554A3B4B781E}" dt="2023-09-05T02:03:21.324" v="182" actId="14100"/>
        <pc:sldMkLst>
          <pc:docMk/>
          <pc:sldMk cId="868812523" sldId="2076137703"/>
        </pc:sldMkLst>
        <pc:spChg chg="mod">
          <ac:chgData name="Alejandra Bravo Garcia" userId="4cf5125d-f567-4a98-9bb5-4ea9ae908f01" providerId="ADAL" clId="{20B9C4F6-F537-4BE7-987D-554A3B4B781E}" dt="2023-09-05T02:03:21.324" v="182" actId="14100"/>
          <ac:spMkLst>
            <pc:docMk/>
            <pc:sldMk cId="868812523" sldId="2076137703"/>
            <ac:spMk id="2" creationId="{A3C1683D-3F2C-514D-52C2-E5502AEA6BCB}"/>
          </ac:spMkLst>
        </pc:spChg>
      </pc:sldChg>
      <pc:sldChg chg="addSp delSp modSp mod ord">
        <pc:chgData name="Alejandra Bravo Garcia" userId="4cf5125d-f567-4a98-9bb5-4ea9ae908f01" providerId="ADAL" clId="{20B9C4F6-F537-4BE7-987D-554A3B4B781E}" dt="2023-09-05T02:12:32.721" v="318" actId="113"/>
        <pc:sldMkLst>
          <pc:docMk/>
          <pc:sldMk cId="1943926825" sldId="2076137704"/>
        </pc:sldMkLst>
        <pc:spChg chg="mod">
          <ac:chgData name="Alejandra Bravo Garcia" userId="4cf5125d-f567-4a98-9bb5-4ea9ae908f01" providerId="ADAL" clId="{20B9C4F6-F537-4BE7-987D-554A3B4B781E}" dt="2023-09-05T02:12:32.721" v="318" actId="113"/>
          <ac:spMkLst>
            <pc:docMk/>
            <pc:sldMk cId="1943926825" sldId="2076137704"/>
            <ac:spMk id="2" creationId="{65692239-D7A4-8289-9A70-5DE5384D5E01}"/>
          </ac:spMkLst>
        </pc:spChg>
        <pc:spChg chg="del">
          <ac:chgData name="Alejandra Bravo Garcia" userId="4cf5125d-f567-4a98-9bb5-4ea9ae908f01" providerId="ADAL" clId="{20B9C4F6-F537-4BE7-987D-554A3B4B781E}" dt="2023-09-05T02:11:58.246" v="308" actId="478"/>
          <ac:spMkLst>
            <pc:docMk/>
            <pc:sldMk cId="1943926825" sldId="2076137704"/>
            <ac:spMk id="3" creationId="{22ACFD13-C7FA-F4C3-0B07-3BE2A9BDD524}"/>
          </ac:spMkLst>
        </pc:spChg>
        <pc:picChg chg="add mod">
          <ac:chgData name="Alejandra Bravo Garcia" userId="4cf5125d-f567-4a98-9bb5-4ea9ae908f01" providerId="ADAL" clId="{20B9C4F6-F537-4BE7-987D-554A3B4B781E}" dt="2023-09-05T02:12:14.281" v="314" actId="1076"/>
          <ac:picMkLst>
            <pc:docMk/>
            <pc:sldMk cId="1943926825" sldId="2076137704"/>
            <ac:picMk id="2050" creationId="{3F21FD4D-CAA2-76D4-8B35-B7D0509C8200}"/>
          </ac:picMkLst>
        </pc:picChg>
      </pc:sldChg>
      <pc:sldChg chg="modSp mod">
        <pc:chgData name="Alejandra Bravo Garcia" userId="4cf5125d-f567-4a98-9bb5-4ea9ae908f01" providerId="ADAL" clId="{20B9C4F6-F537-4BE7-987D-554A3B4B781E}" dt="2023-09-05T01:58:04.930" v="63" actId="20577"/>
        <pc:sldMkLst>
          <pc:docMk/>
          <pc:sldMk cId="3167001994" sldId="2076137705"/>
        </pc:sldMkLst>
        <pc:spChg chg="mod">
          <ac:chgData name="Alejandra Bravo Garcia" userId="4cf5125d-f567-4a98-9bb5-4ea9ae908f01" providerId="ADAL" clId="{20B9C4F6-F537-4BE7-987D-554A3B4B781E}" dt="2023-09-05T01:58:04.930" v="63" actId="20577"/>
          <ac:spMkLst>
            <pc:docMk/>
            <pc:sldMk cId="3167001994" sldId="2076137705"/>
            <ac:spMk id="2" creationId="{972BB412-0761-08C0-91B5-7D184FDF0428}"/>
          </ac:spMkLst>
        </pc:spChg>
        <pc:spChg chg="mod">
          <ac:chgData name="Alejandra Bravo Garcia" userId="4cf5125d-f567-4a98-9bb5-4ea9ae908f01" providerId="ADAL" clId="{20B9C4F6-F537-4BE7-987D-554A3B4B781E}" dt="2023-09-05T01:51:50.923" v="36" actId="20577"/>
          <ac:spMkLst>
            <pc:docMk/>
            <pc:sldMk cId="3167001994" sldId="2076137705"/>
            <ac:spMk id="3" creationId="{317770C8-A12B-436B-AB8E-9FC2932E0DB7}"/>
          </ac:spMkLst>
        </pc:spChg>
      </pc:sldChg>
      <pc:sldChg chg="addSp modSp mod setBg">
        <pc:chgData name="Alejandra Bravo Garcia" userId="4cf5125d-f567-4a98-9bb5-4ea9ae908f01" providerId="ADAL" clId="{20B9C4F6-F537-4BE7-987D-554A3B4B781E}" dt="2023-09-05T02:53:38.287" v="444" actId="207"/>
        <pc:sldMkLst>
          <pc:docMk/>
          <pc:sldMk cId="2328334949" sldId="2076137706"/>
        </pc:sldMkLst>
        <pc:spChg chg="mod">
          <ac:chgData name="Alejandra Bravo Garcia" userId="4cf5125d-f567-4a98-9bb5-4ea9ae908f01" providerId="ADAL" clId="{20B9C4F6-F537-4BE7-987D-554A3B4B781E}" dt="2023-09-05T01:58:17.012" v="65" actId="14100"/>
          <ac:spMkLst>
            <pc:docMk/>
            <pc:sldMk cId="2328334949" sldId="2076137706"/>
            <ac:spMk id="2" creationId="{B6EFDCBE-E499-3103-92A5-28F5D6427A64}"/>
          </ac:spMkLst>
        </pc:spChg>
        <pc:spChg chg="add mod">
          <ac:chgData name="Alejandra Bravo Garcia" userId="4cf5125d-f567-4a98-9bb5-4ea9ae908f01" providerId="ADAL" clId="{20B9C4F6-F537-4BE7-987D-554A3B4B781E}" dt="2023-09-05T02:53:38.287" v="444" actId="207"/>
          <ac:spMkLst>
            <pc:docMk/>
            <pc:sldMk cId="2328334949" sldId="2076137706"/>
            <ac:spMk id="3" creationId="{E13EDA60-EA13-DE58-247C-0BA1927DF33E}"/>
          </ac:spMkLst>
        </pc:spChg>
      </pc:sldChg>
      <pc:sldChg chg="modSp add mod ord">
        <pc:chgData name="Alejandra Bravo Garcia" userId="4cf5125d-f567-4a98-9bb5-4ea9ae908f01" providerId="ADAL" clId="{20B9C4F6-F537-4BE7-987D-554A3B4B781E}" dt="2023-09-05T02:05:38.074" v="202" actId="14100"/>
        <pc:sldMkLst>
          <pc:docMk/>
          <pc:sldMk cId="3736436638" sldId="2076137707"/>
        </pc:sldMkLst>
        <pc:spChg chg="mod">
          <ac:chgData name="Alejandra Bravo Garcia" userId="4cf5125d-f567-4a98-9bb5-4ea9ae908f01" providerId="ADAL" clId="{20B9C4F6-F537-4BE7-987D-554A3B4B781E}" dt="2023-09-05T02:05:38.074" v="202" actId="14100"/>
          <ac:spMkLst>
            <pc:docMk/>
            <pc:sldMk cId="3736436638" sldId="2076137707"/>
            <ac:spMk id="2" creationId="{A3C1683D-3F2C-514D-52C2-E5502AEA6BCB}"/>
          </ac:spMkLst>
        </pc:spChg>
      </pc:sldChg>
      <pc:sldChg chg="modSp add mod ord">
        <pc:chgData name="Alejandra Bravo Garcia" userId="4cf5125d-f567-4a98-9bb5-4ea9ae908f01" providerId="ADAL" clId="{20B9C4F6-F537-4BE7-987D-554A3B4B781E}" dt="2023-09-05T02:07:55.535" v="238" actId="20577"/>
        <pc:sldMkLst>
          <pc:docMk/>
          <pc:sldMk cId="829328944" sldId="2076137708"/>
        </pc:sldMkLst>
        <pc:spChg chg="mod">
          <ac:chgData name="Alejandra Bravo Garcia" userId="4cf5125d-f567-4a98-9bb5-4ea9ae908f01" providerId="ADAL" clId="{20B9C4F6-F537-4BE7-987D-554A3B4B781E}" dt="2023-09-05T02:07:55.535" v="238" actId="20577"/>
          <ac:spMkLst>
            <pc:docMk/>
            <pc:sldMk cId="829328944" sldId="2076137708"/>
            <ac:spMk id="2" creationId="{A3C1683D-3F2C-514D-52C2-E5502AEA6BCB}"/>
          </ac:spMkLst>
        </pc:spChg>
      </pc:sldChg>
      <pc:sldChg chg="modSp add mod">
        <pc:chgData name="Alejandra Bravo Garcia" userId="4cf5125d-f567-4a98-9bb5-4ea9ae908f01" providerId="ADAL" clId="{20B9C4F6-F537-4BE7-987D-554A3B4B781E}" dt="2023-09-05T02:08:29.494" v="243" actId="20577"/>
        <pc:sldMkLst>
          <pc:docMk/>
          <pc:sldMk cId="694389719" sldId="2076137709"/>
        </pc:sldMkLst>
        <pc:spChg chg="mod">
          <ac:chgData name="Alejandra Bravo Garcia" userId="4cf5125d-f567-4a98-9bb5-4ea9ae908f01" providerId="ADAL" clId="{20B9C4F6-F537-4BE7-987D-554A3B4B781E}" dt="2023-09-05T02:08:29.494" v="243" actId="20577"/>
          <ac:spMkLst>
            <pc:docMk/>
            <pc:sldMk cId="694389719" sldId="2076137709"/>
            <ac:spMk id="2" creationId="{A3C1683D-3F2C-514D-52C2-E5502AEA6BCB}"/>
          </ac:spMkLst>
        </pc:spChg>
      </pc:sldChg>
      <pc:sldChg chg="modSp add mod">
        <pc:chgData name="Alejandra Bravo Garcia" userId="4cf5125d-f567-4a98-9bb5-4ea9ae908f01" providerId="ADAL" clId="{20B9C4F6-F537-4BE7-987D-554A3B4B781E}" dt="2023-09-05T02:08:53.284" v="250" actId="20577"/>
        <pc:sldMkLst>
          <pc:docMk/>
          <pc:sldMk cId="3734186721" sldId="2076137710"/>
        </pc:sldMkLst>
        <pc:spChg chg="mod">
          <ac:chgData name="Alejandra Bravo Garcia" userId="4cf5125d-f567-4a98-9bb5-4ea9ae908f01" providerId="ADAL" clId="{20B9C4F6-F537-4BE7-987D-554A3B4B781E}" dt="2023-09-05T02:08:53.284" v="250" actId="20577"/>
          <ac:spMkLst>
            <pc:docMk/>
            <pc:sldMk cId="3734186721" sldId="2076137710"/>
            <ac:spMk id="2" creationId="{A3C1683D-3F2C-514D-52C2-E5502AEA6BCB}"/>
          </ac:spMkLst>
        </pc:spChg>
      </pc:sldChg>
      <pc:sldChg chg="modSp add mod">
        <pc:chgData name="Alejandra Bravo Garcia" userId="4cf5125d-f567-4a98-9bb5-4ea9ae908f01" providerId="ADAL" clId="{20B9C4F6-F537-4BE7-987D-554A3B4B781E}" dt="2023-09-05T02:10:39.157" v="303" actId="20577"/>
        <pc:sldMkLst>
          <pc:docMk/>
          <pc:sldMk cId="571905608" sldId="2076137711"/>
        </pc:sldMkLst>
        <pc:spChg chg="mod">
          <ac:chgData name="Alejandra Bravo Garcia" userId="4cf5125d-f567-4a98-9bb5-4ea9ae908f01" providerId="ADAL" clId="{20B9C4F6-F537-4BE7-987D-554A3B4B781E}" dt="2023-09-05T02:10:39.157" v="303" actId="20577"/>
          <ac:spMkLst>
            <pc:docMk/>
            <pc:sldMk cId="571905608" sldId="2076137711"/>
            <ac:spMk id="2" creationId="{A3C1683D-3F2C-514D-52C2-E5502AEA6BCB}"/>
          </ac:spMkLst>
        </pc:spChg>
      </pc:sldChg>
      <pc:sldChg chg="add del">
        <pc:chgData name="Alejandra Bravo Garcia" userId="4cf5125d-f567-4a98-9bb5-4ea9ae908f01" providerId="ADAL" clId="{20B9C4F6-F537-4BE7-987D-554A3B4B781E}" dt="2023-09-05T02:06:17.425" v="211" actId="2696"/>
        <pc:sldMkLst>
          <pc:docMk/>
          <pc:sldMk cId="1618824746" sldId="2076137712"/>
        </pc:sldMkLst>
      </pc:sldChg>
      <pc:sldChg chg="addSp delSp modSp add mod ord">
        <pc:chgData name="Alejandra Bravo Garcia" userId="4cf5125d-f567-4a98-9bb5-4ea9ae908f01" providerId="ADAL" clId="{20B9C4F6-F537-4BE7-987D-554A3B4B781E}" dt="2023-09-05T02:11:25.147" v="305"/>
        <pc:sldMkLst>
          <pc:docMk/>
          <pc:sldMk cId="3631252662" sldId="2076137712"/>
        </pc:sldMkLst>
        <pc:spChg chg="del">
          <ac:chgData name="Alejandra Bravo Garcia" userId="4cf5125d-f567-4a98-9bb5-4ea9ae908f01" providerId="ADAL" clId="{20B9C4F6-F537-4BE7-987D-554A3B4B781E}" dt="2023-09-05T02:07:08.601" v="226" actId="478"/>
          <ac:spMkLst>
            <pc:docMk/>
            <pc:sldMk cId="3631252662" sldId="2076137712"/>
            <ac:spMk id="2" creationId="{65692239-D7A4-8289-9A70-5DE5384D5E01}"/>
          </ac:spMkLst>
        </pc:spChg>
        <pc:spChg chg="del">
          <ac:chgData name="Alejandra Bravo Garcia" userId="4cf5125d-f567-4a98-9bb5-4ea9ae908f01" providerId="ADAL" clId="{20B9C4F6-F537-4BE7-987D-554A3B4B781E}" dt="2023-09-05T02:07:00.520" v="224" actId="478"/>
          <ac:spMkLst>
            <pc:docMk/>
            <pc:sldMk cId="3631252662" sldId="2076137712"/>
            <ac:spMk id="3" creationId="{22ACFD13-C7FA-F4C3-0B07-3BE2A9BDD524}"/>
          </ac:spMkLst>
        </pc:spChg>
        <pc:picChg chg="add mod">
          <ac:chgData name="Alejandra Bravo Garcia" userId="4cf5125d-f567-4a98-9bb5-4ea9ae908f01" providerId="ADAL" clId="{20B9C4F6-F537-4BE7-987D-554A3B4B781E}" dt="2023-09-05T02:07:19.973" v="227" actId="1076"/>
          <ac:picMkLst>
            <pc:docMk/>
            <pc:sldMk cId="3631252662" sldId="2076137712"/>
            <ac:picMk id="1026" creationId="{DC153E5B-DFF3-D2D8-88FC-43C6A850998F}"/>
          </ac:picMkLst>
        </pc:picChg>
      </pc:sldChg>
      <pc:sldChg chg="addSp delSp modSp add mod ord">
        <pc:chgData name="Alejandra Bravo Garcia" userId="4cf5125d-f567-4a98-9bb5-4ea9ae908f01" providerId="ADAL" clId="{20B9C4F6-F537-4BE7-987D-554A3B4B781E}" dt="2023-09-05T02:17:56.182" v="351" actId="1076"/>
        <pc:sldMkLst>
          <pc:docMk/>
          <pc:sldMk cId="536104298" sldId="2076137713"/>
        </pc:sldMkLst>
        <pc:spChg chg="del mod">
          <ac:chgData name="Alejandra Bravo Garcia" userId="4cf5125d-f567-4a98-9bb5-4ea9ae908f01" providerId="ADAL" clId="{20B9C4F6-F537-4BE7-987D-554A3B4B781E}" dt="2023-09-05T02:15:31.170" v="338" actId="478"/>
          <ac:spMkLst>
            <pc:docMk/>
            <pc:sldMk cId="536104298" sldId="2076137713"/>
            <ac:spMk id="2" creationId="{65692239-D7A4-8289-9A70-5DE5384D5E01}"/>
          </ac:spMkLst>
        </pc:spChg>
        <pc:spChg chg="del">
          <ac:chgData name="Alejandra Bravo Garcia" userId="4cf5125d-f567-4a98-9bb5-4ea9ae908f01" providerId="ADAL" clId="{20B9C4F6-F537-4BE7-987D-554A3B4B781E}" dt="2023-09-05T02:15:07.040" v="332" actId="478"/>
          <ac:spMkLst>
            <pc:docMk/>
            <pc:sldMk cId="536104298" sldId="2076137713"/>
            <ac:spMk id="3" creationId="{22ACFD13-C7FA-F4C3-0B07-3BE2A9BDD524}"/>
          </ac:spMkLst>
        </pc:spChg>
        <pc:spChg chg="add mod">
          <ac:chgData name="Alejandra Bravo Garcia" userId="4cf5125d-f567-4a98-9bb5-4ea9ae908f01" providerId="ADAL" clId="{20B9C4F6-F537-4BE7-987D-554A3B4B781E}" dt="2023-09-05T02:16:49.285" v="345" actId="14100"/>
          <ac:spMkLst>
            <pc:docMk/>
            <pc:sldMk cId="536104298" sldId="2076137713"/>
            <ac:spMk id="4" creationId="{50FEBFAF-F16F-D3D3-04EB-C957FF331333}"/>
          </ac:spMkLst>
        </pc:spChg>
        <pc:spChg chg="add mod">
          <ac:chgData name="Alejandra Bravo Garcia" userId="4cf5125d-f567-4a98-9bb5-4ea9ae908f01" providerId="ADAL" clId="{20B9C4F6-F537-4BE7-987D-554A3B4B781E}" dt="2023-09-05T02:17:09.306" v="348" actId="255"/>
          <ac:spMkLst>
            <pc:docMk/>
            <pc:sldMk cId="536104298" sldId="2076137713"/>
            <ac:spMk id="5" creationId="{396D43B6-C001-8635-3ECC-22C243D08BBD}"/>
          </ac:spMkLst>
        </pc:spChg>
        <pc:spChg chg="add mod">
          <ac:chgData name="Alejandra Bravo Garcia" userId="4cf5125d-f567-4a98-9bb5-4ea9ae908f01" providerId="ADAL" clId="{20B9C4F6-F537-4BE7-987D-554A3B4B781E}" dt="2023-09-05T02:17:56.182" v="351" actId="1076"/>
          <ac:spMkLst>
            <pc:docMk/>
            <pc:sldMk cId="536104298" sldId="2076137713"/>
            <ac:spMk id="6" creationId="{C5827CDD-A6E4-25EA-3A20-58D43697366D}"/>
          </ac:spMkLst>
        </pc:spChg>
        <pc:spChg chg="add mod">
          <ac:chgData name="Alejandra Bravo Garcia" userId="4cf5125d-f567-4a98-9bb5-4ea9ae908f01" providerId="ADAL" clId="{20B9C4F6-F537-4BE7-987D-554A3B4B781E}" dt="2023-09-05T02:17:46.310" v="350" actId="20577"/>
          <ac:spMkLst>
            <pc:docMk/>
            <pc:sldMk cId="536104298" sldId="2076137713"/>
            <ac:spMk id="7" creationId="{22E3879B-FFF9-187A-E988-98E80FBEF22E}"/>
          </ac:spMkLst>
        </pc:spChg>
      </pc:sldChg>
      <pc:sldChg chg="addSp delSp modSp add mod ord">
        <pc:chgData name="Alejandra Bravo Garcia" userId="4cf5125d-f567-4a98-9bb5-4ea9ae908f01" providerId="ADAL" clId="{20B9C4F6-F537-4BE7-987D-554A3B4B781E}" dt="2023-09-05T02:20:31.766" v="368" actId="113"/>
        <pc:sldMkLst>
          <pc:docMk/>
          <pc:sldMk cId="4073713596" sldId="2076137714"/>
        </pc:sldMkLst>
        <pc:spChg chg="del">
          <ac:chgData name="Alejandra Bravo Garcia" userId="4cf5125d-f567-4a98-9bb5-4ea9ae908f01" providerId="ADAL" clId="{20B9C4F6-F537-4BE7-987D-554A3B4B781E}" dt="2023-09-05T02:18:28.266" v="352" actId="478"/>
          <ac:spMkLst>
            <pc:docMk/>
            <pc:sldMk cId="4073713596" sldId="2076137714"/>
            <ac:spMk id="2" creationId="{65692239-D7A4-8289-9A70-5DE5384D5E01}"/>
          </ac:spMkLst>
        </pc:spChg>
        <pc:spChg chg="del">
          <ac:chgData name="Alejandra Bravo Garcia" userId="4cf5125d-f567-4a98-9bb5-4ea9ae908f01" providerId="ADAL" clId="{20B9C4F6-F537-4BE7-987D-554A3B4B781E}" dt="2023-09-05T02:18:29.875" v="353" actId="478"/>
          <ac:spMkLst>
            <pc:docMk/>
            <pc:sldMk cId="4073713596" sldId="2076137714"/>
            <ac:spMk id="3" creationId="{22ACFD13-C7FA-F4C3-0B07-3BE2A9BDD524}"/>
          </ac:spMkLst>
        </pc:spChg>
        <pc:spChg chg="add mod">
          <ac:chgData name="Alejandra Bravo Garcia" userId="4cf5125d-f567-4a98-9bb5-4ea9ae908f01" providerId="ADAL" clId="{20B9C4F6-F537-4BE7-987D-554A3B4B781E}" dt="2023-09-05T02:20:15.953" v="363" actId="14100"/>
          <ac:spMkLst>
            <pc:docMk/>
            <pc:sldMk cId="4073713596" sldId="2076137714"/>
            <ac:spMk id="4" creationId="{A4110A9C-3C0C-FFE0-8B27-DD567C75CC9C}"/>
          </ac:spMkLst>
        </pc:spChg>
        <pc:spChg chg="add mod">
          <ac:chgData name="Alejandra Bravo Garcia" userId="4cf5125d-f567-4a98-9bb5-4ea9ae908f01" providerId="ADAL" clId="{20B9C4F6-F537-4BE7-987D-554A3B4B781E}" dt="2023-09-05T02:20:19.067" v="364" actId="14100"/>
          <ac:spMkLst>
            <pc:docMk/>
            <pc:sldMk cId="4073713596" sldId="2076137714"/>
            <ac:spMk id="5" creationId="{D12BFC78-BB1A-5DF7-4A24-B2D125E3F549}"/>
          </ac:spMkLst>
        </pc:spChg>
        <pc:spChg chg="add mod">
          <ac:chgData name="Alejandra Bravo Garcia" userId="4cf5125d-f567-4a98-9bb5-4ea9ae908f01" providerId="ADAL" clId="{20B9C4F6-F537-4BE7-987D-554A3B4B781E}" dt="2023-09-05T02:20:31.766" v="368" actId="113"/>
          <ac:spMkLst>
            <pc:docMk/>
            <pc:sldMk cId="4073713596" sldId="2076137714"/>
            <ac:spMk id="6" creationId="{C5B670E2-61D2-BDE5-CA30-D2856F15D7DD}"/>
          </ac:spMkLst>
        </pc:spChg>
        <pc:picChg chg="add mod">
          <ac:chgData name="Alejandra Bravo Garcia" userId="4cf5125d-f567-4a98-9bb5-4ea9ae908f01" providerId="ADAL" clId="{20B9C4F6-F537-4BE7-987D-554A3B4B781E}" dt="2023-09-05T02:19:48.535" v="361" actId="1440"/>
          <ac:picMkLst>
            <pc:docMk/>
            <pc:sldMk cId="4073713596" sldId="2076137714"/>
            <ac:picMk id="4098" creationId="{341E7F11-1D29-5C4D-77E0-B8E3E6750D91}"/>
          </ac:picMkLst>
        </pc:picChg>
        <pc:picChg chg="add mod">
          <ac:chgData name="Alejandra Bravo Garcia" userId="4cf5125d-f567-4a98-9bb5-4ea9ae908f01" providerId="ADAL" clId="{20B9C4F6-F537-4BE7-987D-554A3B4B781E}" dt="2023-09-05T02:19:50.590" v="362" actId="1440"/>
          <ac:picMkLst>
            <pc:docMk/>
            <pc:sldMk cId="4073713596" sldId="2076137714"/>
            <ac:picMk id="4099" creationId="{DBB5197D-7643-3A44-BB24-E3E9AA538EDC}"/>
          </ac:picMkLst>
        </pc:picChg>
      </pc:sldChg>
      <pc:sldChg chg="addSp delSp modSp add mod ord">
        <pc:chgData name="Alejandra Bravo Garcia" userId="4cf5125d-f567-4a98-9bb5-4ea9ae908f01" providerId="ADAL" clId="{20B9C4F6-F537-4BE7-987D-554A3B4B781E}" dt="2023-09-05T02:22:00.112" v="379" actId="207"/>
        <pc:sldMkLst>
          <pc:docMk/>
          <pc:sldMk cId="3308352145" sldId="2076137715"/>
        </pc:sldMkLst>
        <pc:spChg chg="del">
          <ac:chgData name="Alejandra Bravo Garcia" userId="4cf5125d-f567-4a98-9bb5-4ea9ae908f01" providerId="ADAL" clId="{20B9C4F6-F537-4BE7-987D-554A3B4B781E}" dt="2023-09-05T02:21:04.214" v="370" actId="478"/>
          <ac:spMkLst>
            <pc:docMk/>
            <pc:sldMk cId="3308352145" sldId="2076137715"/>
            <ac:spMk id="2" creationId="{65692239-D7A4-8289-9A70-5DE5384D5E01}"/>
          </ac:spMkLst>
        </pc:spChg>
        <pc:spChg chg="del">
          <ac:chgData name="Alejandra Bravo Garcia" userId="4cf5125d-f567-4a98-9bb5-4ea9ae908f01" providerId="ADAL" clId="{20B9C4F6-F537-4BE7-987D-554A3B4B781E}" dt="2023-09-05T02:21:02.471" v="369" actId="478"/>
          <ac:spMkLst>
            <pc:docMk/>
            <pc:sldMk cId="3308352145" sldId="2076137715"/>
            <ac:spMk id="3" creationId="{22ACFD13-C7FA-F4C3-0B07-3BE2A9BDD524}"/>
          </ac:spMkLst>
        </pc:spChg>
        <pc:spChg chg="add mod">
          <ac:chgData name="Alejandra Bravo Garcia" userId="4cf5125d-f567-4a98-9bb5-4ea9ae908f01" providerId="ADAL" clId="{20B9C4F6-F537-4BE7-987D-554A3B4B781E}" dt="2023-09-05T02:21:52.352" v="378" actId="113"/>
          <ac:spMkLst>
            <pc:docMk/>
            <pc:sldMk cId="3308352145" sldId="2076137715"/>
            <ac:spMk id="4" creationId="{89401DFB-4589-4A40-1CF4-5D132DD2EF72}"/>
          </ac:spMkLst>
        </pc:spChg>
        <pc:spChg chg="add mod">
          <ac:chgData name="Alejandra Bravo Garcia" userId="4cf5125d-f567-4a98-9bb5-4ea9ae908f01" providerId="ADAL" clId="{20B9C4F6-F537-4BE7-987D-554A3B4B781E}" dt="2023-09-05T02:22:00.112" v="379" actId="207"/>
          <ac:spMkLst>
            <pc:docMk/>
            <pc:sldMk cId="3308352145" sldId="2076137715"/>
            <ac:spMk id="5" creationId="{A2D74E4D-CBE6-A3D9-BD83-ED8A812243ED}"/>
          </ac:spMkLst>
        </pc:spChg>
        <pc:spChg chg="add mod">
          <ac:chgData name="Alejandra Bravo Garcia" userId="4cf5125d-f567-4a98-9bb5-4ea9ae908f01" providerId="ADAL" clId="{20B9C4F6-F537-4BE7-987D-554A3B4B781E}" dt="2023-09-05T02:21:32.961" v="374" actId="1076"/>
          <ac:spMkLst>
            <pc:docMk/>
            <pc:sldMk cId="3308352145" sldId="2076137715"/>
            <ac:spMk id="6" creationId="{E7A96764-862C-3475-9311-453A659389A3}"/>
          </ac:spMkLst>
        </pc:spChg>
        <pc:picChg chg="add mod">
          <ac:chgData name="Alejandra Bravo Garcia" userId="4cf5125d-f567-4a98-9bb5-4ea9ae908f01" providerId="ADAL" clId="{20B9C4F6-F537-4BE7-987D-554A3B4B781E}" dt="2023-09-05T02:21:39.376" v="376" actId="1440"/>
          <ac:picMkLst>
            <pc:docMk/>
            <pc:sldMk cId="3308352145" sldId="2076137715"/>
            <ac:picMk id="5122" creationId="{E54C5135-F610-A35E-7081-EC02C10B7FFC}"/>
          </ac:picMkLst>
        </pc:picChg>
      </pc:sldChg>
      <pc:sldChg chg="addSp delSp modSp add mod">
        <pc:chgData name="Alejandra Bravo Garcia" userId="4cf5125d-f567-4a98-9bb5-4ea9ae908f01" providerId="ADAL" clId="{20B9C4F6-F537-4BE7-987D-554A3B4B781E}" dt="2023-09-05T02:14:13.054" v="331" actId="14100"/>
        <pc:sldMkLst>
          <pc:docMk/>
          <pc:sldMk cId="2456185182" sldId="2076137716"/>
        </pc:sldMkLst>
        <pc:spChg chg="mod">
          <ac:chgData name="Alejandra Bravo Garcia" userId="4cf5125d-f567-4a98-9bb5-4ea9ae908f01" providerId="ADAL" clId="{20B9C4F6-F537-4BE7-987D-554A3B4B781E}" dt="2023-09-05T02:13:26.277" v="324" actId="5793"/>
          <ac:spMkLst>
            <pc:docMk/>
            <pc:sldMk cId="2456185182" sldId="2076137716"/>
            <ac:spMk id="2" creationId="{65692239-D7A4-8289-9A70-5DE5384D5E01}"/>
          </ac:spMkLst>
        </pc:spChg>
        <pc:picChg chg="del">
          <ac:chgData name="Alejandra Bravo Garcia" userId="4cf5125d-f567-4a98-9bb5-4ea9ae908f01" providerId="ADAL" clId="{20B9C4F6-F537-4BE7-987D-554A3B4B781E}" dt="2023-09-05T02:12:59.294" v="320" actId="478"/>
          <ac:picMkLst>
            <pc:docMk/>
            <pc:sldMk cId="2456185182" sldId="2076137716"/>
            <ac:picMk id="2050" creationId="{3F21FD4D-CAA2-76D4-8B35-B7D0509C8200}"/>
          </ac:picMkLst>
        </pc:picChg>
        <pc:picChg chg="add mod">
          <ac:chgData name="Alejandra Bravo Garcia" userId="4cf5125d-f567-4a98-9bb5-4ea9ae908f01" providerId="ADAL" clId="{20B9C4F6-F537-4BE7-987D-554A3B4B781E}" dt="2023-09-05T02:14:13.054" v="331" actId="14100"/>
          <ac:picMkLst>
            <pc:docMk/>
            <pc:sldMk cId="2456185182" sldId="2076137716"/>
            <ac:picMk id="3074" creationId="{0E5561CE-0A7C-B717-8D59-304DF82310BC}"/>
          </ac:picMkLst>
        </pc:picChg>
      </pc:sldChg>
      <pc:sldMasterChg chg="delSldLayout">
        <pc:chgData name="Alejandra Bravo Garcia" userId="4cf5125d-f567-4a98-9bb5-4ea9ae908f01" providerId="ADAL" clId="{20B9C4F6-F537-4BE7-987D-554A3B4B781E}" dt="2023-09-05T02:05:50.448" v="206" actId="2696"/>
        <pc:sldMasterMkLst>
          <pc:docMk/>
          <pc:sldMasterMk cId="2491898207" sldId="2147483660"/>
        </pc:sldMasterMkLst>
        <pc:sldLayoutChg chg="del">
          <pc:chgData name="Alejandra Bravo Garcia" userId="4cf5125d-f567-4a98-9bb5-4ea9ae908f01" providerId="ADAL" clId="{20B9C4F6-F537-4BE7-987D-554A3B4B781E}" dt="2023-09-05T02:05:50.448" v="206" actId="2696"/>
          <pc:sldLayoutMkLst>
            <pc:docMk/>
            <pc:sldMasterMk cId="2491898207" sldId="2147483660"/>
            <pc:sldLayoutMk cId="1493273478" sldId="2147483666"/>
          </pc:sldLayoutMkLst>
        </pc:sldLayoutChg>
      </pc:sldMasterChg>
    </pc:docChg>
  </pc:docChgLst>
  <pc:docChgLst>
    <pc:chgData name="Carolina Lastra Avendaño" userId="S::clastra@ciisa.cl::81d2f08a-669f-4504-b713-9505f7f274c4" providerId="AD" clId="Web-{5CA01B3C-B536-6762-EAA4-E33501866A87}"/>
    <pc:docChg chg="addSld delSld modSld modMainMaster">
      <pc:chgData name="Carolina Lastra Avendaño" userId="S::clastra@ciisa.cl::81d2f08a-669f-4504-b713-9505f7f274c4" providerId="AD" clId="Web-{5CA01B3C-B536-6762-EAA4-E33501866A87}" dt="2024-05-22T15:43:42.882" v="61" actId="20577"/>
      <pc:docMkLst>
        <pc:docMk/>
      </pc:docMkLst>
      <pc:sldChg chg="del mod">
        <pc:chgData name="Carolina Lastra Avendaño" userId="S::clastra@ciisa.cl::81d2f08a-669f-4504-b713-9505f7f274c4" providerId="AD" clId="Web-{5CA01B3C-B536-6762-EAA4-E33501866A87}" dt="2024-05-22T15:41:22.611" v="45"/>
        <pc:sldMkLst>
          <pc:docMk/>
          <pc:sldMk cId="242947854" sldId="2076137701"/>
        </pc:sldMkLst>
      </pc:sldChg>
      <pc:sldChg chg="mod">
        <pc:chgData name="Carolina Lastra Avendaño" userId="S::clastra@ciisa.cl::81d2f08a-669f-4504-b713-9505f7f274c4" providerId="AD" clId="Web-{5CA01B3C-B536-6762-EAA4-E33501866A87}" dt="2024-05-22T15:38:24.043" v="1"/>
        <pc:sldMkLst>
          <pc:docMk/>
          <pc:sldMk cId="1136515697" sldId="2076137702"/>
        </pc:sldMkLst>
      </pc:sldChg>
      <pc:sldChg chg="modSp mod setBg modCm">
        <pc:chgData name="Carolina Lastra Avendaño" userId="S::clastra@ciisa.cl::81d2f08a-669f-4504-b713-9505f7f274c4" providerId="AD" clId="Web-{5CA01B3C-B536-6762-EAA4-E33501866A87}" dt="2024-05-22T15:40:20.562" v="31" actId="20577"/>
        <pc:sldMkLst>
          <pc:docMk/>
          <pc:sldMk cId="868812523" sldId="2076137703"/>
        </pc:sldMkLst>
        <pc:spChg chg="mod">
          <ac:chgData name="Carolina Lastra Avendaño" userId="S::clastra@ciisa.cl::81d2f08a-669f-4504-b713-9505f7f274c4" providerId="AD" clId="Web-{5CA01B3C-B536-6762-EAA4-E33501866A87}" dt="2024-05-22T15:40:20.562" v="31" actId="20577"/>
          <ac:spMkLst>
            <pc:docMk/>
            <pc:sldMk cId="868812523" sldId="2076137703"/>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20.562" v="31" actId="20577"/>
              <pc2:cmMkLst xmlns:pc2="http://schemas.microsoft.com/office/powerpoint/2019/9/main/command">
                <pc:docMk/>
                <pc:sldMk cId="868812523" sldId="2076137703"/>
                <pc2:cmMk id="{1EA8D883-5044-4AAA-BBAD-F5A58475186B}"/>
              </pc2:cmMkLst>
            </pc226:cmChg>
          </p:ext>
        </pc:extLst>
      </pc:sldChg>
      <pc:sldChg chg="mod">
        <pc:chgData name="Carolina Lastra Avendaño" userId="S::clastra@ciisa.cl::81d2f08a-669f-4504-b713-9505f7f274c4" providerId="AD" clId="Web-{5CA01B3C-B536-6762-EAA4-E33501866A87}" dt="2024-05-22T15:38:24.043" v="1"/>
        <pc:sldMkLst>
          <pc:docMk/>
          <pc:sldMk cId="1943926825" sldId="2076137704"/>
        </pc:sldMkLst>
      </pc:sldChg>
      <pc:sldChg chg="modSp mod setBg modCm">
        <pc:chgData name="Carolina Lastra Avendaño" userId="S::clastra@ciisa.cl::81d2f08a-669f-4504-b713-9505f7f274c4" providerId="AD" clId="Web-{5CA01B3C-B536-6762-EAA4-E33501866A87}" dt="2024-05-22T15:39:11.748" v="25" actId="20577"/>
        <pc:sldMkLst>
          <pc:docMk/>
          <pc:sldMk cId="3167001994" sldId="2076137705"/>
        </pc:sldMkLst>
        <pc:spChg chg="mod">
          <ac:chgData name="Carolina Lastra Avendaño" userId="S::clastra@ciisa.cl::81d2f08a-669f-4504-b713-9505f7f274c4" providerId="AD" clId="Web-{5CA01B3C-B536-6762-EAA4-E33501866A87}" dt="2024-05-22T15:38:58.185" v="12" actId="20577"/>
          <ac:spMkLst>
            <pc:docMk/>
            <pc:sldMk cId="3167001994" sldId="2076137705"/>
            <ac:spMk id="2" creationId="{972BB412-0761-08C0-91B5-7D184FDF0428}"/>
          </ac:spMkLst>
        </pc:spChg>
        <pc:spChg chg="mod">
          <ac:chgData name="Carolina Lastra Avendaño" userId="S::clastra@ciisa.cl::81d2f08a-669f-4504-b713-9505f7f274c4" providerId="AD" clId="Web-{5CA01B3C-B536-6762-EAA4-E33501866A87}" dt="2024-05-22T15:39:11.748" v="25" actId="20577"/>
          <ac:spMkLst>
            <pc:docMk/>
            <pc:sldMk cId="3167001994" sldId="2076137705"/>
            <ac:spMk id="3" creationId="{317770C8-A12B-436B-AB8E-9FC2932E0DB7}"/>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39:11.748" v="25" actId="20577"/>
              <pc2:cmMkLst xmlns:pc2="http://schemas.microsoft.com/office/powerpoint/2019/9/main/command">
                <pc:docMk/>
                <pc:sldMk cId="3167001994" sldId="2076137705"/>
                <pc2:cmMk id="{6ACC9BD5-3395-4EED-95E2-0F111C252A4D}"/>
              </pc2:cmMkLst>
            </pc226:cmChg>
          </p:ext>
        </pc:extLst>
      </pc:sldChg>
      <pc:sldChg chg="modSp mod">
        <pc:chgData name="Carolina Lastra Avendaño" userId="S::clastra@ciisa.cl::81d2f08a-669f-4504-b713-9505f7f274c4" providerId="AD" clId="Web-{5CA01B3C-B536-6762-EAA4-E33501866A87}" dt="2024-05-22T15:42:29.379" v="51" actId="1076"/>
        <pc:sldMkLst>
          <pc:docMk/>
          <pc:sldMk cId="2328334949" sldId="2076137706"/>
        </pc:sldMkLst>
        <pc:spChg chg="mod">
          <ac:chgData name="Carolina Lastra Avendaño" userId="S::clastra@ciisa.cl::81d2f08a-669f-4504-b713-9505f7f274c4" providerId="AD" clId="Web-{5CA01B3C-B536-6762-EAA4-E33501866A87}" dt="2024-05-22T15:42:15.316" v="49" actId="1076"/>
          <ac:spMkLst>
            <pc:docMk/>
            <pc:sldMk cId="2328334949" sldId="2076137706"/>
            <ac:spMk id="2" creationId="{B6EFDCBE-E499-3103-92A5-28F5D6427A64}"/>
          </ac:spMkLst>
        </pc:spChg>
        <pc:spChg chg="mod">
          <ac:chgData name="Carolina Lastra Avendaño" userId="S::clastra@ciisa.cl::81d2f08a-669f-4504-b713-9505f7f274c4" providerId="AD" clId="Web-{5CA01B3C-B536-6762-EAA4-E33501866A87}" dt="2024-05-22T15:42:29.379" v="51" actId="1076"/>
          <ac:spMkLst>
            <pc:docMk/>
            <pc:sldMk cId="2328334949" sldId="2076137706"/>
            <ac:spMk id="3" creationId="{E13EDA60-EA13-DE58-247C-0BA1927DF33E}"/>
          </ac:spMkLst>
        </pc:spChg>
      </pc:sldChg>
      <pc:sldChg chg="modSp mod setBg modCm">
        <pc:chgData name="Carolina Lastra Avendaño" userId="S::clastra@ciisa.cl::81d2f08a-669f-4504-b713-9505f7f274c4" providerId="AD" clId="Web-{5CA01B3C-B536-6762-EAA4-E33501866A87}" dt="2024-05-22T15:40:52.173" v="43" actId="20577"/>
        <pc:sldMkLst>
          <pc:docMk/>
          <pc:sldMk cId="3736436638" sldId="2076137707"/>
        </pc:sldMkLst>
        <pc:spChg chg="mod">
          <ac:chgData name="Carolina Lastra Avendaño" userId="S::clastra@ciisa.cl::81d2f08a-669f-4504-b713-9505f7f274c4" providerId="AD" clId="Web-{5CA01B3C-B536-6762-EAA4-E33501866A87}" dt="2024-05-22T15:40:52.173" v="43" actId="20577"/>
          <ac:spMkLst>
            <pc:docMk/>
            <pc:sldMk cId="3736436638" sldId="2076137707"/>
            <ac:spMk id="2" creationId="{A3C1683D-3F2C-514D-52C2-E5502AEA6BCB}"/>
          </ac:spMkLst>
        </pc:spChg>
        <pc:extLst>
          <p:ext xmlns:p="http://schemas.openxmlformats.org/presentationml/2006/main" uri="{D6D511B9-2390-475A-947B-AFAB55BFBCF1}">
            <pc226:cmChg xmlns:pc226="http://schemas.microsoft.com/office/powerpoint/2022/06/main/command" chg="mod">
              <pc226:chgData name="Carolina Lastra Avendaño" userId="S::clastra@ciisa.cl::81d2f08a-669f-4504-b713-9505f7f274c4" providerId="AD" clId="Web-{5CA01B3C-B536-6762-EAA4-E33501866A87}" dt="2024-05-22T15:40:52.173" v="43" actId="20577"/>
              <pc2:cmMkLst xmlns:pc2="http://schemas.microsoft.com/office/powerpoint/2019/9/main/command">
                <pc:docMk/>
                <pc:sldMk cId="3736436638" sldId="2076137707"/>
                <pc2:cmMk id="{07EF16F2-FDF7-459F-8065-373D6580A19D}"/>
              </pc2:cmMkLst>
            </pc226:cmChg>
          </p:ext>
        </pc:extLst>
      </pc:sldChg>
      <pc:sldChg chg="mod">
        <pc:chgData name="Carolina Lastra Avendaño" userId="S::clastra@ciisa.cl::81d2f08a-669f-4504-b713-9505f7f274c4" providerId="AD" clId="Web-{5CA01B3C-B536-6762-EAA4-E33501866A87}" dt="2024-05-22T15:38:24.043" v="1"/>
        <pc:sldMkLst>
          <pc:docMk/>
          <pc:sldMk cId="829328944" sldId="2076137708"/>
        </pc:sldMkLst>
      </pc:sldChg>
      <pc:sldChg chg="mod">
        <pc:chgData name="Carolina Lastra Avendaño" userId="S::clastra@ciisa.cl::81d2f08a-669f-4504-b713-9505f7f274c4" providerId="AD" clId="Web-{5CA01B3C-B536-6762-EAA4-E33501866A87}" dt="2024-05-22T15:38:24.043" v="1"/>
        <pc:sldMkLst>
          <pc:docMk/>
          <pc:sldMk cId="694389719" sldId="2076137709"/>
        </pc:sldMkLst>
      </pc:sldChg>
      <pc:sldChg chg="mod">
        <pc:chgData name="Carolina Lastra Avendaño" userId="S::clastra@ciisa.cl::81d2f08a-669f-4504-b713-9505f7f274c4" providerId="AD" clId="Web-{5CA01B3C-B536-6762-EAA4-E33501866A87}" dt="2024-05-22T15:38:24.043" v="1"/>
        <pc:sldMkLst>
          <pc:docMk/>
          <pc:sldMk cId="3734186721" sldId="2076137710"/>
        </pc:sldMkLst>
      </pc:sldChg>
      <pc:sldChg chg="mod">
        <pc:chgData name="Carolina Lastra Avendaño" userId="S::clastra@ciisa.cl::81d2f08a-669f-4504-b713-9505f7f274c4" providerId="AD" clId="Web-{5CA01B3C-B536-6762-EAA4-E33501866A87}" dt="2024-05-22T15:38:24.043" v="1"/>
        <pc:sldMkLst>
          <pc:docMk/>
          <pc:sldMk cId="571905608" sldId="2076137711"/>
        </pc:sldMkLst>
      </pc:sldChg>
      <pc:sldChg chg="del mod">
        <pc:chgData name="Carolina Lastra Avendaño" userId="S::clastra@ciisa.cl::81d2f08a-669f-4504-b713-9505f7f274c4" providerId="AD" clId="Web-{5CA01B3C-B536-6762-EAA4-E33501866A87}" dt="2024-05-22T15:41:06.033" v="44"/>
        <pc:sldMkLst>
          <pc:docMk/>
          <pc:sldMk cId="3631252662" sldId="2076137712"/>
        </pc:sldMkLst>
      </pc:sldChg>
      <pc:sldChg chg="mod">
        <pc:chgData name="Carolina Lastra Avendaño" userId="S::clastra@ciisa.cl::81d2f08a-669f-4504-b713-9505f7f274c4" providerId="AD" clId="Web-{5CA01B3C-B536-6762-EAA4-E33501866A87}" dt="2024-05-22T15:38:24.043" v="1"/>
        <pc:sldMkLst>
          <pc:docMk/>
          <pc:sldMk cId="536104298" sldId="2076137713"/>
        </pc:sldMkLst>
      </pc:sldChg>
      <pc:sldChg chg="mod">
        <pc:chgData name="Carolina Lastra Avendaño" userId="S::clastra@ciisa.cl::81d2f08a-669f-4504-b713-9505f7f274c4" providerId="AD" clId="Web-{5CA01B3C-B536-6762-EAA4-E33501866A87}" dt="2024-05-22T15:38:24.043" v="1"/>
        <pc:sldMkLst>
          <pc:docMk/>
          <pc:sldMk cId="4073713596" sldId="2076137714"/>
        </pc:sldMkLst>
      </pc:sldChg>
      <pc:sldChg chg="mod">
        <pc:chgData name="Carolina Lastra Avendaño" userId="S::clastra@ciisa.cl::81d2f08a-669f-4504-b713-9505f7f274c4" providerId="AD" clId="Web-{5CA01B3C-B536-6762-EAA4-E33501866A87}" dt="2024-05-22T15:38:24.043" v="1"/>
        <pc:sldMkLst>
          <pc:docMk/>
          <pc:sldMk cId="3308352145" sldId="2076137715"/>
        </pc:sldMkLst>
      </pc:sldChg>
      <pc:sldChg chg="mod">
        <pc:chgData name="Carolina Lastra Avendaño" userId="S::clastra@ciisa.cl::81d2f08a-669f-4504-b713-9505f7f274c4" providerId="AD" clId="Web-{5CA01B3C-B536-6762-EAA4-E33501866A87}" dt="2024-05-22T15:38:24.043" v="1"/>
        <pc:sldMkLst>
          <pc:docMk/>
          <pc:sldMk cId="2456185182" sldId="2076137716"/>
        </pc:sldMkLst>
      </pc:sldChg>
      <pc:sldChg chg="modSp mod">
        <pc:chgData name="Carolina Lastra Avendaño" userId="S::clastra@ciisa.cl::81d2f08a-669f-4504-b713-9505f7f274c4" providerId="AD" clId="Web-{5CA01B3C-B536-6762-EAA4-E33501866A87}" dt="2024-05-22T15:43:42.882" v="61" actId="20577"/>
        <pc:sldMkLst>
          <pc:docMk/>
          <pc:sldMk cId="2546042947" sldId="2076137717"/>
        </pc:sldMkLst>
        <pc:spChg chg="mod">
          <ac:chgData name="Carolina Lastra Avendaño" userId="S::clastra@ciisa.cl::81d2f08a-669f-4504-b713-9505f7f274c4" providerId="AD" clId="Web-{5CA01B3C-B536-6762-EAA4-E33501866A87}" dt="2024-05-22T15:43:42.882" v="61" actId="20577"/>
          <ac:spMkLst>
            <pc:docMk/>
            <pc:sldMk cId="2546042947" sldId="2076137717"/>
            <ac:spMk id="3" creationId="{E13EDA60-EA13-DE58-247C-0BA1927DF33E}"/>
          </ac:spMkLst>
        </pc:spChg>
      </pc:sldChg>
      <pc:sldChg chg="mod">
        <pc:chgData name="Carolina Lastra Avendaño" userId="S::clastra@ciisa.cl::81d2f08a-669f-4504-b713-9505f7f274c4" providerId="AD" clId="Web-{5CA01B3C-B536-6762-EAA4-E33501866A87}" dt="2024-05-22T15:38:24.043" v="1"/>
        <pc:sldMkLst>
          <pc:docMk/>
          <pc:sldMk cId="729372892" sldId="2076137718"/>
        </pc:sldMkLst>
      </pc:sldChg>
      <pc:sldChg chg="del mod">
        <pc:chgData name="Carolina Lastra Avendaño" userId="S::clastra@ciisa.cl::81d2f08a-669f-4504-b713-9505f7f274c4" providerId="AD" clId="Web-{5CA01B3C-B536-6762-EAA4-E33501866A87}" dt="2024-05-22T15:41:33.080" v="46"/>
        <pc:sldMkLst>
          <pc:docMk/>
          <pc:sldMk cId="2488761824" sldId="2076137719"/>
        </pc:sldMkLst>
      </pc:sldChg>
      <pc:sldChg chg="new">
        <pc:chgData name="Carolina Lastra Avendaño" userId="S::clastra@ciisa.cl::81d2f08a-669f-4504-b713-9505f7f274c4" providerId="AD" clId="Web-{5CA01B3C-B536-6762-EAA4-E33501866A87}" dt="2024-05-22T15:41:53.050" v="47"/>
        <pc:sldMkLst>
          <pc:docMk/>
          <pc:sldMk cId="3564780999" sldId="2076137719"/>
        </pc:sldMkLst>
      </pc:sldChg>
      <pc:sldMasterChg chg="mod setBg modSldLayout">
        <pc:chgData name="Carolina Lastra Avendaño" userId="S::clastra@ciisa.cl::81d2f08a-669f-4504-b713-9505f7f274c4" providerId="AD" clId="Web-{5CA01B3C-B536-6762-EAA4-E33501866A87}" dt="2024-05-22T15:38:24.043" v="1"/>
        <pc:sldMasterMkLst>
          <pc:docMk/>
          <pc:sldMasterMk cId="2491898207" sldId="2147483660"/>
        </pc:sldMasterMkLst>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3636416" sldId="2147483661"/>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639590872" sldId="2147483662"/>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3411197885" sldId="2147483663"/>
          </pc:sldLayoutMkLst>
        </pc:sldLayoutChg>
        <pc:sldLayoutChg chg="mod">
          <pc:chgData name="Carolina Lastra Avendaño" userId="S::clastra@ciisa.cl::81d2f08a-669f-4504-b713-9505f7f274c4" providerId="AD" clId="Web-{5CA01B3C-B536-6762-EAA4-E33501866A87}" dt="2024-05-22T15:38:24.043" v="1"/>
          <pc:sldLayoutMkLst>
            <pc:docMk/>
            <pc:sldMasterMk cId="2491898207" sldId="2147483660"/>
            <pc:sldLayoutMk cId="1993959781" sldId="2147483665"/>
          </pc:sldLayoutMkLst>
        </pc:sldLayoutChg>
      </pc:sldMasterChg>
    </pc:docChg>
  </pc:docChgLst>
</pc:chgInfo>
</file>

<file path=ppt/comments/modernComment_7BBF58E6_43BDDA71.xml><?xml version="1.0" encoding="utf-8"?>
<p188:cmLst xmlns:a="http://schemas.openxmlformats.org/drawingml/2006/main" xmlns:r="http://schemas.openxmlformats.org/officeDocument/2006/relationships" xmlns:p188="http://schemas.microsoft.com/office/powerpoint/2018/8/main">
  <p188:cm id="{E30EEDB4-A314-47FD-8D64-D776ED46A02F}" authorId="{DFC5AA2A-7322-24C3-9B68-AD7395C41981}" created="2023-09-12T03:28:52.463">
    <ac:deMkLst xmlns:ac="http://schemas.microsoft.com/office/drawing/2013/main/command">
      <pc:docMk xmlns:pc="http://schemas.microsoft.com/office/powerpoint/2013/main/command"/>
      <pc:sldMk xmlns:pc="http://schemas.microsoft.com/office/powerpoint/2013/main/command" cId="1136515697" sldId="2076137702"/>
      <ac:picMk id="4" creationId="{7E0A5725-EB83-A829-7460-CA7FA618AF8E}"/>
    </ac:deMkLst>
    <p188:txBody>
      <a:bodyPr/>
      <a:lstStyle/>
      <a:p>
        <a:r>
          <a:rPr lang="es-ES"/>
          <a:t>Situé el desarrollo del tema 1. Utilice esquemas, cuadros, punteo de ideas. Imágenes o vídeos que aporten de manera práctica al desarrollo del tema a presentar.
En el caso de las imágenes y vídeos, titular, señalar una breve reseña e indicar la fuente.</a:t>
        </a:r>
      </a:p>
    </p188:txBody>
  </p188:cm>
</p188:cmLst>
</file>

<file path=ppt/comments/modernComment_7BBF58E7_33C906EB.xml><?xml version="1.0" encoding="utf-8"?>
<p188:cmLst xmlns:a="http://schemas.openxmlformats.org/drawingml/2006/main" xmlns:r="http://schemas.openxmlformats.org/officeDocument/2006/relationships" xmlns:p188="http://schemas.microsoft.com/office/powerpoint/2018/8/main">
  <p188:cm id="{1EA8D883-5044-4AAA-BBAD-F5A58475186B}" authorId="{DFC5AA2A-7322-24C3-9B68-AD7395C41981}" created="2023-09-12T03:26:05.270">
    <ac:txMkLst xmlns:ac="http://schemas.microsoft.com/office/drawing/2013/main/command">
      <pc:docMk xmlns:pc="http://schemas.microsoft.com/office/powerpoint/2013/main/command"/>
      <pc:sldMk xmlns:pc="http://schemas.microsoft.com/office/powerpoint/2013/main/command" cId="868812523" sldId="2076137703"/>
      <ac:spMk id="2" creationId="{A3C1683D-3F2C-514D-52C2-E5502AEA6BCB}"/>
      <ac:txMk cp="14">
        <ac:context len="15" hash="3320271642"/>
      </ac:txMk>
    </ac:txMkLst>
    <p188:pos x="4655343" y="226218"/>
    <p188:txBody>
      <a:bodyPr/>
      <a:lstStyle/>
      <a:p>
        <a:r>
          <a:rPr lang="es-ES"/>
          <a:t>Sitúe el título del tema 1.</a:t>
        </a:r>
      </a:p>
    </p188:txBody>
  </p188:cm>
</p188:cmLst>
</file>

<file path=ppt/comments/modernComment_7BBF58E8_73DDF829.xml><?xml version="1.0" encoding="utf-8"?>
<p188:cmLst xmlns:a="http://schemas.openxmlformats.org/drawingml/2006/main" xmlns:r="http://schemas.openxmlformats.org/officeDocument/2006/relationships" xmlns:p188="http://schemas.microsoft.com/office/powerpoint/2018/8/main">
  <p188:cm id="{EA16C70D-1923-4304-A5D8-45ADC65883D6}" authorId="{DFC5AA2A-7322-24C3-9B68-AD7395C41981}" created="2023-09-12T03:29:58.371">
    <ac:deMkLst xmlns:ac="http://schemas.microsoft.com/office/drawing/2013/main/command">
      <pc:docMk xmlns:pc="http://schemas.microsoft.com/office/powerpoint/2013/main/command"/>
      <pc:sldMk xmlns:pc="http://schemas.microsoft.com/office/powerpoint/2013/main/command" cId="1943926825" sldId="2076137704"/>
      <ac:picMk id="2050" creationId="{3F21FD4D-CAA2-76D4-8B35-B7D0509C8200}"/>
    </ac:deMkLst>
    <p188:txBody>
      <a:bodyPr/>
      <a:lstStyle/>
      <a:p>
        <a:r>
          <a:rPr lang="es-ES"/>
          <a:t>Situé el desarrollo del tema 1. Utilice esquemas, cuadros, punteo de ideas. Imágenes o vídeos que aporten de manera práctica al desarrollo del tema a presentar.
En el caso de las imágenes y vídeos, titular, señalar una breve reseña e indicar la fuente.
Y así sucesivamente con los demás temas.</a:t>
        </a:r>
      </a:p>
    </p188:txBody>
  </p188:cm>
</p188:cmLst>
</file>

<file path=ppt/comments/modernComment_7BBF58E9_BCC49D8A.xml><?xml version="1.0" encoding="utf-8"?>
<p188:cmLst xmlns:a="http://schemas.openxmlformats.org/drawingml/2006/main" xmlns:r="http://schemas.openxmlformats.org/officeDocument/2006/relationships" xmlns:p188="http://schemas.microsoft.com/office/powerpoint/2018/8/main">
  <p188:cm id="{FDA31033-C313-481E-B661-B5FAF3DCBAFF}" authorId="{DFC5AA2A-7322-24C3-9B68-AD7395C41981}" created="2023-09-12T03:24:12.908">
    <ac:deMkLst xmlns:ac="http://schemas.microsoft.com/office/drawing/2013/main/command">
      <pc:docMk xmlns:pc="http://schemas.microsoft.com/office/powerpoint/2013/main/command"/>
      <pc:sldMk xmlns:pc="http://schemas.microsoft.com/office/powerpoint/2013/main/command" cId="3167001994" sldId="2076137705"/>
      <ac:spMk id="2" creationId="{972BB412-0761-08C0-91B5-7D184FDF0428}"/>
    </ac:deMkLst>
    <p188:txBody>
      <a:bodyPr/>
      <a:lstStyle/>
      <a:p>
        <a:r>
          <a:rPr lang="es-ES"/>
          <a:t>Colocar título principal</a:t>
        </a:r>
      </a:p>
    </p188:txBody>
  </p188:cm>
  <p188:cm id="{6ACC9BD5-3395-4EED-95E2-0F111C252A4D}" authorId="{DFC5AA2A-7322-24C3-9B68-AD7395C41981}" created="2023-09-12T03:24:24.908">
    <ac:txMkLst xmlns:ac="http://schemas.microsoft.com/office/drawing/2013/main/command">
      <pc:docMk xmlns:pc="http://schemas.microsoft.com/office/powerpoint/2013/main/command"/>
      <pc:sldMk xmlns:pc="http://schemas.microsoft.com/office/powerpoint/2013/main/command" cId="3167001994" sldId="2076137705"/>
      <ac:spMk id="3" creationId="{317770C8-A12B-436B-AB8E-9FC2932E0DB7}"/>
      <ac:txMk cp="0">
        <ac:context len="51" hash="2769725130"/>
      </ac:txMk>
    </ac:txMkLst>
    <p188:pos x="3821906" y="321468"/>
    <p188:txBody>
      <a:bodyPr/>
      <a:lstStyle/>
      <a:p>
        <a:r>
          <a:rPr lang="es-ES"/>
          <a:t>Indicar la asignatura</a:t>
        </a:r>
      </a:p>
    </p188:txBody>
  </p188:cm>
</p188:cmLst>
</file>

<file path=ppt/comments/modernComment_7BBF58EA_8AC79265.xml><?xml version="1.0" encoding="utf-8"?>
<p188:cmLst xmlns:a="http://schemas.openxmlformats.org/drawingml/2006/main" xmlns:r="http://schemas.openxmlformats.org/officeDocument/2006/relationships" xmlns:p188="http://schemas.microsoft.com/office/powerpoint/2018/8/main">
  <p188:cm id="{389693A5-11B2-4C14-A119-775D20B2A22B}" authorId="{DFC5AA2A-7322-24C3-9B68-AD7395C41981}" created="2023-09-12T03:24:54.581" startDate="2024-06-18T08:03:46.665" dueDate="2024-06-18T08:03:46.665" assignedTo="{ED6C565C-96F3-95F4-3EAF-1F06D7DCD0EB}" title="@Jorge Alejandro Bravo Pizarro  Profesor, el objetivo de generar PPTS instructivas o vídeos(usted eligió PPTS) es para mostrar cómo se aplican los contenidos tratados en los apuntes. Sin embargo, esta PPT reproduce la misma información de los apuntes…">
    <ac:txMkLst xmlns:ac="http://schemas.microsoft.com/office/drawing/2013/main/command">
      <pc:docMk xmlns:pc="http://schemas.microsoft.com/office/powerpoint/2013/main/command"/>
      <pc:sldMk xmlns:pc="http://schemas.microsoft.com/office/powerpoint/2013/main/command" cId="2328334949" sldId="2076137706"/>
      <ac:spMk id="2" creationId="{B6EFDCBE-E499-3103-92A5-28F5D6427A64}"/>
      <ac:txMk cp="1" len="5">
        <ac:context len="7" hash="1598863229"/>
      </ac:txMk>
    </ac:txMkLst>
    <p188:pos x="6036468" y="250031"/>
    <p188:replyLst>
      <p188:reply id="{D66C948B-3EB9-4A26-B512-31B3ACAE4EF5}" authorId="{564DFE0A-DF80-3E30-C204-25B1D5565698}" created="2024-06-18T08:03:46.664">
        <p188:txBody>
          <a:bodyPr/>
          <a:lstStyle/>
          <a:p>
            <a:r>
              <a:rPr lang="es-CL"/>
              <a:t>[@Jorge Alejandro Bravo Pizarro] 
Profesor, el objetivo de generar PPTS instructivas o vídeos(usted eligió PPTS) es para mostrar cómo se aplican los contenidos tratados en los apuntes. Sin embargo, esta PPT reproduce la misma información de los apuntes. 
Favor, generar la PPT como se solicita para que pueda cumplir la función adecuada y no sea una repetición de otros recursos.
Muchas gracias!!</a:t>
            </a:r>
          </a:p>
        </p188:txBody>
      </p188:reply>
    </p188:replyLst>
    <p188:txBody>
      <a:bodyPr/>
      <a:lstStyle/>
      <a:p>
        <a:r>
          <a:rPr lang="es-ES"/>
          <a:t>Señalar por orden, los temas a presentar.</a:t>
        </a:r>
      </a:p>
    </p188:txBody>
    <p188:extLst>
      <p:ext xmlns:p="http://schemas.openxmlformats.org/presentationml/2006/main" uri="{5BB2D875-25FF-4072-B9AC-8F64D62656EB}">
        <p228:taskDetails xmlns:p228="http://schemas.microsoft.com/office/powerpoint/2022/08/main">
          <p228:history>
            <p228:event time="2024-06-18T08:03:46.665" id="{A466F4D5-DD69-4D45-A77B-97B39E7128B0}">
              <p228:atrbtn authorId="{564DFE0A-DF80-3E30-C204-25B1D5565698}"/>
              <p228:anchr>
                <p228:comment id="{D66C948B-3EB9-4A26-B512-31B3ACAE4EF5}"/>
              </p228:anchr>
              <p228:add/>
            </p228:event>
            <p228:event time="2024-06-18T08:03:46.665" id="{B1544F1F-ACEF-4ADF-8143-37D53769AB53}">
              <p228:atrbtn authorId="{564DFE0A-DF80-3E30-C204-25B1D5565698}"/>
              <p228:anchr>
                <p228:comment id="{D66C948B-3EB9-4A26-B512-31B3ACAE4EF5}"/>
              </p228:anchr>
              <p228:asgn authorId="{ED6C565C-96F3-95F4-3EAF-1F06D7DCD0EB}"/>
            </p228:event>
            <p228:event time="2024-06-18T08:03:46.665" id="{34137C39-3AB2-4BAB-BDE3-63AA65932462}">
              <p228:atrbtn authorId="{564DFE0A-DF80-3E30-C204-25B1D5565698}"/>
              <p228:anchr>
                <p228:comment id="{D66C948B-3EB9-4A26-B512-31B3ACAE4EF5}"/>
              </p228:anchr>
              <p228:date stDt="2024-06-18T08:03:46.665" endDt="2024-06-18T08:03:46.665"/>
            </p228:event>
            <p228:event time="2024-06-18T08:03:46.665" id="{B5DF6ECC-9472-4D0E-9EE6-824E81AE4DD0}">
              <p228:atrbtn authorId="{564DFE0A-DF80-3E30-C204-25B1D5565698}"/>
              <p228:anchr>
                <p228:comment id="{D66C948B-3EB9-4A26-B512-31B3ACAE4EF5}"/>
              </p228:anchr>
              <p228:title val="@Jorge Alejandro Bravo Pizarro  Profesor, el objetivo de generar PPTS instructivas o vídeos(usted eligió PPTS) es para mostrar cómo se aplican los contenidos tratados en los apuntes. Sin embargo, esta PPT reproduce la misma información de los apuntes…"/>
            </p228:event>
          </p228:history>
        </p228:taskDetails>
      </p:ext>
    </p188:extLst>
  </p188:cm>
</p188:cmLst>
</file>

<file path=ppt/comments/modernComment_7BBF58EB_DEB57F9E.xml><?xml version="1.0" encoding="utf-8"?>
<p188:cmLst xmlns:a="http://schemas.openxmlformats.org/drawingml/2006/main" xmlns:r="http://schemas.openxmlformats.org/officeDocument/2006/relationships" xmlns:p188="http://schemas.microsoft.com/office/powerpoint/2018/8/main">
  <p188:cm id="{07EF16F2-FDF7-459F-8065-373D6580A19D}" authorId="{DFC5AA2A-7322-24C3-9B68-AD7395C41981}" created="2023-09-12T03:26:16.771">
    <ac:txMkLst xmlns:ac="http://schemas.microsoft.com/office/drawing/2013/main/command">
      <pc:docMk xmlns:pc="http://schemas.microsoft.com/office/powerpoint/2013/main/command"/>
      <pc:sldMk xmlns:pc="http://schemas.microsoft.com/office/powerpoint/2013/main/command" cId="3736436638" sldId="2076137707"/>
      <ac:spMk id="2" creationId="{A3C1683D-3F2C-514D-52C2-E5502AEA6BCB}"/>
      <ac:txMk cp="14">
        <ac:context len="15" hash="3320271642"/>
      </ac:txMk>
    </ac:txMkLst>
    <p188:pos x="4655343" y="535781"/>
    <p188:txBody>
      <a:bodyPr/>
      <a:lstStyle/>
      <a:p>
        <a:r>
          <a:rPr lang="es-ES"/>
          <a:t>Sitúe el título del tema 2.</a:t>
        </a:r>
      </a:p>
    </p188:txBody>
  </p188:cm>
</p188:cmLst>
</file>

<file path=ppt/comments/modernComment_7BBF58EC_316E8E30.xml><?xml version="1.0" encoding="utf-8"?>
<p188:cmLst xmlns:a="http://schemas.openxmlformats.org/drawingml/2006/main" xmlns:r="http://schemas.openxmlformats.org/officeDocument/2006/relationships" xmlns:p188="http://schemas.microsoft.com/office/powerpoint/2018/8/main">
  <p188:cm id="{D267BE4A-61DE-40D3-A24C-59F6D7967C8C}" authorId="{DFC5AA2A-7322-24C3-9B68-AD7395C41981}" created="2023-09-12T03:29:35.370">
    <ac:txMkLst xmlns:ac="http://schemas.microsoft.com/office/drawing/2013/main/command">
      <pc:docMk xmlns:pc="http://schemas.microsoft.com/office/powerpoint/2013/main/command"/>
      <pc:sldMk xmlns:pc="http://schemas.microsoft.com/office/powerpoint/2013/main/command" cId="829328944" sldId="2076137708"/>
      <ac:spMk id="2" creationId="{A3C1683D-3F2C-514D-52C2-E5502AEA6BCB}"/>
      <ac:txMk cp="0" len="41">
        <ac:context len="44" hash="2583928154"/>
      </ac:txMk>
    </ac:txMkLst>
    <p188:pos x="4131468" y="833437"/>
    <p188:txBody>
      <a:bodyPr/>
      <a:lstStyle/>
      <a:p>
        <a:r>
          <a:rPr lang="es-ES"/>
          <a:t>Señale el título del tema 2, así sucesivamente con los demás temas.</a:t>
        </a:r>
      </a:p>
    </p188:txBody>
  </p188:cm>
</p188:cmLst>
</file>

<file path=ppt/comments/modernComment_7BBF58F5_97C18843.xml><?xml version="1.0" encoding="utf-8"?>
<p188:cmLst xmlns:a="http://schemas.openxmlformats.org/drawingml/2006/main" xmlns:r="http://schemas.openxmlformats.org/officeDocument/2006/relationships" xmlns:p188="http://schemas.microsoft.com/office/powerpoint/2018/8/main">
  <p188:cm id="{C1737562-6C8A-463E-B045-4829F6317B19}" authorId="{DFC5AA2A-7322-24C3-9B68-AD7395C41981}" created="2023-09-12T03:25:38.613">
    <ac:txMkLst xmlns:ac="http://schemas.microsoft.com/office/drawing/2013/main/command">
      <pc:docMk xmlns:pc="http://schemas.microsoft.com/office/powerpoint/2013/main/command"/>
      <pc:sldMk xmlns:pc="http://schemas.microsoft.com/office/powerpoint/2013/main/command" cId="2546042947" sldId="2076137717"/>
      <ac:spMk id="2" creationId="{B6EFDCBE-E499-3103-92A5-28F5D6427A64}"/>
      <ac:txMk cp="0" len="13">
        <ac:context len="14" hash="2158248386"/>
      </ac:txMk>
    </ac:txMkLst>
    <p188:pos x="6846093" y="250031"/>
    <p188:txBody>
      <a:bodyPr/>
      <a:lstStyle/>
      <a:p>
        <a:r>
          <a:rPr lang="es-ES"/>
          <a:t>Señalar el objetivo de este recurso. Puede utilizar los indicadores de logro extraídos del programa</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18-06-2024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7BBF58E9_BCC49D8A.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7BBF58EA_8AC79265.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7BBF58F5_97C1884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BBF58E7_33C906EB.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microsoft.com/office/2018/10/relationships/comments" Target="../comments/modernComment_7BBF58E6_43BDDA7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BBF58EB_DEB57F9E.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microsoft.com/office/2018/10/relationships/comments" Target="../comments/modernComment_7BBF58EC_316E8E30.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microsoft.com/office/2018/10/relationships/comments" Target="../comments/modernComment_7BBF58E8_73DDF829.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546152" y="3714504"/>
            <a:ext cx="5292436" cy="643773"/>
          </a:xfrm>
        </p:spPr>
        <p:txBody>
          <a:bodyPr>
            <a:normAutofit fontScale="90000"/>
          </a:bodyPr>
          <a:lstStyle/>
          <a:p>
            <a:r>
              <a:rPr lang="es-MX" dirty="0">
                <a:latin typeface="Gotham"/>
              </a:rPr>
              <a:t>Unidad 1</a:t>
            </a:r>
            <a:endParaRPr lang="es-ES" dirty="0"/>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641225" y="4656763"/>
            <a:ext cx="5113194" cy="635654"/>
          </a:xfrm>
        </p:spPr>
        <p:txBody>
          <a:bodyPr vert="horz" lIns="0" tIns="45720" rIns="0" bIns="45720" rtlCol="0" anchor="t">
            <a:noAutofit/>
          </a:bodyPr>
          <a:lstStyle/>
          <a:p>
            <a:r>
              <a:rPr lang="es-ES" dirty="0">
                <a:latin typeface="Gotham"/>
              </a:rPr>
              <a:t>Niveles de Pruebas</a:t>
            </a:r>
            <a:endParaRPr lang="es-CL" dirty="0"/>
          </a:p>
          <a:p>
            <a:r>
              <a:rPr lang="es-MX" dirty="0">
                <a:latin typeface="Gotham"/>
              </a:rPr>
              <a:t>Testing Aplicado al Desarrollo </a:t>
            </a:r>
            <a:endParaRPr lang="es-MX" dirty="0"/>
          </a:p>
        </p:txBody>
      </p:sp>
    </p:spTree>
    <p:extLst>
      <p:ext uri="{BB962C8B-B14F-4D97-AF65-F5344CB8AC3E}">
        <p14:creationId xmlns:p14="http://schemas.microsoft.com/office/powerpoint/2010/main" val="3167001994"/>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a:xfrm>
            <a:off x="920741" y="1121215"/>
            <a:ext cx="10113461" cy="602137"/>
          </a:xfrm>
        </p:spPr>
        <p:txBody>
          <a:bodyPr/>
          <a:lstStyle/>
          <a:p>
            <a:r>
              <a:rPr lang="es-ES" dirty="0">
                <a:latin typeface="Gotham"/>
              </a:rPr>
              <a:t>ÍNDICE</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633283" y="1888842"/>
            <a:ext cx="7499927" cy="4524315"/>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s-MX" dirty="0">
                <a:solidFill>
                  <a:srgbClr val="102B42"/>
                </a:solidFill>
              </a:rPr>
              <a:t>Tema 1: </a:t>
            </a:r>
            <a:r>
              <a:rPr lang="es-MX" sz="1800" b="1" i="0" u="none" strike="noStrike" dirty="0">
                <a:solidFill>
                  <a:srgbClr val="102B42"/>
                </a:solidFill>
                <a:effectLst/>
                <a:latin typeface="Calibri" panose="020F0502020204030204" pitchFamily="34" charset="0"/>
              </a:rPr>
              <a:t>Niveles de Pruebas</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Unidad </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Integración</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Sistema</a:t>
            </a:r>
          </a:p>
          <a:p>
            <a:pPr marL="742950" lvl="1" indent="-285750">
              <a:buFont typeface="Arial" panose="020B0604020202020204" pitchFamily="34" charset="0"/>
              <a:buChar char="•"/>
            </a:pPr>
            <a:r>
              <a:rPr lang="es-MX" b="1" dirty="0">
                <a:solidFill>
                  <a:srgbClr val="102B42"/>
                </a:solidFill>
                <a:latin typeface="Calibri" panose="020F0502020204030204" pitchFamily="34" charset="0"/>
              </a:rPr>
              <a:t>Aceptación</a:t>
            </a:r>
            <a:endParaRPr lang="es-MX" dirty="0"/>
          </a:p>
          <a:p>
            <a:endParaRPr lang="es-MX" dirty="0"/>
          </a:p>
          <a:p>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MX" dirty="0"/>
          </a:p>
          <a:p>
            <a:endParaRPr lang="es-MX" dirty="0"/>
          </a:p>
          <a:p>
            <a:pPr marL="285750" indent="-285750">
              <a:buFont typeface="Arial" panose="020B0604020202020204" pitchFamily="34" charset="0"/>
              <a:buChar char="•"/>
            </a:pPr>
            <a:endParaRPr lang="es-CL" dirty="0"/>
          </a:p>
        </p:txBody>
      </p:sp>
    </p:spTree>
    <p:extLst>
      <p:ext uri="{BB962C8B-B14F-4D97-AF65-F5344CB8AC3E}">
        <p14:creationId xmlns:p14="http://schemas.microsoft.com/office/powerpoint/2010/main" val="232833494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p:txBody>
          <a:bodyPr/>
          <a:lstStyle/>
          <a:p>
            <a:r>
              <a:rPr lang="es-ES" dirty="0">
                <a:latin typeface="Gotham"/>
              </a:rPr>
              <a:t>Introducción </a:t>
            </a:r>
            <a:endParaRPr lang="es-ES" dirty="0"/>
          </a:p>
        </p:txBody>
      </p:sp>
      <p:sp>
        <p:nvSpPr>
          <p:cNvPr id="3" name="CuadroTexto 2">
            <a:extLst>
              <a:ext uri="{FF2B5EF4-FFF2-40B4-BE49-F238E27FC236}">
                <a16:creationId xmlns:a16="http://schemas.microsoft.com/office/drawing/2014/main" id="{E13EDA60-EA13-DE58-247C-0BA1927DF33E}"/>
              </a:ext>
            </a:extLst>
          </p:cNvPr>
          <p:cNvSpPr txBox="1"/>
          <p:nvPr/>
        </p:nvSpPr>
        <p:spPr>
          <a:xfrm>
            <a:off x="3829502" y="1877961"/>
            <a:ext cx="7499927" cy="4339650"/>
          </a:xfrm>
          <a:prstGeom prst="rect">
            <a:avLst/>
          </a:prstGeom>
          <a:solidFill>
            <a:schemeClr val="bg1"/>
          </a:solidFill>
        </p:spPr>
        <p:txBody>
          <a:bodyPr wrap="square" lIns="91440" tIns="45720" rIns="91440" bIns="45720" rtlCol="0" anchor="t">
            <a:spAutoFit/>
          </a:bodyPr>
          <a:lstStyle/>
          <a:p>
            <a:pPr algn="just">
              <a:lnSpc>
                <a:spcPct val="150000"/>
              </a:lnSpc>
            </a:pPr>
            <a:r>
              <a:rPr lang="es-MX" sz="2000" dirty="0">
                <a:solidFill>
                  <a:srgbClr val="102B42"/>
                </a:solidFill>
              </a:rPr>
              <a:t>La práctica de probar software ha avanzado desde pruebas informales realizadas por desarrolladores hasta métodos sistemáticos debido a la creciente complejidad y criticidad del software. Este cambio introdujo niveles de pruebas estructurados, cada uno con objetivos específicos para garantizar una verificación y validación exhaustivas. Este enfoque reduce errores tempranamente, disminuye costos y riesgos, y asegura que el software sea robusto, confiable y cumpla con los estándares de calidad.</a:t>
            </a:r>
          </a:p>
          <a:p>
            <a:endParaRPr lang="es-MX" dirty="0">
              <a:cs typeface="Calibri" panose="020F0502020204030204"/>
            </a:endParaRPr>
          </a:p>
          <a:p>
            <a:pPr marL="285750" indent="-285750">
              <a:buFont typeface="Arial" panose="020B0604020202020204" pitchFamily="34" charset="0"/>
              <a:buChar char="•"/>
            </a:pPr>
            <a:endParaRPr lang="es-CL" dirty="0">
              <a:ea typeface="Calibri" panose="020F0502020204030204"/>
              <a:cs typeface="Calibri" panose="020F0502020204030204"/>
            </a:endParaRPr>
          </a:p>
        </p:txBody>
      </p:sp>
    </p:spTree>
    <p:extLst>
      <p:ext uri="{BB962C8B-B14F-4D97-AF65-F5344CB8AC3E}">
        <p14:creationId xmlns:p14="http://schemas.microsoft.com/office/powerpoint/2010/main" val="2546042947"/>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131466" y="3105217"/>
            <a:ext cx="7592290" cy="1744716"/>
          </a:xfrm>
        </p:spPr>
        <p:txBody>
          <a:bodyPr/>
          <a:lstStyle/>
          <a:p>
            <a:r>
              <a:rPr lang="es-MX" dirty="0">
                <a:latin typeface="Gotham"/>
              </a:rPr>
              <a:t>Unidad</a:t>
            </a:r>
            <a:endParaRPr lang="es-ES" dirty="0"/>
          </a:p>
        </p:txBody>
      </p:sp>
    </p:spTree>
    <p:extLst>
      <p:ext uri="{BB962C8B-B14F-4D97-AF65-F5344CB8AC3E}">
        <p14:creationId xmlns:p14="http://schemas.microsoft.com/office/powerpoint/2010/main" val="86881252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A7BF873-53DC-D508-8E6A-31A26DB43DA6}"/>
              </a:ext>
            </a:extLst>
          </p:cNvPr>
          <p:cNvSpPr txBox="1"/>
          <p:nvPr/>
        </p:nvSpPr>
        <p:spPr>
          <a:xfrm>
            <a:off x="489858" y="986970"/>
            <a:ext cx="11212284" cy="5122941"/>
          </a:xfrm>
          <a:prstGeom prst="rect">
            <a:avLst/>
          </a:prstGeom>
          <a:noFill/>
        </p:spPr>
        <p:txBody>
          <a:bodyPr wrap="square" rtlCol="0">
            <a:spAutoFit/>
          </a:bodyPr>
          <a:lstStyle/>
          <a:p>
            <a:pPr algn="just">
              <a:lnSpc>
                <a:spcPct val="150000"/>
              </a:lnSpc>
            </a:pPr>
            <a:r>
              <a:rPr lang="es-CL" sz="2000" dirty="0"/>
              <a:t>Las pruebas unitarias examinan unidades individuales del código, como funciones o métodos, de forma aislada del resto del sistema. Su objetivo principal es asegurar que cada unidad funcione correctamente por sí sola, lo que permite detectar y corregir errores en una etapa temprana del desarrollo. Estas pruebas, realizadas por los desarrolladores, utilizan datos específicos y escenarios controlados para evaluar el comportamiento de las unidades bajo diversas condiciones. </a:t>
            </a:r>
          </a:p>
          <a:p>
            <a:pPr algn="just">
              <a:lnSpc>
                <a:spcPct val="150000"/>
              </a:lnSpc>
            </a:pPr>
            <a:r>
              <a:rPr lang="es-CL" sz="2000" dirty="0"/>
              <a:t>Las pruebas unitarias promueven un desarrollo modular y bien estructurado, mejorando la mantenibilidad del código y facilitando la localización de problemas. Además, el uso de </a:t>
            </a:r>
            <a:r>
              <a:rPr lang="es-CL" sz="2000" dirty="0" err="1"/>
              <a:t>frameworks</a:t>
            </a:r>
            <a:r>
              <a:rPr lang="es-CL" sz="2000" dirty="0"/>
              <a:t> y herramientas automatizadas, como </a:t>
            </a:r>
            <a:r>
              <a:rPr lang="es-CL" sz="2000" dirty="0" err="1"/>
              <a:t>JUnit</a:t>
            </a:r>
            <a:r>
              <a:rPr lang="es-CL" sz="2000" dirty="0"/>
              <a:t>, </a:t>
            </a:r>
            <a:r>
              <a:rPr lang="es-CL" sz="2000" dirty="0" err="1"/>
              <a:t>NUnit</a:t>
            </a:r>
            <a:r>
              <a:rPr lang="es-CL" sz="2000" dirty="0"/>
              <a:t> y </a:t>
            </a:r>
            <a:r>
              <a:rPr lang="es-CL" sz="2000" dirty="0" err="1"/>
              <a:t>pytest</a:t>
            </a:r>
            <a:r>
              <a:rPr lang="es-CL" sz="2000" dirty="0"/>
              <a:t>, simplifica y acelera el proceso de prueba. Efectivamente implementadas, las pruebas unitarias garantizan el correcto funcionamiento de cada componente individual, proporcionando una base sólida para pruebas más complejas y contribuyendo a la robustez y fiabilidad del software final.</a:t>
            </a:r>
          </a:p>
        </p:txBody>
      </p:sp>
    </p:spTree>
    <p:extLst>
      <p:ext uri="{BB962C8B-B14F-4D97-AF65-F5344CB8AC3E}">
        <p14:creationId xmlns:p14="http://schemas.microsoft.com/office/powerpoint/2010/main" val="113651569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Integración</a:t>
            </a:r>
          </a:p>
        </p:txBody>
      </p:sp>
    </p:spTree>
    <p:extLst>
      <p:ext uri="{BB962C8B-B14F-4D97-AF65-F5344CB8AC3E}">
        <p14:creationId xmlns:p14="http://schemas.microsoft.com/office/powerpoint/2010/main" val="3736436638"/>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22619" y="2556642"/>
            <a:ext cx="7795490" cy="1744716"/>
          </a:xfrm>
        </p:spPr>
        <p:txBody>
          <a:bodyPr/>
          <a:lstStyle/>
          <a:p>
            <a:r>
              <a:rPr lang="es-MX" dirty="0"/>
              <a:t>Mostrando la salida de un ​Bloque PL/SQL​</a:t>
            </a:r>
            <a:br>
              <a:rPr lang="es-MX" dirty="0"/>
            </a:br>
            <a:r>
              <a:rPr lang="es-MX" dirty="0"/>
              <a:t>​</a:t>
            </a:r>
          </a:p>
        </p:txBody>
      </p:sp>
      <p:sp>
        <p:nvSpPr>
          <p:cNvPr id="3" name="CuadroTexto 2">
            <a:extLst>
              <a:ext uri="{FF2B5EF4-FFF2-40B4-BE49-F238E27FC236}">
                <a16:creationId xmlns:a16="http://schemas.microsoft.com/office/drawing/2014/main" id="{41EA7C5A-B8A2-74CE-3F3C-D46254F8EDEF}"/>
              </a:ext>
            </a:extLst>
          </p:cNvPr>
          <p:cNvSpPr txBox="1"/>
          <p:nvPr/>
        </p:nvSpPr>
        <p:spPr>
          <a:xfrm>
            <a:off x="894080" y="1231900"/>
            <a:ext cx="10798810" cy="2352952"/>
          </a:xfrm>
          <a:prstGeom prst="rect">
            <a:avLst/>
          </a:prstGeom>
          <a:noFill/>
        </p:spPr>
        <p:txBody>
          <a:bodyPr wrap="square" rtlCol="0">
            <a:spAutoFit/>
          </a:bodyPr>
          <a:lstStyle/>
          <a:p>
            <a:pPr algn="l">
              <a:lnSpc>
                <a:spcPct val="150000"/>
              </a:lnSpc>
            </a:pPr>
            <a:r>
              <a:rPr lang="es-CL" sz="2000" b="0" i="0" u="none" strike="noStrike" dirty="0">
                <a:solidFill>
                  <a:srgbClr val="000000"/>
                </a:solidFill>
                <a:effectLst/>
              </a:rPr>
              <a:t>Las pruebas de integración, realizadas después de las pruebas unitarias, evalúan la interacción y cohesión entre diferentes unidades o componentes del software. Su objetivo principal es asegurar que las unidades se comuniquen y funcionen correctamente cuando se combinan, verificando la transferencia adecuada de datos, el comportamiento esperado de las interfaces de programación y la ausencia de problemas de compatibilidad.</a:t>
            </a:r>
          </a:p>
        </p:txBody>
      </p:sp>
    </p:spTree>
    <p:extLst>
      <p:ext uri="{BB962C8B-B14F-4D97-AF65-F5344CB8AC3E}">
        <p14:creationId xmlns:p14="http://schemas.microsoft.com/office/powerpoint/2010/main" val="82932894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692239-D7A4-8289-9A70-5DE5384D5E01}"/>
              </a:ext>
            </a:extLst>
          </p:cNvPr>
          <p:cNvSpPr>
            <a:spLocks noGrp="1"/>
          </p:cNvSpPr>
          <p:nvPr>
            <p:ph type="title"/>
          </p:nvPr>
        </p:nvSpPr>
        <p:spPr>
          <a:xfrm>
            <a:off x="884964" y="1184384"/>
            <a:ext cx="10422071" cy="5033536"/>
          </a:xfrm>
        </p:spPr>
        <p:txBody>
          <a:bodyPr anchor="t"/>
          <a:lstStyle/>
          <a:p>
            <a:pPr algn="just">
              <a:lnSpc>
                <a:spcPct val="150000"/>
              </a:lnSpc>
            </a:pPr>
            <a:r>
              <a:rPr lang="es-CL" sz="2000" b="0" i="0" u="none" strike="noStrike" dirty="0">
                <a:solidFill>
                  <a:srgbClr val="000000"/>
                </a:solidFill>
                <a:effectLst/>
                <a:latin typeface="Calibri" panose="020F0502020204030204" pitchFamily="34" charset="0"/>
                <a:cs typeface="Calibri" panose="020F0502020204030204" pitchFamily="34" charset="0"/>
              </a:rPr>
              <a:t>Estas pruebas simulan escenarios de interacción entre múltiples componentes, como verificar que un módulo de entrada de datos y un módulo de procesamiento de datos trabajen juntos sin problemas. Existen varias estrategias para llevarlas a cabo:</a:t>
            </a:r>
            <a:br>
              <a:rPr lang="es-CL" sz="2000" b="0" i="0" u="none" strike="noStrike" dirty="0">
                <a:solidFill>
                  <a:srgbClr val="000000"/>
                </a:solidFill>
                <a:effectLst/>
                <a:latin typeface="Calibri" panose="020F0502020204030204" pitchFamily="34" charset="0"/>
                <a:cs typeface="Calibri" panose="020F0502020204030204" pitchFamily="34" charset="0"/>
              </a:rPr>
            </a:br>
            <a:r>
              <a:rPr lang="es-CL" sz="2000" b="1" i="0" u="none" strike="noStrike" dirty="0">
                <a:solidFill>
                  <a:srgbClr val="000000"/>
                </a:solidFill>
                <a:effectLst/>
                <a:latin typeface="Calibri" panose="020F0502020204030204" pitchFamily="34" charset="0"/>
                <a:cs typeface="Calibri" panose="020F0502020204030204" pitchFamily="34" charset="0"/>
              </a:rPr>
              <a:t>Incrementales</a:t>
            </a:r>
            <a:r>
              <a:rPr lang="es-CL" sz="2000" b="0" i="0" u="none" strike="noStrike" dirty="0">
                <a:solidFill>
                  <a:srgbClr val="000000"/>
                </a:solidFill>
                <a:effectLst/>
                <a:latin typeface="Calibri" panose="020F0502020204030204" pitchFamily="34" charset="0"/>
                <a:cs typeface="Calibri" panose="020F0502020204030204" pitchFamily="34" charset="0"/>
              </a:rPr>
              <a:t>: Integran y prueban las unidades gradualmente, utilizando enfoques como "bottom-up" o "top-</a:t>
            </a:r>
            <a:r>
              <a:rPr lang="es-CL" sz="2000" b="0" i="0" u="none" strike="noStrike" dirty="0" err="1">
                <a:solidFill>
                  <a:srgbClr val="000000"/>
                </a:solidFill>
                <a:effectLst/>
                <a:latin typeface="Calibri" panose="020F0502020204030204" pitchFamily="34" charset="0"/>
                <a:cs typeface="Calibri" panose="020F0502020204030204" pitchFamily="34" charset="0"/>
              </a:rPr>
              <a:t>down</a:t>
            </a:r>
            <a:r>
              <a:rPr lang="es-CL" sz="2000" b="0" i="0" u="none" strike="noStrike" dirty="0">
                <a:solidFill>
                  <a:srgbClr val="000000"/>
                </a:solidFill>
                <a:effectLst/>
                <a:latin typeface="Calibri" panose="020F0502020204030204" pitchFamily="34" charset="0"/>
                <a:cs typeface="Calibri" panose="020F0502020204030204" pitchFamily="34" charset="0"/>
              </a:rPr>
              <a:t>".</a:t>
            </a:r>
            <a:br>
              <a:rPr lang="es-CL" sz="2000" b="0" i="0" u="none" strike="noStrike" dirty="0">
                <a:solidFill>
                  <a:srgbClr val="000000"/>
                </a:solidFill>
                <a:effectLst/>
                <a:latin typeface="Calibri" panose="020F0502020204030204" pitchFamily="34" charset="0"/>
                <a:cs typeface="Calibri" panose="020F0502020204030204" pitchFamily="34" charset="0"/>
              </a:rPr>
            </a:br>
            <a:r>
              <a:rPr lang="es-CL" sz="2000" b="1" i="0" u="none" strike="noStrike" dirty="0">
                <a:solidFill>
                  <a:srgbClr val="000000"/>
                </a:solidFill>
                <a:effectLst/>
                <a:latin typeface="Calibri" panose="020F0502020204030204" pitchFamily="34" charset="0"/>
                <a:cs typeface="Calibri" panose="020F0502020204030204" pitchFamily="34" charset="0"/>
              </a:rPr>
              <a:t>Gran </a:t>
            </a:r>
            <a:r>
              <a:rPr lang="es-CL" sz="2000" b="1" i="0" u="none" strike="noStrike" dirty="0" err="1">
                <a:solidFill>
                  <a:srgbClr val="000000"/>
                </a:solidFill>
                <a:effectLst/>
                <a:latin typeface="Calibri" panose="020F0502020204030204" pitchFamily="34" charset="0"/>
                <a:cs typeface="Calibri" panose="020F0502020204030204" pitchFamily="34" charset="0"/>
              </a:rPr>
              <a:t>Bang</a:t>
            </a:r>
            <a:r>
              <a:rPr lang="es-CL" sz="2000" b="0" i="0" u="none" strike="noStrike" dirty="0">
                <a:solidFill>
                  <a:srgbClr val="000000"/>
                </a:solidFill>
                <a:effectLst/>
                <a:latin typeface="Calibri" panose="020F0502020204030204" pitchFamily="34" charset="0"/>
                <a:cs typeface="Calibri" panose="020F0502020204030204" pitchFamily="34" charset="0"/>
              </a:rPr>
              <a:t>: Integran todas las unidades de una vez y las prueban en conjunto, aunque es menos adecuado para sistemas grandes y complejos.</a:t>
            </a:r>
            <a:br>
              <a:rPr lang="es-CL" sz="2000" b="0" i="0" u="none" strike="noStrike" dirty="0">
                <a:solidFill>
                  <a:srgbClr val="000000"/>
                </a:solidFill>
                <a:effectLst/>
                <a:latin typeface="Calibri" panose="020F0502020204030204" pitchFamily="34" charset="0"/>
                <a:cs typeface="Calibri" panose="020F0502020204030204" pitchFamily="34" charset="0"/>
              </a:rPr>
            </a:br>
            <a:r>
              <a:rPr lang="es-CL" sz="2000" b="1" i="0" u="none" strike="noStrike" dirty="0">
                <a:solidFill>
                  <a:srgbClr val="000000"/>
                </a:solidFill>
                <a:effectLst/>
                <a:latin typeface="Calibri" panose="020F0502020204030204" pitchFamily="34" charset="0"/>
                <a:cs typeface="Calibri" panose="020F0502020204030204" pitchFamily="34" charset="0"/>
              </a:rPr>
              <a:t>Mixtas (</a:t>
            </a:r>
            <a:r>
              <a:rPr lang="es-CL" sz="2000" b="1" i="0" u="none" strike="noStrike" dirty="0" err="1">
                <a:solidFill>
                  <a:srgbClr val="000000"/>
                </a:solidFill>
                <a:effectLst/>
                <a:latin typeface="Calibri" panose="020F0502020204030204" pitchFamily="34" charset="0"/>
                <a:cs typeface="Calibri" panose="020F0502020204030204" pitchFamily="34" charset="0"/>
              </a:rPr>
              <a:t>Sandwich</a:t>
            </a:r>
            <a:r>
              <a:rPr lang="es-CL" sz="2000" b="1" i="0" u="none" strike="noStrike" dirty="0">
                <a:solidFill>
                  <a:srgbClr val="000000"/>
                </a:solidFill>
                <a:effectLst/>
                <a:latin typeface="Calibri" panose="020F0502020204030204" pitchFamily="34" charset="0"/>
                <a:cs typeface="Calibri" panose="020F0502020204030204" pitchFamily="34" charset="0"/>
              </a:rPr>
              <a:t>)</a:t>
            </a:r>
            <a:r>
              <a:rPr lang="es-CL" sz="2000" b="0" i="0" u="none" strike="noStrike" dirty="0">
                <a:solidFill>
                  <a:srgbClr val="000000"/>
                </a:solidFill>
                <a:effectLst/>
                <a:latin typeface="Calibri" panose="020F0502020204030204" pitchFamily="34" charset="0"/>
                <a:cs typeface="Calibri" panose="020F0502020204030204" pitchFamily="34" charset="0"/>
              </a:rPr>
              <a:t>: Combinan elementos de "bottom-up" y "top-</a:t>
            </a:r>
            <a:r>
              <a:rPr lang="es-CL" sz="2000" b="0" i="0" u="none" strike="noStrike" dirty="0" err="1">
                <a:solidFill>
                  <a:srgbClr val="000000"/>
                </a:solidFill>
                <a:effectLst/>
                <a:latin typeface="Calibri" panose="020F0502020204030204" pitchFamily="34" charset="0"/>
                <a:cs typeface="Calibri" panose="020F0502020204030204" pitchFamily="34" charset="0"/>
              </a:rPr>
              <a:t>down</a:t>
            </a:r>
            <a:r>
              <a:rPr lang="es-CL" sz="2000" b="0" i="0" u="none" strike="noStrike" dirty="0">
                <a:solidFill>
                  <a:srgbClr val="000000"/>
                </a:solidFill>
                <a:effectLst/>
                <a:latin typeface="Calibri" panose="020F0502020204030204" pitchFamily="34" charset="0"/>
                <a:cs typeface="Calibri" panose="020F0502020204030204" pitchFamily="34" charset="0"/>
              </a:rPr>
              <a:t>", probando componentes en diferentes niveles de la jerarquía del sistema.</a:t>
            </a:r>
          </a:p>
        </p:txBody>
      </p:sp>
      <p:sp>
        <p:nvSpPr>
          <p:cNvPr id="3" name="Título 1">
            <a:extLst>
              <a:ext uri="{FF2B5EF4-FFF2-40B4-BE49-F238E27FC236}">
                <a16:creationId xmlns:a16="http://schemas.microsoft.com/office/drawing/2014/main" id="{21C67940-C0A3-CF45-BF15-5740B4BE67E0}"/>
              </a:ext>
            </a:extLst>
          </p:cNvPr>
          <p:cNvSpPr txBox="1">
            <a:spLocks/>
          </p:cNvSpPr>
          <p:nvPr/>
        </p:nvSpPr>
        <p:spPr>
          <a:xfrm>
            <a:off x="1042219" y="2982704"/>
            <a:ext cx="10422071" cy="5033536"/>
          </a:xfrm>
          <a:prstGeom prst="rect">
            <a:avLst/>
          </a:prstGeom>
        </p:spPr>
        <p:txBody>
          <a:bodyPr vert="horz" lIns="91440" tIns="45720" rIns="91440" bIns="45720" rtlCol="0" anchor="ctr">
            <a:noAutofit/>
          </a:bodyPr>
          <a:lstStyle>
            <a:lvl1pPr marL="0" algn="ctr" defTabSz="914400" rtl="0" eaLnBrk="1" latinLnBrk="0" hangingPunct="1">
              <a:lnSpc>
                <a:spcPct val="85000"/>
              </a:lnSpc>
              <a:spcBef>
                <a:spcPct val="0"/>
              </a:spcBef>
              <a:buNone/>
              <a:defRPr sz="4400" b="1" kern="1200" spc="-50" baseline="0">
                <a:solidFill>
                  <a:srgbClr val="102B42"/>
                </a:solidFill>
                <a:latin typeface="Gotham" panose="02000603040000020004" pitchFamily="50" charset="0"/>
                <a:ea typeface="+mj-ea"/>
                <a:cs typeface="+mj-cs"/>
              </a:defRPr>
            </a:lvl1pPr>
          </a:lstStyle>
          <a:p>
            <a:pPr algn="just">
              <a:lnSpc>
                <a:spcPct val="150000"/>
              </a:lnSpc>
            </a:pPr>
            <a:endParaRPr lang="es-CL" sz="2000" b="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3926825"/>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7802C0A-C92E-A141-2177-66DDE9234D53}"/>
              </a:ext>
            </a:extLst>
          </p:cNvPr>
          <p:cNvSpPr>
            <a:spLocks noGrp="1"/>
          </p:cNvSpPr>
          <p:nvPr>
            <p:ph type="title"/>
          </p:nvPr>
        </p:nvSpPr>
        <p:spPr>
          <a:xfrm>
            <a:off x="1042219" y="1275824"/>
            <a:ext cx="10239191" cy="5204986"/>
          </a:xfrm>
        </p:spPr>
        <p:txBody>
          <a:bodyPr anchor="t"/>
          <a:lstStyle/>
          <a:p>
            <a:pPr algn="just">
              <a:lnSpc>
                <a:spcPct val="150000"/>
              </a:lnSpc>
            </a:pPr>
            <a:r>
              <a:rPr lang="es-CL" sz="2000" b="0" i="0" u="none" strike="noStrike" dirty="0">
                <a:solidFill>
                  <a:srgbClr val="000000"/>
                </a:solidFill>
                <a:effectLst/>
                <a:latin typeface="Calibri" panose="020F0502020204030204" pitchFamily="34" charset="0"/>
                <a:cs typeface="Calibri" panose="020F0502020204030204" pitchFamily="34" charset="0"/>
              </a:rPr>
              <a:t>Las pruebas de integración son cruciales para identificar problemas de interfaz, sincronización y compatibilidad, asegurando que el sistema completo funcione de manera eficiente. Detectar y resolver problemas de integración temprano mejora la calidad y fiabilidad del software, previniendo costosos errores y retrasos en etapas posteriores del desarrollo.</a:t>
            </a:r>
            <a:br>
              <a:rPr lang="es-CL" sz="2000" b="0" i="0" u="none" strike="noStrike" dirty="0">
                <a:solidFill>
                  <a:srgbClr val="000000"/>
                </a:solidFill>
                <a:effectLst/>
                <a:latin typeface="Calibri" panose="020F0502020204030204" pitchFamily="34" charset="0"/>
                <a:cs typeface="Calibri" panose="020F0502020204030204" pitchFamily="34" charset="0"/>
              </a:rPr>
            </a:br>
            <a:endParaRPr lang="es-CL"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6185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Sistema</a:t>
            </a:r>
          </a:p>
        </p:txBody>
      </p:sp>
    </p:spTree>
    <p:extLst>
      <p:ext uri="{BB962C8B-B14F-4D97-AF65-F5344CB8AC3E}">
        <p14:creationId xmlns:p14="http://schemas.microsoft.com/office/powerpoint/2010/main" val="90748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Uso de variables​</a:t>
            </a:r>
            <a:br>
              <a:rPr lang="es-MX" dirty="0"/>
            </a:br>
            <a:r>
              <a:rPr lang="es-MX" dirty="0"/>
              <a:t>​</a:t>
            </a:r>
          </a:p>
        </p:txBody>
      </p:sp>
      <p:sp>
        <p:nvSpPr>
          <p:cNvPr id="4" name="CuadroTexto 3">
            <a:extLst>
              <a:ext uri="{FF2B5EF4-FFF2-40B4-BE49-F238E27FC236}">
                <a16:creationId xmlns:a16="http://schemas.microsoft.com/office/drawing/2014/main" id="{9823DD53-074A-AD44-7078-7DFF5F00BB41}"/>
              </a:ext>
            </a:extLst>
          </p:cNvPr>
          <p:cNvSpPr txBox="1"/>
          <p:nvPr/>
        </p:nvSpPr>
        <p:spPr>
          <a:xfrm>
            <a:off x="246743" y="708479"/>
            <a:ext cx="11785599" cy="6046271"/>
          </a:xfrm>
          <a:prstGeom prst="rect">
            <a:avLst/>
          </a:prstGeom>
          <a:noFill/>
        </p:spPr>
        <p:txBody>
          <a:bodyPr wrap="square" rtlCol="0">
            <a:spAutoFit/>
          </a:bodyPr>
          <a:lstStyle/>
          <a:p>
            <a:pPr algn="just">
              <a:lnSpc>
                <a:spcPct val="150000"/>
              </a:lnSpc>
            </a:pPr>
            <a:r>
              <a:rPr lang="es-CL" sz="2000" b="0" i="0" u="none" strike="noStrike" dirty="0">
                <a:solidFill>
                  <a:srgbClr val="000000"/>
                </a:solidFill>
                <a:effectLst/>
              </a:rPr>
              <a:t>Las pruebas de sistema evalúan el software completo como una entidad integrada, asegurando que cumpla con los requisitos funcionales y no funcionales del proyecto. A diferencia de las pruebas unitarias e integración, estas pruebas examinan el comportamiento del sistema bajo condiciones realistas de operación.</a:t>
            </a:r>
          </a:p>
          <a:p>
            <a:pPr algn="just">
              <a:lnSpc>
                <a:spcPct val="150000"/>
              </a:lnSpc>
            </a:pPr>
            <a:r>
              <a:rPr lang="es-CL" sz="2000" b="0" i="0" u="none" strike="noStrike" dirty="0">
                <a:solidFill>
                  <a:srgbClr val="000000"/>
                </a:solidFill>
                <a:effectLst/>
              </a:rPr>
              <a:t>Durante las pruebas de sistema, se revisan:</a:t>
            </a:r>
          </a:p>
          <a:p>
            <a:pPr marL="342900" indent="-342900" algn="just">
              <a:lnSpc>
                <a:spcPct val="150000"/>
              </a:lnSpc>
              <a:buFont typeface="Arial" panose="020B0604020202020204" pitchFamily="34" charset="0"/>
              <a:buChar char="•"/>
            </a:pPr>
            <a:r>
              <a:rPr lang="es-CL" sz="2000" b="1" i="0" u="none" strike="noStrike" dirty="0">
                <a:solidFill>
                  <a:srgbClr val="000000"/>
                </a:solidFill>
                <a:effectLst/>
              </a:rPr>
              <a:t>Flujos de Trabajo</a:t>
            </a:r>
            <a:r>
              <a:rPr lang="es-CL" sz="2000" b="0" i="0" u="none" strike="noStrike" dirty="0">
                <a:solidFill>
                  <a:srgbClr val="000000"/>
                </a:solidFill>
                <a:effectLst/>
              </a:rPr>
              <a:t>: Se simulan escenarios de uso típicos y críticos para asegurar el correcto manejo de operaciones esperadas.</a:t>
            </a:r>
          </a:p>
          <a:p>
            <a:pPr marL="342900" indent="-342900" algn="just">
              <a:lnSpc>
                <a:spcPct val="150000"/>
              </a:lnSpc>
              <a:buFont typeface="Arial" panose="020B0604020202020204" pitchFamily="34" charset="0"/>
              <a:buChar char="•"/>
            </a:pPr>
            <a:r>
              <a:rPr lang="es-CL" sz="2000" b="1" i="0" u="none" strike="noStrike" dirty="0">
                <a:solidFill>
                  <a:srgbClr val="000000"/>
                </a:solidFill>
                <a:effectLst/>
              </a:rPr>
              <a:t>Interfaces</a:t>
            </a:r>
            <a:r>
              <a:rPr lang="es-CL" sz="2000" b="0" i="0" u="none" strike="noStrike" dirty="0">
                <a:solidFill>
                  <a:srgbClr val="000000"/>
                </a:solidFill>
                <a:effectLst/>
              </a:rPr>
              <a:t>: Se verifica que todas las interfaces del sistema, como interfaces de usuario y </a:t>
            </a:r>
            <a:r>
              <a:rPr lang="es-CL" sz="2000" b="0" i="0" u="none" strike="noStrike" dirty="0" err="1">
                <a:solidFill>
                  <a:srgbClr val="000000"/>
                </a:solidFill>
                <a:effectLst/>
              </a:rPr>
              <a:t>APIs</a:t>
            </a:r>
            <a:r>
              <a:rPr lang="es-CL" sz="2000" b="0" i="0" u="none" strike="noStrike" dirty="0">
                <a:solidFill>
                  <a:srgbClr val="000000"/>
                </a:solidFill>
                <a:effectLst/>
              </a:rPr>
              <a:t>, funcionen correctamente y transmitan datos de manera segura.</a:t>
            </a:r>
          </a:p>
          <a:p>
            <a:pPr marL="342900" indent="-342900" algn="just">
              <a:lnSpc>
                <a:spcPct val="150000"/>
              </a:lnSpc>
              <a:buFont typeface="Arial" panose="020B0604020202020204" pitchFamily="34" charset="0"/>
              <a:buChar char="•"/>
            </a:pPr>
            <a:r>
              <a:rPr lang="es-CL" sz="2000" b="1" i="0" u="none" strike="noStrike" dirty="0">
                <a:solidFill>
                  <a:srgbClr val="000000"/>
                </a:solidFill>
                <a:effectLst/>
              </a:rPr>
              <a:t>Comunicación entre Componentes</a:t>
            </a:r>
            <a:r>
              <a:rPr lang="es-CL" sz="2000" b="0" i="0" u="none" strike="noStrike" dirty="0">
                <a:solidFill>
                  <a:srgbClr val="000000"/>
                </a:solidFill>
                <a:effectLst/>
              </a:rPr>
              <a:t>: Se evalúa la interacción y sincronización entre diferentes componentes para garantizar una operación sin problemas.</a:t>
            </a:r>
          </a:p>
          <a:p>
            <a:pPr marL="342900" indent="-342900" algn="just">
              <a:lnSpc>
                <a:spcPct val="150000"/>
              </a:lnSpc>
              <a:buFont typeface="Arial" panose="020B0604020202020204" pitchFamily="34" charset="0"/>
              <a:buChar char="•"/>
            </a:pPr>
            <a:r>
              <a:rPr lang="es-CL" sz="2000" b="1" i="0" u="none" strike="noStrike" dirty="0">
                <a:solidFill>
                  <a:srgbClr val="000000"/>
                </a:solidFill>
                <a:effectLst/>
              </a:rPr>
              <a:t>Requisitos del Sistema</a:t>
            </a:r>
            <a:r>
              <a:rPr lang="es-CL" sz="2000" b="0" i="0" u="none" strike="noStrike" dirty="0">
                <a:solidFill>
                  <a:srgbClr val="000000"/>
                </a:solidFill>
                <a:effectLst/>
              </a:rPr>
              <a:t>: Se aseguran que todos los requisitos funcionales (características y funciones) y no funcionales (rendimiento, seguridad, usabilidad, compatibilidad) se cumplan.</a:t>
            </a:r>
          </a:p>
          <a:p>
            <a:pPr algn="just">
              <a:lnSpc>
                <a:spcPct val="150000"/>
              </a:lnSpc>
            </a:pPr>
            <a:endParaRPr lang="es-CL" sz="2000" dirty="0"/>
          </a:p>
        </p:txBody>
      </p:sp>
    </p:spTree>
    <p:extLst>
      <p:ext uri="{BB962C8B-B14F-4D97-AF65-F5344CB8AC3E}">
        <p14:creationId xmlns:p14="http://schemas.microsoft.com/office/powerpoint/2010/main" val="694389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6DDEB3-B320-CE5D-2869-B75C2BE5A0A4}"/>
              </a:ext>
            </a:extLst>
          </p:cNvPr>
          <p:cNvSpPr txBox="1"/>
          <p:nvPr/>
        </p:nvSpPr>
        <p:spPr>
          <a:xfrm>
            <a:off x="595086" y="1335314"/>
            <a:ext cx="11398794" cy="3737946"/>
          </a:xfrm>
          <a:prstGeom prst="rect">
            <a:avLst/>
          </a:prstGeom>
          <a:noFill/>
        </p:spPr>
        <p:txBody>
          <a:bodyPr wrap="square" rtlCol="0">
            <a:spAutoFit/>
          </a:bodyPr>
          <a:lstStyle/>
          <a:p>
            <a:pPr algn="just">
              <a:lnSpc>
                <a:spcPct val="150000"/>
              </a:lnSpc>
            </a:pPr>
            <a:r>
              <a:rPr lang="es-CL" sz="2000" b="0" i="0" u="none" strike="noStrike" dirty="0">
                <a:solidFill>
                  <a:srgbClr val="000000"/>
                </a:solidFill>
                <a:effectLst/>
              </a:rPr>
              <a:t>Las pruebas de sistema pueden incluir técnicas específicas:</a:t>
            </a:r>
          </a:p>
          <a:p>
            <a:pPr algn="just">
              <a:lnSpc>
                <a:spcPct val="150000"/>
              </a:lnSpc>
              <a:buFont typeface="Arial" panose="020B0604020202020204" pitchFamily="34" charset="0"/>
              <a:buChar char="•"/>
            </a:pPr>
            <a:r>
              <a:rPr lang="es-CL" sz="2000" b="1" i="0" u="none" strike="noStrike" dirty="0">
                <a:solidFill>
                  <a:srgbClr val="000000"/>
                </a:solidFill>
                <a:effectLst/>
              </a:rPr>
              <a:t>Rendimiento</a:t>
            </a:r>
            <a:r>
              <a:rPr lang="es-CL" sz="2000" b="0" i="0" u="none" strike="noStrike" dirty="0">
                <a:solidFill>
                  <a:srgbClr val="000000"/>
                </a:solidFill>
                <a:effectLst/>
              </a:rPr>
              <a:t>: Evaluar el comportamiento del sistema bajo diferentes cargas de trabajo.</a:t>
            </a:r>
          </a:p>
          <a:p>
            <a:pPr algn="just">
              <a:lnSpc>
                <a:spcPct val="150000"/>
              </a:lnSpc>
              <a:buFont typeface="Arial" panose="020B0604020202020204" pitchFamily="34" charset="0"/>
              <a:buChar char="•"/>
            </a:pPr>
            <a:r>
              <a:rPr lang="es-CL" sz="2000" b="1" i="0" u="none" strike="noStrike" dirty="0">
                <a:solidFill>
                  <a:srgbClr val="000000"/>
                </a:solidFill>
                <a:effectLst/>
              </a:rPr>
              <a:t>Seguridad</a:t>
            </a:r>
            <a:r>
              <a:rPr lang="es-CL" sz="2000" b="0" i="0" u="none" strike="noStrike" dirty="0">
                <a:solidFill>
                  <a:srgbClr val="000000"/>
                </a:solidFill>
                <a:effectLst/>
              </a:rPr>
              <a:t>: Identificar y corregir vulnerabilidades de seguridad.</a:t>
            </a:r>
          </a:p>
          <a:p>
            <a:pPr algn="just">
              <a:lnSpc>
                <a:spcPct val="150000"/>
              </a:lnSpc>
              <a:buFont typeface="Arial" panose="020B0604020202020204" pitchFamily="34" charset="0"/>
              <a:buChar char="•"/>
            </a:pPr>
            <a:r>
              <a:rPr lang="es-CL" sz="2000" b="1" i="0" u="none" strike="noStrike" dirty="0">
                <a:solidFill>
                  <a:srgbClr val="000000"/>
                </a:solidFill>
                <a:effectLst/>
              </a:rPr>
              <a:t>Usabilidad</a:t>
            </a:r>
            <a:r>
              <a:rPr lang="es-CL" sz="2000" b="0" i="0" u="none" strike="noStrike" dirty="0">
                <a:solidFill>
                  <a:srgbClr val="000000"/>
                </a:solidFill>
                <a:effectLst/>
              </a:rPr>
              <a:t>: Garantizar que el sistema sea fácil de usar.</a:t>
            </a:r>
          </a:p>
          <a:p>
            <a:pPr algn="just">
              <a:lnSpc>
                <a:spcPct val="150000"/>
              </a:lnSpc>
              <a:buFont typeface="Arial" panose="020B0604020202020204" pitchFamily="34" charset="0"/>
              <a:buChar char="•"/>
            </a:pPr>
            <a:r>
              <a:rPr lang="es-CL" sz="2000" b="1" i="0" u="none" strike="noStrike" dirty="0">
                <a:solidFill>
                  <a:srgbClr val="000000"/>
                </a:solidFill>
                <a:effectLst/>
              </a:rPr>
              <a:t>Recuperación ante Fallos</a:t>
            </a:r>
            <a:r>
              <a:rPr lang="es-CL" sz="2000" b="0" i="0" u="none" strike="noStrike" dirty="0">
                <a:solidFill>
                  <a:srgbClr val="000000"/>
                </a:solidFill>
                <a:effectLst/>
              </a:rPr>
              <a:t>: Asegurar la recuperación correcta del sistema después de fallos inesperados.</a:t>
            </a:r>
          </a:p>
          <a:p>
            <a:pPr algn="just">
              <a:lnSpc>
                <a:spcPct val="150000"/>
              </a:lnSpc>
            </a:pPr>
            <a:r>
              <a:rPr lang="es-CL" sz="2000" b="0" i="0" u="none" strike="noStrike" dirty="0">
                <a:solidFill>
                  <a:srgbClr val="000000"/>
                </a:solidFill>
                <a:effectLst/>
              </a:rPr>
              <a:t>Realizar pruebas de sistema exhaustivas es crucial para identificar y corregir problemas, asegurando un producto final de alta calidad que cumpla con las expectativas y necesidades de los usuarios.</a:t>
            </a:r>
          </a:p>
          <a:p>
            <a:pPr algn="just">
              <a:lnSpc>
                <a:spcPct val="150000"/>
              </a:lnSpc>
            </a:pPr>
            <a:endParaRPr lang="es-CL" sz="2000" dirty="0"/>
          </a:p>
        </p:txBody>
      </p:sp>
    </p:spTree>
    <p:extLst>
      <p:ext uri="{BB962C8B-B14F-4D97-AF65-F5344CB8AC3E}">
        <p14:creationId xmlns:p14="http://schemas.microsoft.com/office/powerpoint/2010/main" val="536104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latin typeface="Gotham"/>
              </a:rPr>
              <a:t>Aceptación</a:t>
            </a:r>
          </a:p>
        </p:txBody>
      </p:sp>
    </p:spTree>
    <p:extLst>
      <p:ext uri="{BB962C8B-B14F-4D97-AF65-F5344CB8AC3E}">
        <p14:creationId xmlns:p14="http://schemas.microsoft.com/office/powerpoint/2010/main" val="624138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4396510" y="2553043"/>
            <a:ext cx="7795490" cy="1744716"/>
          </a:xfrm>
        </p:spPr>
        <p:txBody>
          <a:bodyPr/>
          <a:lstStyle/>
          <a:p>
            <a:r>
              <a:rPr lang="es-MX" dirty="0"/>
              <a:t>Declarar e inicializar variables PL/SQL​</a:t>
            </a:r>
          </a:p>
        </p:txBody>
      </p:sp>
      <p:sp>
        <p:nvSpPr>
          <p:cNvPr id="3" name="CuadroTexto 2">
            <a:extLst>
              <a:ext uri="{FF2B5EF4-FFF2-40B4-BE49-F238E27FC236}">
                <a16:creationId xmlns:a16="http://schemas.microsoft.com/office/drawing/2014/main" id="{6FB5D704-7EC5-2FD6-69CA-90F1F6A87857}"/>
              </a:ext>
            </a:extLst>
          </p:cNvPr>
          <p:cNvSpPr txBox="1"/>
          <p:nvPr/>
        </p:nvSpPr>
        <p:spPr>
          <a:xfrm>
            <a:off x="581660" y="1119073"/>
            <a:ext cx="10734040" cy="4619854"/>
          </a:xfrm>
          <a:prstGeom prst="rect">
            <a:avLst/>
          </a:prstGeom>
          <a:noFill/>
        </p:spPr>
        <p:txBody>
          <a:bodyPr wrap="square" rtlCol="0">
            <a:spAutoFit/>
          </a:bodyPr>
          <a:lstStyle/>
          <a:p>
            <a:pPr algn="l">
              <a:lnSpc>
                <a:spcPct val="150000"/>
              </a:lnSpc>
            </a:pPr>
            <a:r>
              <a:rPr lang="es-CL" b="0" i="0" u="none" strike="noStrike" dirty="0">
                <a:solidFill>
                  <a:srgbClr val="000000"/>
                </a:solidFill>
                <a:effectLst/>
              </a:rPr>
              <a:t>Las pruebas de aceptación son cruciales en el ciclo de vida del desarrollo de software, verificando que el software cumpla con los requisitos y expectativas de los usuarios finales o clientes antes de su despliegue. Su objetivo principal es asegurar que el producto final no solo funcione técnicamente, sino que también satisfaga las necesidades del usuario.</a:t>
            </a:r>
          </a:p>
          <a:p>
            <a:pPr algn="l">
              <a:lnSpc>
                <a:spcPct val="150000"/>
              </a:lnSpc>
            </a:pPr>
            <a:r>
              <a:rPr lang="es-CL" b="0" i="0" u="none" strike="noStrike" dirty="0">
                <a:solidFill>
                  <a:srgbClr val="000000"/>
                </a:solidFill>
                <a:effectLst/>
              </a:rPr>
              <a:t>Estas pruebas pueden ser realizadas por:</a:t>
            </a:r>
          </a:p>
          <a:p>
            <a:pPr algn="l">
              <a:lnSpc>
                <a:spcPct val="150000"/>
              </a:lnSpc>
              <a:buFont typeface="Arial" panose="020B0604020202020204" pitchFamily="34" charset="0"/>
              <a:buChar char="•"/>
            </a:pPr>
            <a:r>
              <a:rPr lang="es-CL" b="1" i="0" u="none" strike="noStrike" dirty="0">
                <a:solidFill>
                  <a:srgbClr val="000000"/>
                </a:solidFill>
                <a:effectLst/>
              </a:rPr>
              <a:t>Usuarios Finales</a:t>
            </a:r>
            <a:r>
              <a:rPr lang="es-CL" b="0" i="0" u="none" strike="noStrike" dirty="0">
                <a:solidFill>
                  <a:srgbClr val="000000"/>
                </a:solidFill>
                <a:effectLst/>
              </a:rPr>
              <a:t>: Proporcionan retroalimentación práctica y confirman que el software cumple con sus necesidades.</a:t>
            </a:r>
          </a:p>
          <a:p>
            <a:pPr algn="l">
              <a:lnSpc>
                <a:spcPct val="150000"/>
              </a:lnSpc>
              <a:buFont typeface="Arial" panose="020B0604020202020204" pitchFamily="34" charset="0"/>
              <a:buChar char="•"/>
            </a:pPr>
            <a:r>
              <a:rPr lang="es-CL" b="1" i="0" u="none" strike="noStrike" dirty="0">
                <a:solidFill>
                  <a:srgbClr val="000000"/>
                </a:solidFill>
                <a:effectLst/>
              </a:rPr>
              <a:t>Representantes del Cliente</a:t>
            </a:r>
            <a:r>
              <a:rPr lang="es-CL" b="0" i="0" u="none" strike="noStrike" dirty="0">
                <a:solidFill>
                  <a:srgbClr val="000000"/>
                </a:solidFill>
                <a:effectLst/>
              </a:rPr>
              <a:t>: Actúan como intermediarios para asegurar que el software cumple con las especificaciones y necesidades del cliente.</a:t>
            </a:r>
          </a:p>
          <a:p>
            <a:pPr algn="l">
              <a:lnSpc>
                <a:spcPct val="150000"/>
              </a:lnSpc>
              <a:buFont typeface="Arial" panose="020B0604020202020204" pitchFamily="34" charset="0"/>
              <a:buChar char="•"/>
            </a:pPr>
            <a:r>
              <a:rPr lang="es-CL" b="1" i="0" u="none" strike="noStrike" dirty="0">
                <a:solidFill>
                  <a:srgbClr val="000000"/>
                </a:solidFill>
                <a:effectLst/>
              </a:rPr>
              <a:t>Equipos de Pruebas Independientes</a:t>
            </a:r>
            <a:r>
              <a:rPr lang="es-CL" b="0" i="0" u="none" strike="noStrike" dirty="0">
                <a:solidFill>
                  <a:srgbClr val="000000"/>
                </a:solidFill>
                <a:effectLst/>
              </a:rPr>
              <a:t>: Ofrecen una evaluación imparcial y exhaustiva del software.</a:t>
            </a:r>
          </a:p>
          <a:p>
            <a:pPr>
              <a:lnSpc>
                <a:spcPct val="150000"/>
              </a:lnSpc>
            </a:pPr>
            <a:endParaRPr lang="es-CL" dirty="0"/>
          </a:p>
        </p:txBody>
      </p:sp>
    </p:spTree>
    <p:extLst>
      <p:ext uri="{BB962C8B-B14F-4D97-AF65-F5344CB8AC3E}">
        <p14:creationId xmlns:p14="http://schemas.microsoft.com/office/powerpoint/2010/main" val="373418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8789196-F472-F410-1820-3749FCB90315}"/>
              </a:ext>
            </a:extLst>
          </p:cNvPr>
          <p:cNvSpPr txBox="1"/>
          <p:nvPr/>
        </p:nvSpPr>
        <p:spPr>
          <a:xfrm>
            <a:off x="723900" y="1274617"/>
            <a:ext cx="10744200" cy="4619854"/>
          </a:xfrm>
          <a:prstGeom prst="rect">
            <a:avLst/>
          </a:prstGeom>
          <a:noFill/>
        </p:spPr>
        <p:txBody>
          <a:bodyPr wrap="square" rtlCol="0">
            <a:spAutoFit/>
          </a:bodyPr>
          <a:lstStyle/>
          <a:p>
            <a:pPr algn="just">
              <a:lnSpc>
                <a:spcPct val="150000"/>
              </a:lnSpc>
            </a:pPr>
            <a:r>
              <a:rPr lang="es-CL" b="0" i="0" u="none" strike="noStrike" dirty="0">
                <a:solidFill>
                  <a:srgbClr val="000000"/>
                </a:solidFill>
                <a:effectLst/>
              </a:rPr>
              <a:t>Los niveles de pruebas, incluyendo las de aceptación, no son estrictamente secuenciales y pueden superponerse o realizarse en paralelo para asegurar una cobertura adecuada y óptima calidad del software. Por ejemplo, mientras se realizan pruebas de integración, pueden ejecutarse simultáneamente pruebas de sistema.</a:t>
            </a:r>
          </a:p>
          <a:p>
            <a:pPr algn="just">
              <a:lnSpc>
                <a:spcPct val="150000"/>
              </a:lnSpc>
            </a:pPr>
            <a:r>
              <a:rPr lang="es-CL" b="0" i="0" u="none" strike="noStrike" dirty="0">
                <a:solidFill>
                  <a:srgbClr val="000000"/>
                </a:solidFill>
                <a:effectLst/>
              </a:rPr>
              <a:t>La selección y el alcance de los niveles de pruebas dependen del tipo de software, los requisitos del proyecto y las prácticas de desarrollo empleadas. En proyectos ágiles, las pruebas se integran a lo largo del ciclo de desarrollo, mientras que en metodologías tradicionales, como el modelo en cascada, las pruebas se agrupan hacia el final del ciclo.</a:t>
            </a:r>
          </a:p>
          <a:p>
            <a:pPr algn="just">
              <a:lnSpc>
                <a:spcPct val="150000"/>
              </a:lnSpc>
            </a:pPr>
            <a:r>
              <a:rPr lang="es-CL" b="0" i="0" u="none" strike="noStrike" dirty="0">
                <a:solidFill>
                  <a:srgbClr val="000000"/>
                </a:solidFill>
                <a:effectLst/>
              </a:rPr>
              <a:t>Las pruebas de aceptación validan que el software cumple con las expectativas y necesidades del usuario, contribuyendo a la creación de software de alta calidad que satisface tanto las especificaciones técnicas como las necesidades del usuario final.</a:t>
            </a:r>
          </a:p>
          <a:p>
            <a:pPr algn="just">
              <a:lnSpc>
                <a:spcPct val="150000"/>
              </a:lnSpc>
            </a:pPr>
            <a:endParaRPr lang="es-CL" dirty="0"/>
          </a:p>
        </p:txBody>
      </p:sp>
    </p:spTree>
    <p:extLst>
      <p:ext uri="{BB962C8B-B14F-4D97-AF65-F5344CB8AC3E}">
        <p14:creationId xmlns:p14="http://schemas.microsoft.com/office/powerpoint/2010/main" val="571905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F006F95-BE4A-D449-9BE0-8FB091153E4A}"/>
              </a:ext>
            </a:extLst>
          </p:cNvPr>
          <p:cNvPicPr>
            <a:picLocks noChangeAspect="1"/>
          </p:cNvPicPr>
          <p:nvPr/>
        </p:nvPicPr>
        <p:blipFill>
          <a:blip r:embed="rId2"/>
          <a:stretch>
            <a:fillRect/>
          </a:stretch>
        </p:blipFill>
        <p:spPr>
          <a:xfrm>
            <a:off x="1641244" y="2150773"/>
            <a:ext cx="8197484" cy="3612718"/>
          </a:xfrm>
          <a:prstGeom prst="rect">
            <a:avLst/>
          </a:prstGeom>
        </p:spPr>
      </p:pic>
    </p:spTree>
    <p:extLst>
      <p:ext uri="{BB962C8B-B14F-4D97-AF65-F5344CB8AC3E}">
        <p14:creationId xmlns:p14="http://schemas.microsoft.com/office/powerpoint/2010/main" val="3564780999"/>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21582-FC00-409E-B0FE-B85F4A2AD932}">
  <ds:schemaRefs>
    <ds:schemaRef ds:uri="http://schemas.microsoft.com/office/2006/documentManagement/types"/>
    <ds:schemaRef ds:uri="bda1ad10-d4bb-41ec-a603-c5fb97d92d9b"/>
    <ds:schemaRef ds:uri="http://schemas.openxmlformats.org/package/2006/metadata/core-properties"/>
    <ds:schemaRef ds:uri="a78bb83c-f79f-4baf-ae30-fdf209467eca"/>
    <ds:schemaRef ds:uri="http://schemas.microsoft.com/office/infopath/2007/PartnerControls"/>
    <ds:schemaRef ds:uri="http://purl.org/dc/elements/1.1/"/>
    <ds:schemaRef ds:uri="http://www.w3.org/XML/1998/namespace"/>
    <ds:schemaRef ds:uri="http://schemas.microsoft.com/office/2006/metadata/properties"/>
    <ds:schemaRef ds:uri="http://purl.org/dc/dcmitype/"/>
    <ds:schemaRef ds:uri="http://purl.org/dc/terms/"/>
  </ds:schemaRefs>
</ds:datastoreItem>
</file>

<file path=customXml/itemProps3.xml><?xml version="1.0" encoding="utf-8"?>
<ds:datastoreItem xmlns:ds="http://schemas.openxmlformats.org/officeDocument/2006/customXml" ds:itemID="{87F4E0E8-DCD7-4FED-941D-0AB556AD80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39</TotalTime>
  <Words>1029</Words>
  <Application>Microsoft Office PowerPoint</Application>
  <PresentationFormat>Panorámica</PresentationFormat>
  <Paragraphs>52</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Gotham</vt:lpstr>
      <vt:lpstr>Plantilla Institucional CIISA</vt:lpstr>
      <vt:lpstr>Unidad 1</vt:lpstr>
      <vt:lpstr>ÍNDICE</vt:lpstr>
      <vt:lpstr>Introducción </vt:lpstr>
      <vt:lpstr>Unidad</vt:lpstr>
      <vt:lpstr>Presentación de PowerPoint</vt:lpstr>
      <vt:lpstr>Integración</vt:lpstr>
      <vt:lpstr>Mostrando la salida de un ​Bloque PL/SQL​ ​</vt:lpstr>
      <vt:lpstr>Estas pruebas simulan escenarios de interacción entre múltiples componentes, como verificar que un módulo de entrada de datos y un módulo de procesamiento de datos trabajen juntos sin problemas. Existen varias estrategias para llevarlas a cabo: Incrementales: Integran y prueban las unidades gradualmente, utilizando enfoques como "bottom-up" o "top-down". Gran Bang: Integran todas las unidades de una vez y las prueban en conjunto, aunque es menos adecuado para sistemas grandes y complejos. Mixtas (Sandwich): Combinan elementos de "bottom-up" y "top-down", probando componentes en diferentes niveles de la jerarquía del sistema.</vt:lpstr>
      <vt:lpstr>Las pruebas de integración son cruciales para identificar problemas de interfaz, sincronización y compatibilidad, asegurando que el sistema completo funcione de manera eficiente. Detectar y resolver problemas de integración temprano mejora la calidad y fiabilidad del software, previniendo costosos errores y retrasos en etapas posteriores del desarrollo. </vt:lpstr>
      <vt:lpstr>Sistema</vt:lpstr>
      <vt:lpstr>Uso de variables​ ​</vt:lpstr>
      <vt:lpstr>Presentación de PowerPoint</vt:lpstr>
      <vt:lpstr>Aceptación</vt:lpstr>
      <vt:lpstr>Declarar e inicializar variables PL/SQL​</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Alejandra Bravo Garcia</cp:lastModifiedBy>
  <cp:revision>77</cp:revision>
  <dcterms:created xsi:type="dcterms:W3CDTF">2023-07-19T16:06:31Z</dcterms:created>
  <dcterms:modified xsi:type="dcterms:W3CDTF">2024-06-18T08:03:49Z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