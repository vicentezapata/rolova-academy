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omments/modernComment_7BBF58EA_8AC79265.xml" ContentType="application/vnd.ms-powerpoint.comments+xml"/>
  <Override PartName="/ppt/comments/modernComment_7BBF58F0_D87084B6.xml" ContentType="application/vnd.ms-powerpoint.comments+xml"/>
  <Override PartName="/ppt/comments/modernComment_7BBF58F3_C5317291.xml" ContentType="application/vnd.ms-powerpoint.comments+xml"/>
  <Override PartName="/ppt/notesSlides/notesSlide1.xml" ContentType="application/vnd.openxmlformats-officedocument.presentationml.notesSlide+xml"/>
  <Override PartName="/ppt/comments/modernComment_7BBF58F7_AB09F5E3.xml" ContentType="application/vnd.ms-powerpoint.comments+xml"/>
  <Override PartName="/ppt/comments/modernComment_7BBF58EB_DEB57F9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076137705" r:id="rId5"/>
    <p:sldId id="2076137706" r:id="rId6"/>
    <p:sldId id="2076137712" r:id="rId7"/>
    <p:sldId id="2076137724" r:id="rId8"/>
    <p:sldId id="2076137725" r:id="rId9"/>
    <p:sldId id="2076137708" r:id="rId10"/>
    <p:sldId id="2076137715" r:id="rId11"/>
    <p:sldId id="2076137722" r:id="rId12"/>
    <p:sldId id="2076137726" r:id="rId13"/>
    <p:sldId id="2076137719" r:id="rId14"/>
    <p:sldId id="2076137707" r:id="rId15"/>
    <p:sldId id="2076137704" r:id="rId16"/>
    <p:sldId id="2076137721" r:id="rId17"/>
    <p:sldId id="207613772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G" userId="S::alejandra.bravo@ipss.cl::4cf5125d-f567-4a98-9bb5-4ea9ae908f01" providerId="AD"/>
  <p188:author id="{DFC5AA2A-7322-24C3-9B68-AD7395C41981}" name="Alejandra Bravo Garcia" initials="AG" userId="S::abravo@ciisa.cl::4cf5125d-f567-4a98-9bb5-4ea9ae908f01" providerId="AD"/>
  <p188:author id="{ED6C565C-96F3-95F4-3EAF-1F06D7DCD0EB}" name="Jorge Alejandro Bravo Pizarro" initials="" userId="S::jbravo@ciisa.cl::866f4d59-4e3d-4420-8a8b-3d6ddbb5c639" providerId="AD"/>
  <p188:author id="{56A303EC-24C9-A366-E7A3-68AFB5B8C733}" name="Lorena Massone Bresler" initials="LM" userId="S::lmassone@ciisa.cl::02953e08-4597-4d31-a081-9f68326755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E"/>
    <a:srgbClr val="496073"/>
    <a:srgbClr val="798998"/>
    <a:srgbClr val="3C3C3B"/>
    <a:srgbClr val="C7AC7A"/>
    <a:srgbClr val="102B42"/>
    <a:srgbClr val="304B61"/>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BA9AAB-AA03-157A-8DC7-FB3AAE70AD1F}" v="26" dt="2024-07-24T20:45:30.7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78" d="100"/>
          <a:sy n="78" d="100"/>
        </p:scale>
        <p:origin x="850" y="6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Bravo Garcia" userId="S::alejandra.bravo@ipss.cl::4cf5125d-f567-4a98-9bb5-4ea9ae908f01" providerId="AD" clId="Web-{CAAEB48F-0F8F-3925-E3B5-323918FCE29A}"/>
    <pc:docChg chg="mod modSld">
      <pc:chgData name="Alejandra Bravo Garcia" userId="S::alejandra.bravo@ipss.cl::4cf5125d-f567-4a98-9bb5-4ea9ae908f01" providerId="AD" clId="Web-{CAAEB48F-0F8F-3925-E3B5-323918FCE29A}" dt="2024-05-27T22:21:28.098" v="2"/>
      <pc:docMkLst>
        <pc:docMk/>
      </pc:docMkLst>
      <pc:sldChg chg="modSp addCm">
        <pc:chgData name="Alejandra Bravo Garcia" userId="S::alejandra.bravo@ipss.cl::4cf5125d-f567-4a98-9bb5-4ea9ae908f01" providerId="AD" clId="Web-{CAAEB48F-0F8F-3925-E3B5-323918FCE29A}" dt="2024-05-27T22:21:28.098" v="2"/>
        <pc:sldMkLst>
          <pc:docMk/>
          <pc:sldMk cId="2456185182" sldId="2076137716"/>
        </pc:sldMkLst>
        <pc:picChg chg="mod">
          <ac:chgData name="Alejandra Bravo Garcia" userId="S::alejandra.bravo@ipss.cl::4cf5125d-f567-4a98-9bb5-4ea9ae908f01" providerId="AD" clId="Web-{CAAEB48F-0F8F-3925-E3B5-323918FCE29A}" dt="2024-05-27T22:18:10.810" v="0" actId="1076"/>
          <ac:picMkLst>
            <pc:docMk/>
            <pc:sldMk cId="2456185182" sldId="2076137716"/>
            <ac:picMk id="7" creationId="{4075C6E4-2472-F38C-091D-34872171A137}"/>
          </ac:picMkLst>
        </pc:picChg>
        <pc:extLst>
          <p:ext xmlns:p="http://schemas.openxmlformats.org/presentationml/2006/main" uri="{D6D511B9-2390-475A-947B-AFAB55BFBCF1}">
            <pc226:cmChg xmlns:pc226="http://schemas.microsoft.com/office/powerpoint/2022/06/main/command" chg="add">
              <pc226:chgData name="Alejandra Bravo Garcia" userId="S::alejandra.bravo@ipss.cl::4cf5125d-f567-4a98-9bb5-4ea9ae908f01" providerId="AD" clId="Web-{CAAEB48F-0F8F-3925-E3B5-323918FCE29A}" dt="2024-05-27T22:21:28.098" v="2"/>
              <pc2:cmMkLst xmlns:pc2="http://schemas.microsoft.com/office/powerpoint/2019/9/main/command">
                <pc:docMk/>
                <pc:sldMk cId="2456185182" sldId="2076137716"/>
                <pc2:cmMk id="{3A15BF6B-262F-46D6-8AE3-7D4E762751AC}"/>
              </pc2:cmMkLst>
            </pc226:cmChg>
          </p:ext>
        </pc:extLst>
      </pc:sldChg>
    </pc:docChg>
  </pc:docChgLst>
  <pc:docChgLst>
    <pc:chgData name="Jorge Alejandro Bravo Pizarro" userId="866f4d59-4e3d-4420-8a8b-3d6ddbb5c639" providerId="ADAL" clId="{29D6AD5B-3581-FC45-A765-44D85335FFD6}"/>
    <pc:docChg chg="custSel addSld delSld modSld">
      <pc:chgData name="Jorge Alejandro Bravo Pizarro" userId="866f4d59-4e3d-4420-8a8b-3d6ddbb5c639" providerId="ADAL" clId="{29D6AD5B-3581-FC45-A765-44D85335FFD6}" dt="2024-06-21T16:05:46.569" v="133" actId="20577"/>
      <pc:docMkLst>
        <pc:docMk/>
      </pc:docMkLst>
      <pc:sldChg chg="addSp modSp mod">
        <pc:chgData name="Jorge Alejandro Bravo Pizarro" userId="866f4d59-4e3d-4420-8a8b-3d6ddbb5c639" providerId="ADAL" clId="{29D6AD5B-3581-FC45-A765-44D85335FFD6}" dt="2024-06-21T16:03:27.639" v="117" actId="14100"/>
        <pc:sldMkLst>
          <pc:docMk/>
          <pc:sldMk cId="1943926825" sldId="2076137704"/>
        </pc:sldMkLst>
        <pc:spChg chg="mod">
          <ac:chgData name="Jorge Alejandro Bravo Pizarro" userId="866f4d59-4e3d-4420-8a8b-3d6ddbb5c639" providerId="ADAL" clId="{29D6AD5B-3581-FC45-A765-44D85335FFD6}" dt="2024-06-21T16:03:03.971" v="114" actId="1076"/>
          <ac:spMkLst>
            <pc:docMk/>
            <pc:sldMk cId="1943926825" sldId="2076137704"/>
            <ac:spMk id="5" creationId="{7B2632AB-0ACC-59EA-3FDC-68044C7067A9}"/>
          </ac:spMkLst>
        </pc:spChg>
        <pc:picChg chg="add mod">
          <ac:chgData name="Jorge Alejandro Bravo Pizarro" userId="866f4d59-4e3d-4420-8a8b-3d6ddbb5c639" providerId="ADAL" clId="{29D6AD5B-3581-FC45-A765-44D85335FFD6}" dt="2024-06-21T16:03:27.639" v="117" actId="14100"/>
          <ac:picMkLst>
            <pc:docMk/>
            <pc:sldMk cId="1943926825" sldId="2076137704"/>
            <ac:picMk id="3" creationId="{D41FF1D9-CBCF-80FB-30FE-406BF4D696E6}"/>
          </ac:picMkLst>
        </pc:picChg>
      </pc:sldChg>
      <pc:sldChg chg="addSp modSp mod">
        <pc:chgData name="Jorge Alejandro Bravo Pizarro" userId="866f4d59-4e3d-4420-8a8b-3d6ddbb5c639" providerId="ADAL" clId="{29D6AD5B-3581-FC45-A765-44D85335FFD6}" dt="2024-06-21T16:02:24.720" v="109" actId="14100"/>
        <pc:sldMkLst>
          <pc:docMk/>
          <pc:sldMk cId="3167001994" sldId="2076137705"/>
        </pc:sldMkLst>
        <pc:spChg chg="mod">
          <ac:chgData name="Jorge Alejandro Bravo Pizarro" userId="866f4d59-4e3d-4420-8a8b-3d6ddbb5c639" providerId="ADAL" clId="{29D6AD5B-3581-FC45-A765-44D85335FFD6}" dt="2024-06-21T16:02:24.720" v="109" actId="14100"/>
          <ac:spMkLst>
            <pc:docMk/>
            <pc:sldMk cId="3167001994" sldId="2076137705"/>
            <ac:spMk id="2" creationId="{972BB412-0761-08C0-91B5-7D184FDF0428}"/>
          </ac:spMkLst>
        </pc:spChg>
        <pc:graphicFrameChg chg="add mod">
          <ac:chgData name="Jorge Alejandro Bravo Pizarro" userId="866f4d59-4e3d-4420-8a8b-3d6ddbb5c639" providerId="ADAL" clId="{29D6AD5B-3581-FC45-A765-44D85335FFD6}" dt="2024-06-21T16:02:05.980" v="103"/>
          <ac:graphicFrameMkLst>
            <pc:docMk/>
            <pc:sldMk cId="3167001994" sldId="2076137705"/>
            <ac:graphicFrameMk id="4" creationId="{125E56C6-6C61-4F76-C312-8879442C2E85}"/>
          </ac:graphicFrameMkLst>
        </pc:graphicFrameChg>
      </pc:sldChg>
      <pc:sldChg chg="addSp delSp modSp mod">
        <pc:chgData name="Jorge Alejandro Bravo Pizarro" userId="866f4d59-4e3d-4420-8a8b-3d6ddbb5c639" providerId="ADAL" clId="{29D6AD5B-3581-FC45-A765-44D85335FFD6}" dt="2024-06-21T15:33:16.016" v="3"/>
        <pc:sldMkLst>
          <pc:docMk/>
          <pc:sldMk cId="3631252662" sldId="2076137712"/>
        </pc:sldMkLst>
        <pc:spChg chg="del">
          <ac:chgData name="Jorge Alejandro Bravo Pizarro" userId="866f4d59-4e3d-4420-8a8b-3d6ddbb5c639" providerId="ADAL" clId="{29D6AD5B-3581-FC45-A765-44D85335FFD6}" dt="2024-06-21T15:33:15.667" v="2" actId="478"/>
          <ac:spMkLst>
            <pc:docMk/>
            <pc:sldMk cId="3631252662" sldId="2076137712"/>
            <ac:spMk id="4" creationId="{CED93F37-CEDF-1413-9DA7-B6093DE3AF14}"/>
          </ac:spMkLst>
        </pc:spChg>
        <pc:picChg chg="del">
          <ac:chgData name="Jorge Alejandro Bravo Pizarro" userId="866f4d59-4e3d-4420-8a8b-3d6ddbb5c639" providerId="ADAL" clId="{29D6AD5B-3581-FC45-A765-44D85335FFD6}" dt="2024-06-21T15:33:10.984" v="0" actId="478"/>
          <ac:picMkLst>
            <pc:docMk/>
            <pc:sldMk cId="3631252662" sldId="2076137712"/>
            <ac:picMk id="3" creationId="{50459A0A-03CB-9BA3-DA1A-EF2D665E7F12}"/>
          </ac:picMkLst>
        </pc:picChg>
        <pc:picChg chg="add mod">
          <ac:chgData name="Jorge Alejandro Bravo Pizarro" userId="866f4d59-4e3d-4420-8a8b-3d6ddbb5c639" providerId="ADAL" clId="{29D6AD5B-3581-FC45-A765-44D85335FFD6}" dt="2024-06-21T15:33:16.016" v="3"/>
          <ac:picMkLst>
            <pc:docMk/>
            <pc:sldMk cId="3631252662" sldId="2076137712"/>
            <ac:picMk id="5" creationId="{59D0DF1E-368B-779E-2174-F505B1975672}"/>
          </ac:picMkLst>
        </pc:picChg>
        <pc:picChg chg="del">
          <ac:chgData name="Jorge Alejandro Bravo Pizarro" userId="866f4d59-4e3d-4420-8a8b-3d6ddbb5c639" providerId="ADAL" clId="{29D6AD5B-3581-FC45-A765-44D85335FFD6}" dt="2024-06-21T15:33:12.446" v="1" actId="478"/>
          <ac:picMkLst>
            <pc:docMk/>
            <pc:sldMk cId="3631252662" sldId="2076137712"/>
            <ac:picMk id="1028" creationId="{005CF167-C648-3081-37C3-FC8727A98B4D}"/>
          </ac:picMkLst>
        </pc:picChg>
      </pc:sldChg>
      <pc:sldChg chg="modSp mod">
        <pc:chgData name="Jorge Alejandro Bravo Pizarro" userId="866f4d59-4e3d-4420-8a8b-3d6ddbb5c639" providerId="ADAL" clId="{29D6AD5B-3581-FC45-A765-44D85335FFD6}" dt="2024-06-21T15:40:28.766" v="48" actId="123"/>
        <pc:sldMkLst>
          <pc:docMk/>
          <pc:sldMk cId="3308352145" sldId="2076137715"/>
        </pc:sldMkLst>
        <pc:spChg chg="mod">
          <ac:chgData name="Jorge Alejandro Bravo Pizarro" userId="866f4d59-4e3d-4420-8a8b-3d6ddbb5c639" providerId="ADAL" clId="{29D6AD5B-3581-FC45-A765-44D85335FFD6}" dt="2024-06-21T15:35:57.519" v="6" actId="1076"/>
          <ac:spMkLst>
            <pc:docMk/>
            <pc:sldMk cId="3308352145" sldId="2076137715"/>
            <ac:spMk id="3" creationId="{0622F953-4E77-98FF-5569-BBF9A0424ADD}"/>
          </ac:spMkLst>
        </pc:spChg>
        <pc:spChg chg="mod">
          <ac:chgData name="Jorge Alejandro Bravo Pizarro" userId="866f4d59-4e3d-4420-8a8b-3d6ddbb5c639" providerId="ADAL" clId="{29D6AD5B-3581-FC45-A765-44D85335FFD6}" dt="2024-06-21T15:40:28.766" v="48" actId="123"/>
          <ac:spMkLst>
            <pc:docMk/>
            <pc:sldMk cId="3308352145" sldId="2076137715"/>
            <ac:spMk id="7" creationId="{BC28F638-7AE5-2D6B-8A0B-D6FCECADB96D}"/>
          </ac:spMkLst>
        </pc:spChg>
      </pc:sldChg>
      <pc:sldChg chg="modSp mod">
        <pc:chgData name="Jorge Alejandro Bravo Pizarro" userId="866f4d59-4e3d-4420-8a8b-3d6ddbb5c639" providerId="ADAL" clId="{29D6AD5B-3581-FC45-A765-44D85335FFD6}" dt="2024-06-21T15:56:40.507" v="102" actId="1076"/>
        <pc:sldMkLst>
          <pc:docMk/>
          <pc:sldMk cId="2869556707" sldId="2076137719"/>
        </pc:sldMkLst>
        <pc:spChg chg="mod">
          <ac:chgData name="Jorge Alejandro Bravo Pizarro" userId="866f4d59-4e3d-4420-8a8b-3d6ddbb5c639" providerId="ADAL" clId="{29D6AD5B-3581-FC45-A765-44D85335FFD6}" dt="2024-06-21T15:56:37.984" v="101" actId="1076"/>
          <ac:spMkLst>
            <pc:docMk/>
            <pc:sldMk cId="2869556707" sldId="2076137719"/>
            <ac:spMk id="3" creationId="{0622F953-4E77-98FF-5569-BBF9A0424ADD}"/>
          </ac:spMkLst>
        </pc:spChg>
        <pc:spChg chg="mod">
          <ac:chgData name="Jorge Alejandro Bravo Pizarro" userId="866f4d59-4e3d-4420-8a8b-3d6ddbb5c639" providerId="ADAL" clId="{29D6AD5B-3581-FC45-A765-44D85335FFD6}" dt="2024-06-21T15:56:40.507" v="102" actId="1076"/>
          <ac:spMkLst>
            <pc:docMk/>
            <pc:sldMk cId="2869556707" sldId="2076137719"/>
            <ac:spMk id="7" creationId="{BC28F638-7AE5-2D6B-8A0B-D6FCECADB96D}"/>
          </ac:spMkLst>
        </pc:spChg>
      </pc:sldChg>
      <pc:sldChg chg="modSp mod">
        <pc:chgData name="Jorge Alejandro Bravo Pizarro" userId="866f4d59-4e3d-4420-8a8b-3d6ddbb5c639" providerId="ADAL" clId="{29D6AD5B-3581-FC45-A765-44D85335FFD6}" dt="2024-06-21T16:04:36.011" v="118"/>
        <pc:sldMkLst>
          <pc:docMk/>
          <pc:sldMk cId="2590429962" sldId="2076137721"/>
        </pc:sldMkLst>
        <pc:spChg chg="mod">
          <ac:chgData name="Jorge Alejandro Bravo Pizarro" userId="866f4d59-4e3d-4420-8a8b-3d6ddbb5c639" providerId="ADAL" clId="{29D6AD5B-3581-FC45-A765-44D85335FFD6}" dt="2024-06-21T16:04:36.011" v="118"/>
          <ac:spMkLst>
            <pc:docMk/>
            <pc:sldMk cId="2590429962" sldId="2076137721"/>
            <ac:spMk id="5" creationId="{7B2632AB-0ACC-59EA-3FDC-68044C7067A9}"/>
          </ac:spMkLst>
        </pc:spChg>
      </pc:sldChg>
      <pc:sldChg chg="modSp add mod">
        <pc:chgData name="Jorge Alejandro Bravo Pizarro" userId="866f4d59-4e3d-4420-8a8b-3d6ddbb5c639" providerId="ADAL" clId="{29D6AD5B-3581-FC45-A765-44D85335FFD6}" dt="2024-06-21T15:40:25.597" v="47" actId="123"/>
        <pc:sldMkLst>
          <pc:docMk/>
          <pc:sldMk cId="3765372901" sldId="2076137722"/>
        </pc:sldMkLst>
        <pc:spChg chg="mod">
          <ac:chgData name="Jorge Alejandro Bravo Pizarro" userId="866f4d59-4e3d-4420-8a8b-3d6ddbb5c639" providerId="ADAL" clId="{29D6AD5B-3581-FC45-A765-44D85335FFD6}" dt="2024-06-21T15:38:59.497" v="22" actId="1076"/>
          <ac:spMkLst>
            <pc:docMk/>
            <pc:sldMk cId="3765372901" sldId="2076137722"/>
            <ac:spMk id="3" creationId="{0622F953-4E77-98FF-5569-BBF9A0424ADD}"/>
          </ac:spMkLst>
        </pc:spChg>
        <pc:spChg chg="mod">
          <ac:chgData name="Jorge Alejandro Bravo Pizarro" userId="866f4d59-4e3d-4420-8a8b-3d6ddbb5c639" providerId="ADAL" clId="{29D6AD5B-3581-FC45-A765-44D85335FFD6}" dt="2024-06-21T15:40:25.597" v="47" actId="123"/>
          <ac:spMkLst>
            <pc:docMk/>
            <pc:sldMk cId="3765372901" sldId="2076137722"/>
            <ac:spMk id="7" creationId="{BC28F638-7AE5-2D6B-8A0B-D6FCECADB96D}"/>
          </ac:spMkLst>
        </pc:spChg>
      </pc:sldChg>
      <pc:sldChg chg="add del">
        <pc:chgData name="Jorge Alejandro Bravo Pizarro" userId="866f4d59-4e3d-4420-8a8b-3d6ddbb5c639" providerId="ADAL" clId="{29D6AD5B-3581-FC45-A765-44D85335FFD6}" dt="2024-06-21T15:44:16.244" v="59" actId="2696"/>
        <pc:sldMkLst>
          <pc:docMk/>
          <pc:sldMk cId="1360545644" sldId="2076137723"/>
        </pc:sldMkLst>
      </pc:sldChg>
      <pc:sldChg chg="addSp delSp modSp add mod">
        <pc:chgData name="Jorge Alejandro Bravo Pizarro" userId="866f4d59-4e3d-4420-8a8b-3d6ddbb5c639" providerId="ADAL" clId="{29D6AD5B-3581-FC45-A765-44D85335FFD6}" dt="2024-06-21T15:43:44.345" v="58" actId="14100"/>
        <pc:sldMkLst>
          <pc:docMk/>
          <pc:sldMk cId="4292614863" sldId="2076137724"/>
        </pc:sldMkLst>
        <pc:picChg chg="add mod">
          <ac:chgData name="Jorge Alejandro Bravo Pizarro" userId="866f4d59-4e3d-4420-8a8b-3d6ddbb5c639" providerId="ADAL" clId="{29D6AD5B-3581-FC45-A765-44D85335FFD6}" dt="2024-06-21T15:43:44.345" v="58" actId="14100"/>
          <ac:picMkLst>
            <pc:docMk/>
            <pc:sldMk cId="4292614863" sldId="2076137724"/>
            <ac:picMk id="3" creationId="{8444A187-CFB7-4D1E-75C7-88A4457C2CE8}"/>
          </ac:picMkLst>
        </pc:picChg>
        <pc:picChg chg="del">
          <ac:chgData name="Jorge Alejandro Bravo Pizarro" userId="866f4d59-4e3d-4420-8a8b-3d6ddbb5c639" providerId="ADAL" clId="{29D6AD5B-3581-FC45-A765-44D85335FFD6}" dt="2024-06-21T15:43:25.266" v="50" actId="478"/>
          <ac:picMkLst>
            <pc:docMk/>
            <pc:sldMk cId="4292614863" sldId="2076137724"/>
            <ac:picMk id="5" creationId="{59D0DF1E-368B-779E-2174-F505B1975672}"/>
          </ac:picMkLst>
        </pc:picChg>
      </pc:sldChg>
      <pc:sldChg chg="addSp delSp modSp add mod">
        <pc:chgData name="Jorge Alejandro Bravo Pizarro" userId="866f4d59-4e3d-4420-8a8b-3d6ddbb5c639" providerId="ADAL" clId="{29D6AD5B-3581-FC45-A765-44D85335FFD6}" dt="2024-06-21T15:49:53.553" v="64" actId="1076"/>
        <pc:sldMkLst>
          <pc:docMk/>
          <pc:sldMk cId="3946205937" sldId="2076137725"/>
        </pc:sldMkLst>
        <pc:picChg chg="del">
          <ac:chgData name="Jorge Alejandro Bravo Pizarro" userId="866f4d59-4e3d-4420-8a8b-3d6ddbb5c639" providerId="ADAL" clId="{29D6AD5B-3581-FC45-A765-44D85335FFD6}" dt="2024-06-21T15:49:49.474" v="61" actId="478"/>
          <ac:picMkLst>
            <pc:docMk/>
            <pc:sldMk cId="3946205937" sldId="2076137725"/>
            <ac:picMk id="3" creationId="{8444A187-CFB7-4D1E-75C7-88A4457C2CE8}"/>
          </ac:picMkLst>
        </pc:picChg>
        <pc:picChg chg="add mod">
          <ac:chgData name="Jorge Alejandro Bravo Pizarro" userId="866f4d59-4e3d-4420-8a8b-3d6ddbb5c639" providerId="ADAL" clId="{29D6AD5B-3581-FC45-A765-44D85335FFD6}" dt="2024-06-21T15:49:53.553" v="64" actId="1076"/>
          <ac:picMkLst>
            <pc:docMk/>
            <pc:sldMk cId="3946205937" sldId="2076137725"/>
            <ac:picMk id="4" creationId="{022D2E18-F654-E8E7-D8ED-B94A9FD0F049}"/>
          </ac:picMkLst>
        </pc:picChg>
      </pc:sldChg>
      <pc:sldChg chg="modSp add mod">
        <pc:chgData name="Jorge Alejandro Bravo Pizarro" userId="866f4d59-4e3d-4420-8a8b-3d6ddbb5c639" providerId="ADAL" clId="{29D6AD5B-3581-FC45-A765-44D85335FFD6}" dt="2024-06-21T15:51:35.950" v="81" actId="13926"/>
        <pc:sldMkLst>
          <pc:docMk/>
          <pc:sldMk cId="3803443375" sldId="2076137726"/>
        </pc:sldMkLst>
        <pc:spChg chg="mod">
          <ac:chgData name="Jorge Alejandro Bravo Pizarro" userId="866f4d59-4e3d-4420-8a8b-3d6ddbb5c639" providerId="ADAL" clId="{29D6AD5B-3581-FC45-A765-44D85335FFD6}" dt="2024-06-21T15:51:35.950" v="81" actId="13926"/>
          <ac:spMkLst>
            <pc:docMk/>
            <pc:sldMk cId="3803443375" sldId="2076137726"/>
            <ac:spMk id="7" creationId="{BC28F638-7AE5-2D6B-8A0B-D6FCECADB96D}"/>
          </ac:spMkLst>
        </pc:spChg>
      </pc:sldChg>
      <pc:sldChg chg="modSp add mod">
        <pc:chgData name="Jorge Alejandro Bravo Pizarro" userId="866f4d59-4e3d-4420-8a8b-3d6ddbb5c639" providerId="ADAL" clId="{29D6AD5B-3581-FC45-A765-44D85335FFD6}" dt="2024-06-21T16:05:46.569" v="133" actId="20577"/>
        <pc:sldMkLst>
          <pc:docMk/>
          <pc:sldMk cId="3301203654" sldId="2076137727"/>
        </pc:sldMkLst>
        <pc:spChg chg="mod">
          <ac:chgData name="Jorge Alejandro Bravo Pizarro" userId="866f4d59-4e3d-4420-8a8b-3d6ddbb5c639" providerId="ADAL" clId="{29D6AD5B-3581-FC45-A765-44D85335FFD6}" dt="2024-06-21T16:05:46.569" v="133" actId="20577"/>
          <ac:spMkLst>
            <pc:docMk/>
            <pc:sldMk cId="3301203654" sldId="2076137727"/>
            <ac:spMk id="5" creationId="{7B2632AB-0ACC-59EA-3FDC-68044C7067A9}"/>
          </ac:spMkLst>
        </pc:spChg>
      </pc:sldChg>
    </pc:docChg>
  </pc:docChgLst>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spChg chg="mod">
          <ac:chgData name="Alejandra Bravo Garcia" userId="S::abravo@ciisa.cl::4cf5125d-f567-4a98-9bb5-4ea9ae908f01" providerId="AD" clId="Web-{7BA15F0B-029B-E7C7-F931-CF0999763482}" dt="2023-09-12T03:21:55.591" v="4" actId="20577"/>
          <ac:spMkLst>
            <pc:docMk/>
            <pc:sldMk cId="2328334949" sldId="2076137706"/>
            <ac:spMk id="2" creationId="{B6EFDCBE-E499-3103-92A5-28F5D6427A64}"/>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spChg chg="mod">
          <ac:chgData name="Alejandra Bravo Garcia" userId="S::abravo@ciisa.cl::4cf5125d-f567-4a98-9bb5-4ea9ae908f01" providerId="AD" clId="Web-{7BA15F0B-029B-E7C7-F931-CF0999763482}" dt="2023-09-12T03:22:39.030" v="21" actId="20577"/>
          <ac:spMkLst>
            <pc:docMk/>
            <pc:sldMk cId="2546042947" sldId="2076137717"/>
            <ac:spMk id="2" creationId="{B6EFDCBE-E499-3103-92A5-28F5D6427A64}"/>
          </ac:spMkLst>
        </pc:spChg>
        <pc:spChg chg="mod">
          <ac:chgData name="Alejandra Bravo Garcia" userId="S::abravo@ciisa.cl::4cf5125d-f567-4a98-9bb5-4ea9ae908f01" providerId="AD" clId="Web-{7BA15F0B-029B-E7C7-F931-CF0999763482}" dt="2023-09-12T03:23:44.032" v="127" actId="20577"/>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spChg chg="add mod">
          <ac:chgData name="Alejandra Bravo Garcia" userId="S::abravo@ciisa.cl::4cf5125d-f567-4a98-9bb5-4ea9ae908f01" providerId="AD" clId="Web-{7BA15F0B-029B-E7C7-F931-CF0999763482}" dt="2023-09-12T03:31:41.921" v="155" actId="20577"/>
          <ac:spMkLst>
            <pc:docMk/>
            <pc:sldMk cId="729372892" sldId="2076137718"/>
            <ac:spMk id="2" creationId="{7D6BBE6D-6364-2A96-9BD0-B43BAB212637}"/>
          </ac:spMkLst>
        </pc:spChg>
        <pc:spChg chg="del mod">
          <ac:chgData name="Alejandra Bravo Garcia" userId="S::abravo@ciisa.cl::4cf5125d-f567-4a98-9bb5-4ea9ae908f01" providerId="AD" clId="Web-{7BA15F0B-029B-E7C7-F931-CF0999763482}" dt="2023-09-12T03:30:25.028" v="142"/>
          <ac:spMkLst>
            <pc:docMk/>
            <pc:sldMk cId="729372892" sldId="2076137718"/>
            <ac:spMk id="4" creationId="{89401DFB-4589-4A40-1CF4-5D132DD2EF72}"/>
          </ac:spMkLst>
        </pc:spChg>
        <pc:spChg chg="del">
          <ac:chgData name="Alejandra Bravo Garcia" userId="S::abravo@ciisa.cl::4cf5125d-f567-4a98-9bb5-4ea9ae908f01" providerId="AD" clId="Web-{7BA15F0B-029B-E7C7-F931-CF0999763482}" dt="2023-09-12T03:30:19.637" v="140"/>
          <ac:spMkLst>
            <pc:docMk/>
            <pc:sldMk cId="729372892" sldId="2076137718"/>
            <ac:spMk id="5" creationId="{A2D74E4D-CBE6-A3D9-BD83-ED8A812243ED}"/>
          </ac:spMkLst>
        </pc:spChg>
        <pc:spChg chg="del">
          <ac:chgData name="Alejandra Bravo Garcia" userId="S::abravo@ciisa.cl::4cf5125d-f567-4a98-9bb5-4ea9ae908f01" providerId="AD" clId="Web-{7BA15F0B-029B-E7C7-F931-CF0999763482}" dt="2023-09-12T03:30:28.184" v="144"/>
          <ac:spMkLst>
            <pc:docMk/>
            <pc:sldMk cId="729372892" sldId="2076137718"/>
            <ac:spMk id="6" creationId="{E7A96764-862C-3475-9311-453A659389A3}"/>
          </ac:spMkLst>
        </pc:spChg>
        <pc:picChg chg="del">
          <ac:chgData name="Alejandra Bravo Garcia" userId="S::abravo@ciisa.cl::4cf5125d-f567-4a98-9bb5-4ea9ae908f01" providerId="AD" clId="Web-{7BA15F0B-029B-E7C7-F931-CF0999763482}" dt="2023-09-12T03:30:26.919" v="143"/>
          <ac:picMkLst>
            <pc:docMk/>
            <pc:sldMk cId="729372892" sldId="2076137718"/>
            <ac:picMk id="5122" creationId="{E54C5135-F610-A35E-7081-EC02C10B7FFC}"/>
          </ac:picMkLst>
        </pc:pic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Lorena Massone Bresler" userId="02953e08-4597-4d31-a081-9f68326755d8" providerId="ADAL" clId="{A5D962E8-BEDE-481D-ADF9-17E94C5054E7}"/>
    <pc:docChg chg="custSel addSld delSld modSld sldOrd">
      <pc:chgData name="Lorena Massone Bresler" userId="02953e08-4597-4d31-a081-9f68326755d8" providerId="ADAL" clId="{A5D962E8-BEDE-481D-ADF9-17E94C5054E7}" dt="2024-01-23T18:42:58.485" v="1450" actId="478"/>
      <pc:docMkLst>
        <pc:docMk/>
      </pc:docMkLst>
      <pc:sldChg chg="del">
        <pc:chgData name="Lorena Massone Bresler" userId="02953e08-4597-4d31-a081-9f68326755d8" providerId="ADAL" clId="{A5D962E8-BEDE-481D-ADF9-17E94C5054E7}" dt="2024-01-23T18:42:27.353" v="1441" actId="47"/>
        <pc:sldMkLst>
          <pc:docMk/>
          <pc:sldMk cId="242947854" sldId="2076137701"/>
        </pc:sldMkLst>
      </pc:sldChg>
      <pc:sldChg chg="addSp delSp modSp del mod modCm">
        <pc:chgData name="Lorena Massone Bresler" userId="02953e08-4597-4d31-a081-9f68326755d8" providerId="ADAL" clId="{A5D962E8-BEDE-481D-ADF9-17E94C5054E7}" dt="2024-01-23T17:59:36.052" v="786" actId="47"/>
        <pc:sldMkLst>
          <pc:docMk/>
          <pc:sldMk cId="1136515697" sldId="2076137702"/>
        </pc:sldMkLst>
        <pc:spChg chg="add mod">
          <ac:chgData name="Lorena Massone Bresler" userId="02953e08-4597-4d31-a081-9f68326755d8" providerId="ADAL" clId="{A5D962E8-BEDE-481D-ADF9-17E94C5054E7}" dt="2024-01-23T17:59:14.490" v="785"/>
          <ac:spMkLst>
            <pc:docMk/>
            <pc:sldMk cId="1136515697" sldId="2076137702"/>
            <ac:spMk id="2" creationId="{3C25BB53-AFD6-4CF3-B9FB-738458B11FCA}"/>
          </ac:spMkLst>
        </pc:spChg>
        <pc:picChg chg="del">
          <ac:chgData name="Lorena Massone Bresler" userId="02953e08-4597-4d31-a081-9f68326755d8" providerId="ADAL" clId="{A5D962E8-BEDE-481D-ADF9-17E94C5054E7}" dt="2024-01-23T17:59:06.145" v="783" actId="478"/>
          <ac:picMkLst>
            <pc:docMk/>
            <pc:sldMk cId="1136515697" sldId="2076137702"/>
            <ac:picMk id="4" creationId="{7E0A5725-EB83-A829-7460-CA7FA618AF8E}"/>
          </ac:picMkLst>
        </pc:picChg>
        <pc:extLst>
          <p:ext xmlns:p="http://schemas.openxmlformats.org/presentationml/2006/main" uri="{D6D511B9-2390-475A-947B-AFAB55BFBCF1}">
            <pc226:cmChg xmlns:pc226="http://schemas.microsoft.com/office/powerpoint/2022/06/main/command" chg="mod">
              <pc226:chgData name="Lorena Massone Bresler" userId="02953e08-4597-4d31-a081-9f68326755d8" providerId="ADAL" clId="{A5D962E8-BEDE-481D-ADF9-17E94C5054E7}" dt="2024-01-23T17:59:06.151" v="784" actId="2056"/>
              <pc2:cmMkLst xmlns:pc2="http://schemas.microsoft.com/office/powerpoint/2019/9/main/command">
                <pc:docMk/>
                <pc:sldMk cId="1136515697" sldId="2076137702"/>
                <pc2:cmMk id="{E30EEDB4-A314-47FD-8D64-D776ED46A02F}"/>
              </pc2:cmMkLst>
            </pc226:cmChg>
          </p:ext>
        </pc:extLst>
      </pc:sldChg>
      <pc:sldChg chg="modSp del mod ord modCm">
        <pc:chgData name="Lorena Massone Bresler" userId="02953e08-4597-4d31-a081-9f68326755d8" providerId="ADAL" clId="{A5D962E8-BEDE-481D-ADF9-17E94C5054E7}" dt="2024-01-23T18:02:26.489" v="787" actId="47"/>
        <pc:sldMkLst>
          <pc:docMk/>
          <pc:sldMk cId="868812523" sldId="2076137703"/>
        </pc:sldMkLst>
        <pc:spChg chg="mod">
          <ac:chgData name="Lorena Massone Bresler" userId="02953e08-4597-4d31-a081-9f68326755d8" providerId="ADAL" clId="{A5D962E8-BEDE-481D-ADF9-17E94C5054E7}" dt="2024-01-23T17:44:15.164" v="238" actId="122"/>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Lorena Massone Bresler" userId="02953e08-4597-4d31-a081-9f68326755d8" providerId="ADAL" clId="{A5D962E8-BEDE-481D-ADF9-17E94C5054E7}" dt="2024-01-23T17:44:09.436" v="237" actId="20577"/>
              <pc2:cmMkLst xmlns:pc2="http://schemas.microsoft.com/office/powerpoint/2019/9/main/command">
                <pc:docMk/>
                <pc:sldMk cId="868812523" sldId="2076137703"/>
                <pc2:cmMk id="{1EA8D883-5044-4AAA-BBAD-F5A58475186B}"/>
              </pc2:cmMkLst>
            </pc226:cmChg>
          </p:ext>
        </pc:extLst>
      </pc:sldChg>
      <pc:sldChg chg="addSp delSp modSp mod ord delCm modCm">
        <pc:chgData name="Lorena Massone Bresler" userId="02953e08-4597-4d31-a081-9f68326755d8" providerId="ADAL" clId="{A5D962E8-BEDE-481D-ADF9-17E94C5054E7}" dt="2024-01-23T18:33:46.920" v="948" actId="20577"/>
        <pc:sldMkLst>
          <pc:docMk/>
          <pc:sldMk cId="1943926825" sldId="2076137704"/>
        </pc:sldMkLst>
        <pc:spChg chg="del">
          <ac:chgData name="Lorena Massone Bresler" userId="02953e08-4597-4d31-a081-9f68326755d8" providerId="ADAL" clId="{A5D962E8-BEDE-481D-ADF9-17E94C5054E7}" dt="2024-01-23T18:07:27.109" v="813" actId="478"/>
          <ac:spMkLst>
            <pc:docMk/>
            <pc:sldMk cId="1943926825" sldId="2076137704"/>
            <ac:spMk id="2" creationId="{65692239-D7A4-8289-9A70-5DE5384D5E01}"/>
          </ac:spMkLst>
        </pc:spChg>
        <pc:spChg chg="add mod">
          <ac:chgData name="Lorena Massone Bresler" userId="02953e08-4597-4d31-a081-9f68326755d8" providerId="ADAL" clId="{A5D962E8-BEDE-481D-ADF9-17E94C5054E7}" dt="2024-01-23T18:07:50.275" v="851" actId="20577"/>
          <ac:spMkLst>
            <pc:docMk/>
            <pc:sldMk cId="1943926825" sldId="2076137704"/>
            <ac:spMk id="4" creationId="{989F3E90-4C06-2C14-515C-CBDD9872BE08}"/>
          </ac:spMkLst>
        </pc:spChg>
        <pc:spChg chg="add mod">
          <ac:chgData name="Lorena Massone Bresler" userId="02953e08-4597-4d31-a081-9f68326755d8" providerId="ADAL" clId="{A5D962E8-BEDE-481D-ADF9-17E94C5054E7}" dt="2024-01-23T18:33:46.920" v="948" actId="20577"/>
          <ac:spMkLst>
            <pc:docMk/>
            <pc:sldMk cId="1943926825" sldId="2076137704"/>
            <ac:spMk id="5" creationId="{7B2632AB-0ACC-59EA-3FDC-68044C7067A9}"/>
          </ac:spMkLst>
        </pc:spChg>
        <pc:picChg chg="del">
          <ac:chgData name="Lorena Massone Bresler" userId="02953e08-4597-4d31-a081-9f68326755d8" providerId="ADAL" clId="{A5D962E8-BEDE-481D-ADF9-17E94C5054E7}" dt="2024-01-23T18:07:54.957" v="852" actId="478"/>
          <ac:picMkLst>
            <pc:docMk/>
            <pc:sldMk cId="1943926825" sldId="2076137704"/>
            <ac:picMk id="2050" creationId="{3F21FD4D-CAA2-76D4-8B35-B7D0509C8200}"/>
          </ac:picMkLst>
        </pc:picChg>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8:08:02.049" v="854"/>
              <pc2:cmMkLst xmlns:pc2="http://schemas.microsoft.com/office/powerpoint/2019/9/main/command">
                <pc:docMk/>
                <pc:sldMk cId="1943926825" sldId="2076137704"/>
                <pc2:cmMk id="{EA16C70D-1923-4304-A5D8-45ADC65883D6}"/>
              </pc2:cmMkLst>
            </pc226:cmChg>
          </p:ext>
        </pc:extLst>
      </pc:sldChg>
      <pc:sldChg chg="modSp mod">
        <pc:chgData name="Lorena Massone Bresler" userId="02953e08-4597-4d31-a081-9f68326755d8" providerId="ADAL" clId="{A5D962E8-BEDE-481D-ADF9-17E94C5054E7}" dt="2024-01-23T17:47:18.246" v="333" actId="20577"/>
        <pc:sldMkLst>
          <pc:docMk/>
          <pc:sldMk cId="3167001994" sldId="2076137705"/>
        </pc:sldMkLst>
        <pc:spChg chg="mod">
          <ac:chgData name="Lorena Massone Bresler" userId="02953e08-4597-4d31-a081-9f68326755d8" providerId="ADAL" clId="{A5D962E8-BEDE-481D-ADF9-17E94C5054E7}" dt="2024-01-23T17:47:18.246" v="333" actId="20577"/>
          <ac:spMkLst>
            <pc:docMk/>
            <pc:sldMk cId="3167001994" sldId="2076137705"/>
            <ac:spMk id="2" creationId="{972BB412-0761-08C0-91B5-7D184FDF0428}"/>
          </ac:spMkLst>
        </pc:spChg>
      </pc:sldChg>
      <pc:sldChg chg="modSp mod addCm delCm modCm">
        <pc:chgData name="Lorena Massone Bresler" userId="02953e08-4597-4d31-a081-9f68326755d8" providerId="ADAL" clId="{A5D962E8-BEDE-481D-ADF9-17E94C5054E7}" dt="2024-01-23T16:43:55.170" v="171" actId="6549"/>
        <pc:sldMkLst>
          <pc:docMk/>
          <pc:sldMk cId="2328334949" sldId="2076137706"/>
        </pc:sldMkLst>
        <pc:spChg chg="mod">
          <ac:chgData name="Lorena Massone Bresler" userId="02953e08-4597-4d31-a081-9f68326755d8" providerId="ADAL" clId="{A5D962E8-BEDE-481D-ADF9-17E94C5054E7}" dt="2024-01-23T16:43:55.170" v="171" actId="6549"/>
          <ac:spMkLst>
            <pc:docMk/>
            <pc:sldMk cId="2328334949" sldId="2076137706"/>
            <ac:spMk id="3" creationId="{E13EDA60-EA13-DE58-247C-0BA1927DF33E}"/>
          </ac:spMkLst>
        </pc:spChg>
        <pc:extLst>
          <p:ext xmlns:p="http://schemas.openxmlformats.org/presentationml/2006/main" uri="{D6D511B9-2390-475A-947B-AFAB55BFBCF1}">
            <pc226:cmChg xmlns:pc226="http://schemas.microsoft.com/office/powerpoint/2022/06/main/command" chg="add mod">
              <pc226:chgData name="Lorena Massone Bresler" userId="02953e08-4597-4d31-a081-9f68326755d8" providerId="ADAL" clId="{A5D962E8-BEDE-481D-ADF9-17E94C5054E7}" dt="2024-01-23T16:43:55.170" v="171" actId="6549"/>
              <pc2:cmMkLst xmlns:pc2="http://schemas.microsoft.com/office/powerpoint/2019/9/main/command">
                <pc:docMk/>
                <pc:sldMk cId="2328334949" sldId="2076137706"/>
                <pc2:cmMk id="{DDDD2A36-9F9D-46B0-9740-ACE2DA0449C6}"/>
              </pc2:cmMkLst>
            </pc226:cmChg>
            <pc226:cmChg xmlns:pc226="http://schemas.microsoft.com/office/powerpoint/2022/06/main/command" chg="add mod">
              <pc226:chgData name="Lorena Massone Bresler" userId="02953e08-4597-4d31-a081-9f68326755d8" providerId="ADAL" clId="{A5D962E8-BEDE-481D-ADF9-17E94C5054E7}" dt="2024-01-23T16:43:55.170" v="171" actId="6549"/>
              <pc2:cmMkLst xmlns:pc2="http://schemas.microsoft.com/office/powerpoint/2019/9/main/command">
                <pc:docMk/>
                <pc:sldMk cId="2328334949" sldId="2076137706"/>
                <pc2:cmMk id="{5303A491-74C7-47BF-9DB8-8062F8CB364B}"/>
              </pc2:cmMkLst>
            </pc226:cmChg>
            <pc226:cmChg xmlns:pc226="http://schemas.microsoft.com/office/powerpoint/2022/06/main/command" chg="del">
              <pc226:chgData name="Lorena Massone Bresler" userId="02953e08-4597-4d31-a081-9f68326755d8" providerId="ADAL" clId="{A5D962E8-BEDE-481D-ADF9-17E94C5054E7}" dt="2024-01-23T16:31:38.832" v="0"/>
              <pc2:cmMkLst xmlns:pc2="http://schemas.microsoft.com/office/powerpoint/2019/9/main/command">
                <pc:docMk/>
                <pc:sldMk cId="2328334949" sldId="2076137706"/>
                <pc2:cmMk id="{389693A5-11B2-4C14-A119-775D20B2A22B}"/>
              </pc2:cmMkLst>
            </pc226:cmChg>
          </p:ext>
        </pc:extLst>
      </pc:sldChg>
      <pc:sldChg chg="modSp mod ord addCm delCm modCm">
        <pc:chgData name="Lorena Massone Bresler" userId="02953e08-4597-4d31-a081-9f68326755d8" providerId="ADAL" clId="{A5D962E8-BEDE-481D-ADF9-17E94C5054E7}" dt="2024-01-23T18:07:18.305" v="810"/>
        <pc:sldMkLst>
          <pc:docMk/>
          <pc:sldMk cId="3736436638" sldId="2076137707"/>
        </pc:sldMkLst>
        <pc:spChg chg="mod">
          <ac:chgData name="Lorena Massone Bresler" userId="02953e08-4597-4d31-a081-9f68326755d8" providerId="ADAL" clId="{A5D962E8-BEDE-481D-ADF9-17E94C5054E7}" dt="2024-01-23T17:58:52.805" v="781"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07:18.305" v="810"/>
              <pc2:cmMkLst xmlns:pc2="http://schemas.microsoft.com/office/powerpoint/2019/9/main/command">
                <pc:docMk/>
                <pc:sldMk cId="3736436638" sldId="2076137707"/>
                <pc2:cmMk id="{326E5C59-F1E7-4AFE-B099-07E8A2F25533}"/>
              </pc2:cmMkLst>
            </pc226:cmChg>
            <pc226:cmChg xmlns:pc226="http://schemas.microsoft.com/office/powerpoint/2022/06/main/command" chg="del mod">
              <pc226:chgData name="Lorena Massone Bresler" userId="02953e08-4597-4d31-a081-9f68326755d8" providerId="ADAL" clId="{A5D962E8-BEDE-481D-ADF9-17E94C5054E7}" dt="2024-01-23T18:06:50.846" v="809"/>
              <pc2:cmMkLst xmlns:pc2="http://schemas.microsoft.com/office/powerpoint/2019/9/main/command">
                <pc:docMk/>
                <pc:sldMk cId="3736436638" sldId="2076137707"/>
                <pc2:cmMk id="{07EF16F2-FDF7-459F-8065-373D6580A19D}"/>
              </pc2:cmMkLst>
            </pc226:cmChg>
          </p:ext>
        </pc:extLst>
      </pc:sldChg>
      <pc:sldChg chg="modSp mod ord delCm modCm">
        <pc:chgData name="Lorena Massone Bresler" userId="02953e08-4597-4d31-a081-9f68326755d8" providerId="ADAL" clId="{A5D962E8-BEDE-481D-ADF9-17E94C5054E7}" dt="2024-01-23T18:30:25.763" v="938"/>
        <pc:sldMkLst>
          <pc:docMk/>
          <pc:sldMk cId="829328944" sldId="2076137708"/>
        </pc:sldMkLst>
        <pc:spChg chg="mod">
          <ac:chgData name="Lorena Massone Bresler" userId="02953e08-4597-4d31-a081-9f68326755d8" providerId="ADAL" clId="{A5D962E8-BEDE-481D-ADF9-17E94C5054E7}" dt="2024-01-23T18:30:20.235" v="937" actId="6549"/>
          <ac:spMkLst>
            <pc:docMk/>
            <pc:sldMk cId="829328944" sldId="2076137708"/>
            <ac:spMk id="2" creationId="{A3C1683D-3F2C-514D-52C2-E5502AEA6BCB}"/>
          </ac:spMkLst>
        </pc:spChg>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8:30:25.763" v="938"/>
              <pc2:cmMkLst xmlns:pc2="http://schemas.microsoft.com/office/powerpoint/2019/9/main/command">
                <pc:docMk/>
                <pc:sldMk cId="829328944" sldId="2076137708"/>
                <pc2:cmMk id="{D267BE4A-61DE-40D3-A24C-59F6D7967C8C}"/>
              </pc2:cmMkLst>
            </pc226:cmChg>
          </p:ext>
        </pc:extLst>
      </pc:sldChg>
      <pc:sldChg chg="modSp mod ord">
        <pc:chgData name="Lorena Massone Bresler" userId="02953e08-4597-4d31-a081-9f68326755d8" providerId="ADAL" clId="{A5D962E8-BEDE-481D-ADF9-17E94C5054E7}" dt="2024-01-23T18:36:00.862" v="974" actId="20577"/>
        <pc:sldMkLst>
          <pc:docMk/>
          <pc:sldMk cId="694389719" sldId="2076137709"/>
        </pc:sldMkLst>
        <pc:spChg chg="mod">
          <ac:chgData name="Lorena Massone Bresler" userId="02953e08-4597-4d31-a081-9f68326755d8" providerId="ADAL" clId="{A5D962E8-BEDE-481D-ADF9-17E94C5054E7}" dt="2024-01-23T18:36:00.862" v="974" actId="20577"/>
          <ac:spMkLst>
            <pc:docMk/>
            <pc:sldMk cId="694389719" sldId="2076137709"/>
            <ac:spMk id="2" creationId="{A3C1683D-3F2C-514D-52C2-E5502AEA6BCB}"/>
          </ac:spMkLst>
        </pc:spChg>
      </pc:sldChg>
      <pc:sldChg chg="del">
        <pc:chgData name="Lorena Massone Bresler" userId="02953e08-4597-4d31-a081-9f68326755d8" providerId="ADAL" clId="{A5D962E8-BEDE-481D-ADF9-17E94C5054E7}" dt="2024-01-23T18:42:26.133" v="1438" actId="47"/>
        <pc:sldMkLst>
          <pc:docMk/>
          <pc:sldMk cId="3734186721" sldId="2076137710"/>
        </pc:sldMkLst>
      </pc:sldChg>
      <pc:sldChg chg="del">
        <pc:chgData name="Lorena Massone Bresler" userId="02953e08-4597-4d31-a081-9f68326755d8" providerId="ADAL" clId="{A5D962E8-BEDE-481D-ADF9-17E94C5054E7}" dt="2024-01-23T18:42:27.094" v="1440" actId="47"/>
        <pc:sldMkLst>
          <pc:docMk/>
          <pc:sldMk cId="571905608" sldId="2076137711"/>
        </pc:sldMkLst>
      </pc:sldChg>
      <pc:sldChg chg="addSp delSp modSp mod ord addCm delCm modCm">
        <pc:chgData name="Lorena Massone Bresler" userId="02953e08-4597-4d31-a081-9f68326755d8" providerId="ADAL" clId="{A5D962E8-BEDE-481D-ADF9-17E94C5054E7}" dt="2024-01-23T18:35:36.672" v="960" actId="20577"/>
        <pc:sldMkLst>
          <pc:docMk/>
          <pc:sldMk cId="3631252662" sldId="2076137712"/>
        </pc:sldMkLst>
        <pc:spChg chg="add mod">
          <ac:chgData name="Lorena Massone Bresler" userId="02953e08-4597-4d31-a081-9f68326755d8" providerId="ADAL" clId="{A5D962E8-BEDE-481D-ADF9-17E94C5054E7}" dt="2024-01-23T16:45:03.641" v="197" actId="20577"/>
          <ac:spMkLst>
            <pc:docMk/>
            <pc:sldMk cId="3631252662" sldId="2076137712"/>
            <ac:spMk id="2" creationId="{E0B74C9C-032E-5215-271E-7472146DFFC5}"/>
          </ac:spMkLst>
        </pc:spChg>
        <pc:spChg chg="add mod">
          <ac:chgData name="Lorena Massone Bresler" userId="02953e08-4597-4d31-a081-9f68326755d8" providerId="ADAL" clId="{A5D962E8-BEDE-481D-ADF9-17E94C5054E7}" dt="2024-01-23T18:35:36.672" v="960" actId="20577"/>
          <ac:spMkLst>
            <pc:docMk/>
            <pc:sldMk cId="3631252662" sldId="2076137712"/>
            <ac:spMk id="4" creationId="{CED93F37-CEDF-1413-9DA7-B6093DE3AF14}"/>
          </ac:spMkLst>
        </pc:spChg>
        <pc:picChg chg="add mod">
          <ac:chgData name="Lorena Massone Bresler" userId="02953e08-4597-4d31-a081-9f68326755d8" providerId="ADAL" clId="{A5D962E8-BEDE-481D-ADF9-17E94C5054E7}" dt="2024-01-23T17:43:28.669" v="205" actId="14100"/>
          <ac:picMkLst>
            <pc:docMk/>
            <pc:sldMk cId="3631252662" sldId="2076137712"/>
            <ac:picMk id="3" creationId="{50459A0A-03CB-9BA3-DA1A-EF2D665E7F12}"/>
          </ac:picMkLst>
        </pc:picChg>
        <pc:picChg chg="del">
          <ac:chgData name="Lorena Massone Bresler" userId="02953e08-4597-4d31-a081-9f68326755d8" providerId="ADAL" clId="{A5D962E8-BEDE-481D-ADF9-17E94C5054E7}" dt="2024-01-23T16:44:39.422" v="177" actId="478"/>
          <ac:picMkLst>
            <pc:docMk/>
            <pc:sldMk cId="3631252662" sldId="2076137712"/>
            <ac:picMk id="1026" creationId="{DC153E5B-DFF3-D2D8-88FC-43C6A850998F}"/>
          </ac:picMkLst>
        </pc:picChg>
        <pc:picChg chg="add mod">
          <ac:chgData name="Lorena Massone Bresler" userId="02953e08-4597-4d31-a081-9f68326755d8" providerId="ADAL" clId="{A5D962E8-BEDE-481D-ADF9-17E94C5054E7}" dt="2024-01-23T17:43:33.829" v="207" actId="14100"/>
          <ac:picMkLst>
            <pc:docMk/>
            <pc:sldMk cId="3631252662" sldId="2076137712"/>
            <ac:picMk id="1028" creationId="{005CF167-C648-3081-37C3-FC8727A98B4D}"/>
          </ac:picMkLst>
        </pc:picChg>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6:45:24.007" v="198"/>
              <pc2:cmMkLst xmlns:pc2="http://schemas.microsoft.com/office/powerpoint/2019/9/main/command">
                <pc:docMk/>
                <pc:sldMk cId="3631252662" sldId="2076137712"/>
                <pc2:cmMk id="{0D333014-9AC8-4346-BB09-9D720E4A3858}"/>
              </pc2:cmMkLst>
            </pc226:cmChg>
            <pc226:cmChg xmlns:pc226="http://schemas.microsoft.com/office/powerpoint/2022/06/main/command" chg="add">
              <pc226:chgData name="Lorena Massone Bresler" userId="02953e08-4597-4d31-a081-9f68326755d8" providerId="ADAL" clId="{A5D962E8-BEDE-481D-ADF9-17E94C5054E7}" dt="2024-01-23T16:50:15.257" v="199"/>
              <pc2:cmMkLst xmlns:pc2="http://schemas.microsoft.com/office/powerpoint/2019/9/main/command">
                <pc:docMk/>
                <pc:sldMk cId="3631252662" sldId="2076137712"/>
                <pc2:cmMk id="{D7D08D38-9E41-4BBB-B023-2528C2B3ECD2}"/>
              </pc2:cmMkLst>
            </pc226:cmChg>
          </p:ext>
        </pc:extLst>
      </pc:sldChg>
      <pc:sldChg chg="del">
        <pc:chgData name="Lorena Massone Bresler" userId="02953e08-4597-4d31-a081-9f68326755d8" providerId="ADAL" clId="{A5D962E8-BEDE-481D-ADF9-17E94C5054E7}" dt="2024-01-23T18:42:24.460" v="1437" actId="47"/>
        <pc:sldMkLst>
          <pc:docMk/>
          <pc:sldMk cId="536104298" sldId="2076137713"/>
        </pc:sldMkLst>
      </pc:sldChg>
      <pc:sldChg chg="del">
        <pc:chgData name="Lorena Massone Bresler" userId="02953e08-4597-4d31-a081-9f68326755d8" providerId="ADAL" clId="{A5D962E8-BEDE-481D-ADF9-17E94C5054E7}" dt="2024-01-23T18:42:26.653" v="1439" actId="47"/>
        <pc:sldMkLst>
          <pc:docMk/>
          <pc:sldMk cId="4073713596" sldId="2076137714"/>
        </pc:sldMkLst>
      </pc:sldChg>
      <pc:sldChg chg="addSp delSp modSp mod ord addCm modCm">
        <pc:chgData name="Lorena Massone Bresler" userId="02953e08-4597-4d31-a081-9f68326755d8" providerId="ADAL" clId="{A5D962E8-BEDE-481D-ADF9-17E94C5054E7}" dt="2024-01-23T18:05:48.300" v="790"/>
        <pc:sldMkLst>
          <pc:docMk/>
          <pc:sldMk cId="3308352145" sldId="2076137715"/>
        </pc:sldMkLst>
        <pc:spChg chg="add mod">
          <ac:chgData name="Lorena Massone Bresler" userId="02953e08-4597-4d31-a081-9f68326755d8" providerId="ADAL" clId="{A5D962E8-BEDE-481D-ADF9-17E94C5054E7}" dt="2024-01-23T17:47:36.708" v="334" actId="20577"/>
          <ac:spMkLst>
            <pc:docMk/>
            <pc:sldMk cId="3308352145" sldId="2076137715"/>
            <ac:spMk id="2" creationId="{1A61DC72-8352-BD2B-D466-047E20431EDE}"/>
          </ac:spMkLst>
        </pc:spChg>
        <pc:spChg chg="add mod">
          <ac:chgData name="Lorena Massone Bresler" userId="02953e08-4597-4d31-a081-9f68326755d8" providerId="ADAL" clId="{A5D962E8-BEDE-481D-ADF9-17E94C5054E7}" dt="2024-01-23T17:58:31.439" v="755" actId="20577"/>
          <ac:spMkLst>
            <pc:docMk/>
            <pc:sldMk cId="3308352145" sldId="2076137715"/>
            <ac:spMk id="3" creationId="{0622F953-4E77-98FF-5569-BBF9A0424ADD}"/>
          </ac:spMkLst>
        </pc:spChg>
        <pc:spChg chg="del">
          <ac:chgData name="Lorena Massone Bresler" userId="02953e08-4597-4d31-a081-9f68326755d8" providerId="ADAL" clId="{A5D962E8-BEDE-481D-ADF9-17E94C5054E7}" dt="2024-01-23T17:46:24.829" v="315" actId="478"/>
          <ac:spMkLst>
            <pc:docMk/>
            <pc:sldMk cId="3308352145" sldId="2076137715"/>
            <ac:spMk id="4" creationId="{89401DFB-4589-4A40-1CF4-5D132DD2EF72}"/>
          </ac:spMkLst>
        </pc:spChg>
        <pc:spChg chg="del">
          <ac:chgData name="Lorena Massone Bresler" userId="02953e08-4597-4d31-a081-9f68326755d8" providerId="ADAL" clId="{A5D962E8-BEDE-481D-ADF9-17E94C5054E7}" dt="2024-01-23T17:46:24.829" v="315" actId="478"/>
          <ac:spMkLst>
            <pc:docMk/>
            <pc:sldMk cId="3308352145" sldId="2076137715"/>
            <ac:spMk id="5" creationId="{A2D74E4D-CBE6-A3D9-BD83-ED8A812243ED}"/>
          </ac:spMkLst>
        </pc:spChg>
        <pc:spChg chg="del">
          <ac:chgData name="Lorena Massone Bresler" userId="02953e08-4597-4d31-a081-9f68326755d8" providerId="ADAL" clId="{A5D962E8-BEDE-481D-ADF9-17E94C5054E7}" dt="2024-01-23T17:46:24.829" v="315" actId="478"/>
          <ac:spMkLst>
            <pc:docMk/>
            <pc:sldMk cId="3308352145" sldId="2076137715"/>
            <ac:spMk id="6" creationId="{E7A96764-862C-3475-9311-453A659389A3}"/>
          </ac:spMkLst>
        </pc:spChg>
        <pc:spChg chg="add mod">
          <ac:chgData name="Lorena Massone Bresler" userId="02953e08-4597-4d31-a081-9f68326755d8" providerId="ADAL" clId="{A5D962E8-BEDE-481D-ADF9-17E94C5054E7}" dt="2024-01-23T17:58:10.876" v="724" actId="20577"/>
          <ac:spMkLst>
            <pc:docMk/>
            <pc:sldMk cId="3308352145" sldId="2076137715"/>
            <ac:spMk id="7" creationId="{BC28F638-7AE5-2D6B-8A0B-D6FCECADB96D}"/>
          </ac:spMkLst>
        </pc:spChg>
        <pc:picChg chg="del">
          <ac:chgData name="Lorena Massone Bresler" userId="02953e08-4597-4d31-a081-9f68326755d8" providerId="ADAL" clId="{A5D962E8-BEDE-481D-ADF9-17E94C5054E7}" dt="2024-01-23T17:46:24.829" v="315" actId="478"/>
          <ac:picMkLst>
            <pc:docMk/>
            <pc:sldMk cId="3308352145" sldId="2076137715"/>
            <ac:picMk id="5122" creationId="{E54C5135-F610-A35E-7081-EC02C10B7FFC}"/>
          </ac:picMkLst>
        </pc:picChg>
        <pc:extLst>
          <p:ext xmlns:p="http://schemas.openxmlformats.org/presentationml/2006/main" uri="{D6D511B9-2390-475A-947B-AFAB55BFBCF1}">
            <pc226:cmChg xmlns:pc226="http://schemas.microsoft.com/office/powerpoint/2022/06/main/command" chg="add mod">
              <pc226:chgData name="Lorena Massone Bresler" userId="02953e08-4597-4d31-a081-9f68326755d8" providerId="ADAL" clId="{A5D962E8-BEDE-481D-ADF9-17E94C5054E7}" dt="2024-01-23T18:05:48.300" v="790"/>
              <pc2:cmMkLst xmlns:pc2="http://schemas.microsoft.com/office/powerpoint/2019/9/main/command">
                <pc:docMk/>
                <pc:sldMk cId="3308352145" sldId="2076137715"/>
                <pc2:cmMk id="{E22FC1A5-F160-4DFB-B400-E8CBE696AF51}"/>
              </pc2:cmMkLst>
            </pc226:cmChg>
          </p:ext>
        </pc:extLst>
      </pc:sldChg>
      <pc:sldChg chg="addSp delSp modSp mod addCm">
        <pc:chgData name="Lorena Massone Bresler" userId="02953e08-4597-4d31-a081-9f68326755d8" providerId="ADAL" clId="{A5D962E8-BEDE-481D-ADF9-17E94C5054E7}" dt="2024-01-23T18:42:19.800" v="1436"/>
        <pc:sldMkLst>
          <pc:docMk/>
          <pc:sldMk cId="2456185182" sldId="2076137716"/>
        </pc:sldMkLst>
        <pc:spChg chg="del">
          <ac:chgData name="Lorena Massone Bresler" userId="02953e08-4597-4d31-a081-9f68326755d8" providerId="ADAL" clId="{A5D962E8-BEDE-481D-ADF9-17E94C5054E7}" dt="2024-01-23T18:36:09.555" v="976" actId="478"/>
          <ac:spMkLst>
            <pc:docMk/>
            <pc:sldMk cId="2456185182" sldId="2076137716"/>
            <ac:spMk id="2" creationId="{65692239-D7A4-8289-9A70-5DE5384D5E01}"/>
          </ac:spMkLst>
        </pc:spChg>
        <pc:spChg chg="add mod">
          <ac:chgData name="Lorena Massone Bresler" userId="02953e08-4597-4d31-a081-9f68326755d8" providerId="ADAL" clId="{A5D962E8-BEDE-481D-ADF9-17E94C5054E7}" dt="2024-01-23T18:36:22.840" v="992" actId="20577"/>
          <ac:spMkLst>
            <pc:docMk/>
            <pc:sldMk cId="2456185182" sldId="2076137716"/>
            <ac:spMk id="4" creationId="{DDDEBDBE-D2F2-A273-37FB-F3543D98D5F3}"/>
          </ac:spMkLst>
        </pc:spChg>
        <pc:spChg chg="add mod">
          <ac:chgData name="Lorena Massone Bresler" userId="02953e08-4597-4d31-a081-9f68326755d8" providerId="ADAL" clId="{A5D962E8-BEDE-481D-ADF9-17E94C5054E7}" dt="2024-01-23T18:40:12.056" v="1430" actId="20577"/>
          <ac:spMkLst>
            <pc:docMk/>
            <pc:sldMk cId="2456185182" sldId="2076137716"/>
            <ac:spMk id="5" creationId="{A19DB552-F5B2-B454-42D4-87EC9D7564BB}"/>
          </ac:spMkLst>
        </pc:spChg>
        <pc:picChg chg="add mod modCrop">
          <ac:chgData name="Lorena Massone Bresler" userId="02953e08-4597-4d31-a081-9f68326755d8" providerId="ADAL" clId="{A5D962E8-BEDE-481D-ADF9-17E94C5054E7}" dt="2024-01-23T18:41:52.739" v="1435" actId="1076"/>
          <ac:picMkLst>
            <pc:docMk/>
            <pc:sldMk cId="2456185182" sldId="2076137716"/>
            <ac:picMk id="7" creationId="{4075C6E4-2472-F38C-091D-34872171A137}"/>
          </ac:picMkLst>
        </pc:picChg>
        <pc:picChg chg="del">
          <ac:chgData name="Lorena Massone Bresler" userId="02953e08-4597-4d31-a081-9f68326755d8" providerId="ADAL" clId="{A5D962E8-BEDE-481D-ADF9-17E94C5054E7}" dt="2024-01-23T18:36:05.845" v="975" actId="478"/>
          <ac:picMkLst>
            <pc:docMk/>
            <pc:sldMk cId="2456185182" sldId="2076137716"/>
            <ac:picMk id="3074" creationId="{0E5561CE-0A7C-B717-8D59-304DF82310BC}"/>
          </ac:picMkLst>
        </pc:picChg>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42:19.800" v="1436"/>
              <pc2:cmMkLst xmlns:pc2="http://schemas.microsoft.com/office/powerpoint/2019/9/main/command">
                <pc:docMk/>
                <pc:sldMk cId="2456185182" sldId="2076137716"/>
                <pc2:cmMk id="{C247FA65-3057-44A9-BB5E-266EC7A71879}"/>
              </pc2:cmMkLst>
            </pc226:cmChg>
          </p:ext>
        </pc:extLst>
      </pc:sldChg>
      <pc:sldChg chg="delSp modSp del mod delCm">
        <pc:chgData name="Lorena Massone Bresler" userId="02953e08-4597-4d31-a081-9f68326755d8" providerId="ADAL" clId="{A5D962E8-BEDE-481D-ADF9-17E94C5054E7}" dt="2024-01-23T17:58:56.224" v="782" actId="47"/>
        <pc:sldMkLst>
          <pc:docMk/>
          <pc:sldMk cId="2546042947" sldId="2076137717"/>
        </pc:sldMkLst>
        <pc:spChg chg="mod">
          <ac:chgData name="Lorena Massone Bresler" userId="02953e08-4597-4d31-a081-9f68326755d8" providerId="ADAL" clId="{A5D962E8-BEDE-481D-ADF9-17E94C5054E7}" dt="2024-01-23T17:46:57.104" v="319" actId="21"/>
          <ac:spMkLst>
            <pc:docMk/>
            <pc:sldMk cId="2546042947" sldId="2076137717"/>
            <ac:spMk id="2" creationId="{B6EFDCBE-E499-3103-92A5-28F5D6427A64}"/>
          </ac:spMkLst>
        </pc:spChg>
        <pc:spChg chg="del mod">
          <ac:chgData name="Lorena Massone Bresler" userId="02953e08-4597-4d31-a081-9f68326755d8" providerId="ADAL" clId="{A5D962E8-BEDE-481D-ADF9-17E94C5054E7}" dt="2024-01-23T17:45:44.116" v="314" actId="478"/>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del">
              <pc226:chgData name="Lorena Massone Bresler" userId="02953e08-4597-4d31-a081-9f68326755d8" providerId="ADAL" clId="{A5D962E8-BEDE-481D-ADF9-17E94C5054E7}" dt="2024-01-23T17:44:39.079" v="239"/>
              <pc2:cmMkLst xmlns:pc2="http://schemas.microsoft.com/office/powerpoint/2019/9/main/command">
                <pc:docMk/>
                <pc:sldMk cId="2546042947" sldId="2076137717"/>
                <pc2:cmMk id="{C1737562-6C8A-463E-B045-4829F6317B19}"/>
              </pc2:cmMkLst>
            </pc226:cmChg>
          </p:ext>
        </pc:extLst>
      </pc:sldChg>
      <pc:sldChg chg="del">
        <pc:chgData name="Lorena Massone Bresler" userId="02953e08-4597-4d31-a081-9f68326755d8" providerId="ADAL" clId="{A5D962E8-BEDE-481D-ADF9-17E94C5054E7}" dt="2024-01-23T18:42:28.451" v="1442" actId="47"/>
        <pc:sldMkLst>
          <pc:docMk/>
          <pc:sldMk cId="729372892" sldId="2076137718"/>
        </pc:sldMkLst>
      </pc:sldChg>
      <pc:sldChg chg="modSp add mod addCm">
        <pc:chgData name="Lorena Massone Bresler" userId="02953e08-4597-4d31-a081-9f68326755d8" providerId="ADAL" clId="{A5D962E8-BEDE-481D-ADF9-17E94C5054E7}" dt="2024-01-23T18:06:35.316" v="808" actId="20577"/>
        <pc:sldMkLst>
          <pc:docMk/>
          <pc:sldMk cId="2869556707" sldId="2076137719"/>
        </pc:sldMkLst>
        <pc:spChg chg="mod">
          <ac:chgData name="Lorena Massone Bresler" userId="02953e08-4597-4d31-a081-9f68326755d8" providerId="ADAL" clId="{A5D962E8-BEDE-481D-ADF9-17E94C5054E7}" dt="2024-01-23T18:06:35.316" v="808" actId="20577"/>
          <ac:spMkLst>
            <pc:docMk/>
            <pc:sldMk cId="2869556707" sldId="2076137719"/>
            <ac:spMk id="2" creationId="{1A61DC72-8352-BD2B-D466-047E20431EDE}"/>
          </ac:spMkLst>
        </pc:spChg>
        <pc:spChg chg="mod">
          <ac:chgData name="Lorena Massone Bresler" userId="02953e08-4597-4d31-a081-9f68326755d8" providerId="ADAL" clId="{A5D962E8-BEDE-481D-ADF9-17E94C5054E7}" dt="2024-01-23T17:54:37.127" v="723" actId="6549"/>
          <ac:spMkLst>
            <pc:docMk/>
            <pc:sldMk cId="2869556707" sldId="2076137719"/>
            <ac:spMk id="3" creationId="{0622F953-4E77-98FF-5569-BBF9A0424ADD}"/>
          </ac:spMkLst>
        </pc:spChg>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03:59.577" v="789"/>
              <pc2:cmMkLst xmlns:pc2="http://schemas.microsoft.com/office/powerpoint/2019/9/main/command">
                <pc:docMk/>
                <pc:sldMk cId="2869556707" sldId="2076137719"/>
                <pc2:cmMk id="{12DF777B-AE67-4416-93D4-91A88AC0D256}"/>
              </pc2:cmMkLst>
            </pc226:cmChg>
          </p:ext>
        </pc:extLst>
      </pc:sldChg>
      <pc:sldChg chg="addSp delSp modSp add mod ord">
        <pc:chgData name="Lorena Massone Bresler" userId="02953e08-4597-4d31-a081-9f68326755d8" providerId="ADAL" clId="{A5D962E8-BEDE-481D-ADF9-17E94C5054E7}" dt="2024-01-23T18:42:58.485" v="1450" actId="478"/>
        <pc:sldMkLst>
          <pc:docMk/>
          <pc:sldMk cId="3604545036" sldId="2076137720"/>
        </pc:sldMkLst>
        <pc:spChg chg="del">
          <ac:chgData name="Lorena Massone Bresler" userId="02953e08-4597-4d31-a081-9f68326755d8" providerId="ADAL" clId="{A5D962E8-BEDE-481D-ADF9-17E94C5054E7}" dt="2024-01-23T18:42:54.602" v="1446" actId="478"/>
          <ac:spMkLst>
            <pc:docMk/>
            <pc:sldMk cId="3604545036" sldId="2076137720"/>
            <ac:spMk id="2" creationId="{972BB412-0761-08C0-91B5-7D184FDF0428}"/>
          </ac:spMkLst>
        </pc:spChg>
        <pc:spChg chg="del">
          <ac:chgData name="Lorena Massone Bresler" userId="02953e08-4597-4d31-a081-9f68326755d8" providerId="ADAL" clId="{A5D962E8-BEDE-481D-ADF9-17E94C5054E7}" dt="2024-01-23T18:42:57.677" v="1449" actId="478"/>
          <ac:spMkLst>
            <pc:docMk/>
            <pc:sldMk cId="3604545036" sldId="2076137720"/>
            <ac:spMk id="3" creationId="{317770C8-A12B-436B-AB8E-9FC2932E0DB7}"/>
          </ac:spMkLst>
        </pc:spChg>
        <pc:spChg chg="add del mod">
          <ac:chgData name="Lorena Massone Bresler" userId="02953e08-4597-4d31-a081-9f68326755d8" providerId="ADAL" clId="{A5D962E8-BEDE-481D-ADF9-17E94C5054E7}" dt="2024-01-23T18:42:56.036" v="1448" actId="478"/>
          <ac:spMkLst>
            <pc:docMk/>
            <pc:sldMk cId="3604545036" sldId="2076137720"/>
            <ac:spMk id="5" creationId="{BEAB6E5D-B6DF-7861-D750-41F335E14F31}"/>
          </ac:spMkLst>
        </pc:spChg>
        <pc:spChg chg="add del mod">
          <ac:chgData name="Lorena Massone Bresler" userId="02953e08-4597-4d31-a081-9f68326755d8" providerId="ADAL" clId="{A5D962E8-BEDE-481D-ADF9-17E94C5054E7}" dt="2024-01-23T18:42:58.485" v="1450" actId="478"/>
          <ac:spMkLst>
            <pc:docMk/>
            <pc:sldMk cId="3604545036" sldId="2076137720"/>
            <ac:spMk id="7" creationId="{55D278D1-098C-EBC1-8CBB-974A03F012B5}"/>
          </ac:spMkLst>
        </pc:spChg>
      </pc:sld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Carolina Lastra Avendaño" userId="S::clastra@ciisa.cl::81d2f08a-669f-4504-b713-9505f7f274c4" providerId="AD" clId="Web-{B7EA7B0C-D387-C15F-DA2D-603DFC4A3D16}"/>
    <pc:docChg chg="delSld modSld modMainMaster">
      <pc:chgData name="Carolina Lastra Avendaño" userId="S::clastra@ciisa.cl::81d2f08a-669f-4504-b713-9505f7f274c4" providerId="AD" clId="Web-{B7EA7B0C-D387-C15F-DA2D-603DFC4A3D16}" dt="2024-05-22T15:30:27.369" v="34" actId="1076"/>
      <pc:docMkLst>
        <pc:docMk/>
      </pc:docMkLst>
      <pc:sldChg chg="modSp mod">
        <pc:chgData name="Carolina Lastra Avendaño" userId="S::clastra@ciisa.cl::81d2f08a-669f-4504-b713-9505f7f274c4" providerId="AD" clId="Web-{B7EA7B0C-D387-C15F-DA2D-603DFC4A3D16}" dt="2024-05-22T15:28:50.960" v="19" actId="20577"/>
        <pc:sldMkLst>
          <pc:docMk/>
          <pc:sldMk cId="1943926825" sldId="2076137704"/>
        </pc:sldMkLst>
        <pc:spChg chg="mod">
          <ac:chgData name="Carolina Lastra Avendaño" userId="S::clastra@ciisa.cl::81d2f08a-669f-4504-b713-9505f7f274c4" providerId="AD" clId="Web-{B7EA7B0C-D387-C15F-DA2D-603DFC4A3D16}" dt="2024-05-22T15:28:50.960" v="19" actId="20577"/>
          <ac:spMkLst>
            <pc:docMk/>
            <pc:sldMk cId="1943926825" sldId="2076137704"/>
            <ac:spMk id="4" creationId="{989F3E90-4C06-2C14-515C-CBDD9872BE08}"/>
          </ac:spMkLst>
        </pc:spChg>
      </pc:sldChg>
      <pc:sldChg chg="modSp mod setBg">
        <pc:chgData name="Carolina Lastra Avendaño" userId="S::clastra@ciisa.cl::81d2f08a-669f-4504-b713-9505f7f274c4" providerId="AD" clId="Web-{B7EA7B0C-D387-C15F-DA2D-603DFC4A3D16}" dt="2024-05-22T15:25:05.345" v="5" actId="1076"/>
        <pc:sldMkLst>
          <pc:docMk/>
          <pc:sldMk cId="3167001994" sldId="2076137705"/>
        </pc:sldMkLst>
        <pc:spChg chg="mod">
          <ac:chgData name="Carolina Lastra Avendaño" userId="S::clastra@ciisa.cl::81d2f08a-669f-4504-b713-9505f7f274c4" providerId="AD" clId="Web-{B7EA7B0C-D387-C15F-DA2D-603DFC4A3D16}" dt="2024-05-22T15:25:00.907" v="4" actId="1076"/>
          <ac:spMkLst>
            <pc:docMk/>
            <pc:sldMk cId="3167001994" sldId="2076137705"/>
            <ac:spMk id="2" creationId="{972BB412-0761-08C0-91B5-7D184FDF0428}"/>
          </ac:spMkLst>
        </pc:spChg>
        <pc:spChg chg="mod">
          <ac:chgData name="Carolina Lastra Avendaño" userId="S::clastra@ciisa.cl::81d2f08a-669f-4504-b713-9505f7f274c4" providerId="AD" clId="Web-{B7EA7B0C-D387-C15F-DA2D-603DFC4A3D16}" dt="2024-05-22T15:25:05.345" v="5" actId="1076"/>
          <ac:spMkLst>
            <pc:docMk/>
            <pc:sldMk cId="3167001994" sldId="2076137705"/>
            <ac:spMk id="3" creationId="{317770C8-A12B-436B-AB8E-9FC2932E0DB7}"/>
          </ac:spMkLst>
        </pc:spChg>
      </pc:sldChg>
      <pc:sldChg chg="mod setBg">
        <pc:chgData name="Carolina Lastra Avendaño" userId="S::clastra@ciisa.cl::81d2f08a-669f-4504-b713-9505f7f274c4" providerId="AD" clId="Web-{B7EA7B0C-D387-C15F-DA2D-603DFC4A3D16}" dt="2024-05-22T15:24:34.766" v="2"/>
        <pc:sldMkLst>
          <pc:docMk/>
          <pc:sldMk cId="2328334949" sldId="2076137706"/>
        </pc:sldMkLst>
      </pc:sldChg>
      <pc:sldChg chg="modSp mod setBg">
        <pc:chgData name="Carolina Lastra Avendaño" userId="S::clastra@ciisa.cl::81d2f08a-669f-4504-b713-9505f7f274c4" providerId="AD" clId="Web-{B7EA7B0C-D387-C15F-DA2D-603DFC4A3D16}" dt="2024-05-22T15:27:42.677" v="13" actId="1076"/>
        <pc:sldMkLst>
          <pc:docMk/>
          <pc:sldMk cId="3736436638" sldId="2076137707"/>
        </pc:sldMkLst>
        <pc:spChg chg="mod">
          <ac:chgData name="Carolina Lastra Avendaño" userId="S::clastra@ciisa.cl::81d2f08a-669f-4504-b713-9505f7f274c4" providerId="AD" clId="Web-{B7EA7B0C-D387-C15F-DA2D-603DFC4A3D16}" dt="2024-05-22T15:27:42.677" v="13" actId="1076"/>
          <ac:spMkLst>
            <pc:docMk/>
            <pc:sldMk cId="3736436638" sldId="2076137707"/>
            <ac:spMk id="2" creationId="{A3C1683D-3F2C-514D-52C2-E5502AEA6BCB}"/>
          </ac:spMkLst>
        </pc:spChg>
      </pc:sldChg>
      <pc:sldChg chg="modSp mod setBg">
        <pc:chgData name="Carolina Lastra Avendaño" userId="S::clastra@ciisa.cl::81d2f08a-669f-4504-b713-9505f7f274c4" providerId="AD" clId="Web-{B7EA7B0C-D387-C15F-DA2D-603DFC4A3D16}" dt="2024-05-22T15:28:03.115" v="15" actId="1076"/>
        <pc:sldMkLst>
          <pc:docMk/>
          <pc:sldMk cId="829328944" sldId="2076137708"/>
        </pc:sldMkLst>
        <pc:spChg chg="mod">
          <ac:chgData name="Carolina Lastra Avendaño" userId="S::clastra@ciisa.cl::81d2f08a-669f-4504-b713-9505f7f274c4" providerId="AD" clId="Web-{B7EA7B0C-D387-C15F-DA2D-603DFC4A3D16}" dt="2024-05-22T15:28:03.115" v="15" actId="1076"/>
          <ac:spMkLst>
            <pc:docMk/>
            <pc:sldMk cId="829328944" sldId="2076137708"/>
            <ac:spMk id="2" creationId="{A3C1683D-3F2C-514D-52C2-E5502AEA6BCB}"/>
          </ac:spMkLst>
        </pc:spChg>
      </pc:sldChg>
      <pc:sldChg chg="modSp mod setBg">
        <pc:chgData name="Carolina Lastra Avendaño" userId="S::clastra@ciisa.cl::81d2f08a-669f-4504-b713-9505f7f274c4" providerId="AD" clId="Web-{B7EA7B0C-D387-C15F-DA2D-603DFC4A3D16}" dt="2024-05-22T15:26:55.785" v="9" actId="20577"/>
        <pc:sldMkLst>
          <pc:docMk/>
          <pc:sldMk cId="694389719" sldId="2076137709"/>
        </pc:sldMkLst>
        <pc:spChg chg="mod">
          <ac:chgData name="Carolina Lastra Avendaño" userId="S::clastra@ciisa.cl::81d2f08a-669f-4504-b713-9505f7f274c4" providerId="AD" clId="Web-{B7EA7B0C-D387-C15F-DA2D-603DFC4A3D16}" dt="2024-05-22T15:26:55.785" v="9" actId="20577"/>
          <ac:spMkLst>
            <pc:docMk/>
            <pc:sldMk cId="694389719" sldId="2076137709"/>
            <ac:spMk id="2" creationId="{A3C1683D-3F2C-514D-52C2-E5502AEA6BCB}"/>
          </ac:spMkLst>
        </pc:spChg>
      </pc:sldChg>
      <pc:sldChg chg="modSp mod">
        <pc:chgData name="Carolina Lastra Avendaño" userId="S::clastra@ciisa.cl::81d2f08a-669f-4504-b713-9505f7f274c4" providerId="AD" clId="Web-{B7EA7B0C-D387-C15F-DA2D-603DFC4A3D16}" dt="2024-05-22T15:30:16.088" v="32" actId="1076"/>
        <pc:sldMkLst>
          <pc:docMk/>
          <pc:sldMk cId="3631252662" sldId="2076137712"/>
        </pc:sldMkLst>
        <pc:spChg chg="mod">
          <ac:chgData name="Carolina Lastra Avendaño" userId="S::clastra@ciisa.cl::81d2f08a-669f-4504-b713-9505f7f274c4" providerId="AD" clId="Web-{B7EA7B0C-D387-C15F-DA2D-603DFC4A3D16}" dt="2024-05-22T15:30:16.088" v="32" actId="1076"/>
          <ac:spMkLst>
            <pc:docMk/>
            <pc:sldMk cId="3631252662" sldId="2076137712"/>
            <ac:spMk id="2" creationId="{E0B74C9C-032E-5215-271E-7472146DFFC5}"/>
          </ac:spMkLst>
        </pc:spChg>
      </pc:sldChg>
      <pc:sldChg chg="modSp mod">
        <pc:chgData name="Carolina Lastra Avendaño" userId="S::clastra@ciisa.cl::81d2f08a-669f-4504-b713-9505f7f274c4" providerId="AD" clId="Web-{B7EA7B0C-D387-C15F-DA2D-603DFC4A3D16}" dt="2024-05-22T15:30:21.604" v="33" actId="1076"/>
        <pc:sldMkLst>
          <pc:docMk/>
          <pc:sldMk cId="3308352145" sldId="2076137715"/>
        </pc:sldMkLst>
        <pc:spChg chg="mod">
          <ac:chgData name="Carolina Lastra Avendaño" userId="S::clastra@ciisa.cl::81d2f08a-669f-4504-b713-9505f7f274c4" providerId="AD" clId="Web-{B7EA7B0C-D387-C15F-DA2D-603DFC4A3D16}" dt="2024-05-22T15:30:21.604" v="33" actId="1076"/>
          <ac:spMkLst>
            <pc:docMk/>
            <pc:sldMk cId="3308352145" sldId="2076137715"/>
            <ac:spMk id="2" creationId="{1A61DC72-8352-BD2B-D466-047E20431EDE}"/>
          </ac:spMkLst>
        </pc:spChg>
      </pc:sldChg>
      <pc:sldChg chg="modSp mod">
        <pc:chgData name="Carolina Lastra Avendaño" userId="S::clastra@ciisa.cl::81d2f08a-669f-4504-b713-9505f7f274c4" providerId="AD" clId="Web-{B7EA7B0C-D387-C15F-DA2D-603DFC4A3D16}" dt="2024-05-22T15:30:01.744" v="31" actId="1076"/>
        <pc:sldMkLst>
          <pc:docMk/>
          <pc:sldMk cId="2456185182" sldId="2076137716"/>
        </pc:sldMkLst>
        <pc:spChg chg="mod">
          <ac:chgData name="Carolina Lastra Avendaño" userId="S::clastra@ciisa.cl::81d2f08a-669f-4504-b713-9505f7f274c4" providerId="AD" clId="Web-{B7EA7B0C-D387-C15F-DA2D-603DFC4A3D16}" dt="2024-05-22T15:30:01.744" v="31" actId="1076"/>
          <ac:spMkLst>
            <pc:docMk/>
            <pc:sldMk cId="2456185182" sldId="2076137716"/>
            <ac:spMk id="4" creationId="{DDDEBDBE-D2F2-A273-37FB-F3543D98D5F3}"/>
          </ac:spMkLst>
        </pc:spChg>
      </pc:sldChg>
      <pc:sldChg chg="modSp mod">
        <pc:chgData name="Carolina Lastra Avendaño" userId="S::clastra@ciisa.cl::81d2f08a-669f-4504-b713-9505f7f274c4" providerId="AD" clId="Web-{B7EA7B0C-D387-C15F-DA2D-603DFC4A3D16}" dt="2024-05-22T15:30:27.369" v="34" actId="1076"/>
        <pc:sldMkLst>
          <pc:docMk/>
          <pc:sldMk cId="2869556707" sldId="2076137719"/>
        </pc:sldMkLst>
        <pc:spChg chg="mod">
          <ac:chgData name="Carolina Lastra Avendaño" userId="S::clastra@ciisa.cl::81d2f08a-669f-4504-b713-9505f7f274c4" providerId="AD" clId="Web-{B7EA7B0C-D387-C15F-DA2D-603DFC4A3D16}" dt="2024-05-22T15:30:27.369" v="34" actId="1076"/>
          <ac:spMkLst>
            <pc:docMk/>
            <pc:sldMk cId="2869556707" sldId="2076137719"/>
            <ac:spMk id="2" creationId="{1A61DC72-8352-BD2B-D466-047E20431EDE}"/>
          </ac:spMkLst>
        </pc:spChg>
      </pc:sldChg>
      <pc:sldChg chg="del mod setBg">
        <pc:chgData name="Carolina Lastra Avendaño" userId="S::clastra@ciisa.cl::81d2f08a-669f-4504-b713-9505f7f274c4" providerId="AD" clId="Web-{B7EA7B0C-D387-C15F-DA2D-603DFC4A3D16}" dt="2024-05-22T15:27:23.895" v="11"/>
        <pc:sldMkLst>
          <pc:docMk/>
          <pc:sldMk cId="3604545036" sldId="2076137720"/>
        </pc:sldMkLst>
      </pc:sldChg>
      <pc:sldChg chg="modSp mod">
        <pc:chgData name="Carolina Lastra Avendaño" userId="S::clastra@ciisa.cl::81d2f08a-669f-4504-b713-9505f7f274c4" providerId="AD" clId="Web-{B7EA7B0C-D387-C15F-DA2D-603DFC4A3D16}" dt="2024-05-22T15:29:47.196" v="29" actId="1076"/>
        <pc:sldMkLst>
          <pc:docMk/>
          <pc:sldMk cId="2590429962" sldId="2076137721"/>
        </pc:sldMkLst>
        <pc:spChg chg="mod">
          <ac:chgData name="Carolina Lastra Avendaño" userId="S::clastra@ciisa.cl::81d2f08a-669f-4504-b713-9505f7f274c4" providerId="AD" clId="Web-{B7EA7B0C-D387-C15F-DA2D-603DFC4A3D16}" dt="2024-05-22T15:29:47.196" v="29" actId="1076"/>
          <ac:spMkLst>
            <pc:docMk/>
            <pc:sldMk cId="2590429962" sldId="2076137721"/>
            <ac:spMk id="4" creationId="{989F3E90-4C06-2C14-515C-CBDD9872BE08}"/>
          </ac:spMkLst>
        </pc:spChg>
      </pc:sldChg>
      <pc:sldMasterChg chg="mod setBg modSldLayout">
        <pc:chgData name="Carolina Lastra Avendaño" userId="S::clastra@ciisa.cl::81d2f08a-669f-4504-b713-9505f7f274c4" providerId="AD" clId="Web-{B7EA7B0C-D387-C15F-DA2D-603DFC4A3D16}" dt="2024-05-22T15:24:34.766" v="2"/>
        <pc:sldMasterMkLst>
          <pc:docMk/>
          <pc:sldMasterMk cId="2491898207" sldId="2147483660"/>
        </pc:sldMasterMkLst>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1993959781" sldId="2147483665"/>
          </pc:sldLayoutMkLst>
        </pc:sldLayoutChg>
      </pc:sldMasterChg>
    </pc:docChg>
  </pc:docChgLst>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picChg chg="add del mod">
          <ac:chgData name="César Díaz" userId="ed34fad7-0c20-4e51-b35e-19bd778b9593" providerId="ADAL" clId="{51ACDB2D-09DD-490E-A1C2-29B24CBAEA85}" dt="2023-08-08T16:51:13.533" v="3" actId="21"/>
          <ac:picMkLst>
            <pc:docMk/>
            <pc:sldMk cId="3167001994" sldId="2076137705"/>
            <ac:picMk id="5" creationId="{7D7459A5-8102-94A7-EEE8-64E872E249FD}"/>
          </ac:picMkLst>
        </pc:picChg>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picChg chg="add mod">
            <ac:chgData name="César Díaz" userId="ed34fad7-0c20-4e51-b35e-19bd778b9593" providerId="ADAL" clId="{51ACDB2D-09DD-490E-A1C2-29B24CBAEA85}" dt="2023-08-08T17:01:27.407" v="8" actId="14100"/>
            <ac:picMkLst>
              <pc:docMk/>
              <pc:sldMasterMk cId="2491898207" sldId="2147483660"/>
              <pc:sldLayoutMk cId="639590872" sldId="2147483662"/>
              <ac:picMk id="2" creationId="{56246E2A-FF94-6B4F-980C-12E7E5DF0CB8}"/>
            </ac:picMkLst>
          </pc:picChg>
          <pc:picChg chg="del">
            <ac:chgData name="César Díaz" userId="ed34fad7-0c20-4e51-b35e-19bd778b9593" providerId="ADAL" clId="{51ACDB2D-09DD-490E-A1C2-29B24CBAEA85}" dt="2023-08-08T16:51:33.751" v="6" actId="478"/>
            <ac:picMkLst>
              <pc:docMk/>
              <pc:sldMasterMk cId="2491898207" sldId="2147483660"/>
              <pc:sldLayoutMk cId="639590872" sldId="2147483662"/>
              <ac:picMk id="3" creationId="{826DD118-0008-9744-EE2F-668939AD7CF2}"/>
            </ac:picMkLst>
          </pc:picChg>
        </pc:sldLayoutChg>
      </pc:sldMasterChg>
    </pc:docChg>
  </pc:docChgLst>
  <pc:docChgLst>
    <pc:chgData name="Alejandra Bravo Garcia" userId="4cf5125d-f567-4a98-9bb5-4ea9ae908f01" providerId="ADAL" clId="{7F4ABFB6-B02A-4211-B292-B47436CD31DA}"/>
    <pc:docChg chg="">
      <pc:chgData name="Alejandra Bravo Garcia" userId="4cf5125d-f567-4a98-9bb5-4ea9ae908f01" providerId="ADAL" clId="{7F4ABFB6-B02A-4211-B292-B47436CD31DA}" dt="2024-06-18T07:57:11.275" v="1"/>
      <pc:docMkLst>
        <pc:docMk/>
      </pc:docMkLst>
      <pc:sldChg chg="addCm modCm">
        <pc:chgData name="Alejandra Bravo Garcia" userId="4cf5125d-f567-4a98-9bb5-4ea9ae908f01" providerId="ADAL" clId="{7F4ABFB6-B02A-4211-B292-B47436CD31DA}" dt="2024-06-18T07:57:11.275" v="1"/>
        <pc:sldMkLst>
          <pc:docMk/>
          <pc:sldMk cId="2328334949" sldId="2076137706"/>
        </pc:sldMkLst>
        <pc:extLst>
          <p:ext xmlns:p="http://schemas.openxmlformats.org/presentationml/2006/main" uri="{D6D511B9-2390-475A-947B-AFAB55BFBCF1}">
            <pc226:cmChg xmlns:pc226="http://schemas.microsoft.com/office/powerpoint/2022/06/main/command" chg="add">
              <pc226:chgData name="Alejandra Bravo Garcia" userId="4cf5125d-f567-4a98-9bb5-4ea9ae908f01" providerId="ADAL" clId="{7F4ABFB6-B02A-4211-B292-B47436CD31DA}" dt="2024-06-18T07:57:11.275" v="1"/>
              <pc2:cmMkLst xmlns:pc2="http://schemas.microsoft.com/office/powerpoint/2019/9/main/command">
                <pc:docMk/>
                <pc:sldMk cId="2328334949" sldId="2076137706"/>
                <pc2:cmMk id="{5AA265B2-66B8-405E-92E9-1BA880B619ED}"/>
              </pc2:cmMkLst>
              <pc226:cmRplyChg chg="add">
                <pc226:chgData name="Alejandra Bravo Garcia" userId="4cf5125d-f567-4a98-9bb5-4ea9ae908f01" providerId="ADAL" clId="{7F4ABFB6-B02A-4211-B292-B47436CD31DA}" dt="2024-06-18T07:57:11.275" v="1"/>
                <pc2:cmRplyMkLst xmlns:pc2="http://schemas.microsoft.com/office/powerpoint/2019/9/main/command">
                  <pc:docMk/>
                  <pc:sldMk cId="2328334949" sldId="2076137706"/>
                  <pc2:cmMk id="{5AA265B2-66B8-405E-92E9-1BA880B619ED}"/>
                  <pc2:cmRplyMk id="{C89A4786-E1D7-4F05-AA5D-4F3BCE6B980B}"/>
                </pc2:cmRplyMkLst>
              </pc226:cmRplyChg>
            </pc226:cmChg>
          </p:ext>
        </pc:extLst>
      </pc:sldChg>
    </pc:docChg>
  </pc:docChgLst>
  <pc:docChgLst>
    <pc:chgData name="Lorena Massone Bresler" userId="S::lmassone@ciisa.cl::02953e08-4597-4d31-a081-9f68326755d8" providerId="AD" clId="Web-{7832FACF-FBFB-899E-B02F-76CAC7478881}"/>
    <pc:docChg chg="modSld">
      <pc:chgData name="Lorena Massone Bresler" userId="S::lmassone@ciisa.cl::02953e08-4597-4d31-a081-9f68326755d8" providerId="AD" clId="Web-{7832FACF-FBFB-899E-B02F-76CAC7478881}" dt="2024-01-23T18:47:57.383" v="6" actId="20577"/>
      <pc:docMkLst>
        <pc:docMk/>
      </pc:docMkLst>
      <pc:sldChg chg="modSp">
        <pc:chgData name="Lorena Massone Bresler" userId="S::lmassone@ciisa.cl::02953e08-4597-4d31-a081-9f68326755d8" providerId="AD" clId="Web-{7832FACF-FBFB-899E-B02F-76CAC7478881}" dt="2024-01-23T18:47:57.383" v="6" actId="20577"/>
        <pc:sldMkLst>
          <pc:docMk/>
          <pc:sldMk cId="2456185182" sldId="2076137716"/>
        </pc:sldMkLst>
        <pc:spChg chg="mod">
          <ac:chgData name="Lorena Massone Bresler" userId="S::lmassone@ciisa.cl::02953e08-4597-4d31-a081-9f68326755d8" providerId="AD" clId="Web-{7832FACF-FBFB-899E-B02F-76CAC7478881}" dt="2024-01-23T18:47:57.383" v="6" actId="20577"/>
          <ac:spMkLst>
            <pc:docMk/>
            <pc:sldMk cId="2456185182" sldId="2076137716"/>
            <ac:spMk id="5" creationId="{A19DB552-F5B2-B454-42D4-87EC9D7564BB}"/>
          </ac:spMkLst>
        </pc:spChg>
      </pc:sldChg>
    </pc:docChg>
  </pc:docChgLst>
  <pc:docChgLst>
    <pc:chgData name="Alejandra Bravo Garcia" userId="S::abravo@ciisa.cl::4cf5125d-f567-4a98-9bb5-4ea9ae908f01" providerId="AD" clId="Web-{5663FD55-0FF0-C7B0-5920-2AD260876C3B}"/>
    <pc:docChg chg="addSld modSld">
      <pc:chgData name="Alejandra Bravo Garcia" userId="S::abravo@ciisa.cl::4cf5125d-f567-4a98-9bb5-4ea9ae908f01" providerId="AD" clId="Web-{5663FD55-0FF0-C7B0-5920-2AD260876C3B}" dt="2024-02-05T19:06:45.962" v="530"/>
      <pc:docMkLst>
        <pc:docMk/>
      </pc:docMkLst>
      <pc:sldChg chg="modSp">
        <pc:chgData name="Alejandra Bravo Garcia" userId="S::abravo@ciisa.cl::4cf5125d-f567-4a98-9bb5-4ea9ae908f01" providerId="AD" clId="Web-{5663FD55-0FF0-C7B0-5920-2AD260876C3B}" dt="2024-02-05T18:56:38.301" v="323" actId="20577"/>
        <pc:sldMkLst>
          <pc:docMk/>
          <pc:sldMk cId="1943926825" sldId="2076137704"/>
        </pc:sldMkLst>
        <pc:spChg chg="mod">
          <ac:chgData name="Alejandra Bravo Garcia" userId="S::abravo@ciisa.cl::4cf5125d-f567-4a98-9bb5-4ea9ae908f01" providerId="AD" clId="Web-{5663FD55-0FF0-C7B0-5920-2AD260876C3B}" dt="2024-02-05T18:56:38.301" v="323" actId="20577"/>
          <ac:spMkLst>
            <pc:docMk/>
            <pc:sldMk cId="1943926825" sldId="2076137704"/>
            <ac:spMk id="5" creationId="{7B2632AB-0ACC-59EA-3FDC-68044C7067A9}"/>
          </ac:spMkLst>
        </pc:spChg>
      </pc:sldChg>
      <pc:sldChg chg="modSp">
        <pc:chgData name="Alejandra Bravo Garcia" userId="S::abravo@ciisa.cl::4cf5125d-f567-4a98-9bb5-4ea9ae908f01" providerId="AD" clId="Web-{5663FD55-0FF0-C7B0-5920-2AD260876C3B}" dt="2024-02-05T18:41:16.129" v="5" actId="20577"/>
        <pc:sldMkLst>
          <pc:docMk/>
          <pc:sldMk cId="3167001994" sldId="2076137705"/>
        </pc:sldMkLst>
        <pc:spChg chg="mod">
          <ac:chgData name="Alejandra Bravo Garcia" userId="S::abravo@ciisa.cl::4cf5125d-f567-4a98-9bb5-4ea9ae908f01" providerId="AD" clId="Web-{5663FD55-0FF0-C7B0-5920-2AD260876C3B}" dt="2024-02-05T18:41:16.129" v="5" actId="20577"/>
          <ac:spMkLst>
            <pc:docMk/>
            <pc:sldMk cId="3167001994" sldId="2076137705"/>
            <ac:spMk id="3" creationId="{317770C8-A12B-436B-AB8E-9FC2932E0DB7}"/>
          </ac:spMkLst>
        </pc:spChg>
      </pc:sldChg>
      <pc:sldChg chg="modSp addCm">
        <pc:chgData name="Alejandra Bravo Garcia" userId="S::abravo@ciisa.cl::4cf5125d-f567-4a98-9bb5-4ea9ae908f01" providerId="AD" clId="Web-{5663FD55-0FF0-C7B0-5920-2AD260876C3B}" dt="2024-02-05T19:06:45.962" v="530"/>
        <pc:sldMkLst>
          <pc:docMk/>
          <pc:sldMk cId="2328334949" sldId="2076137706"/>
        </pc:sldMkLst>
        <pc:spChg chg="mod">
          <ac:chgData name="Alejandra Bravo Garcia" userId="S::abravo@ciisa.cl::4cf5125d-f567-4a98-9bb5-4ea9ae908f01" providerId="AD" clId="Web-{5663FD55-0FF0-C7B0-5920-2AD260876C3B}" dt="2024-02-05T19:06:43.462" v="529" actId="20577"/>
          <ac:spMkLst>
            <pc:docMk/>
            <pc:sldMk cId="2328334949" sldId="2076137706"/>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5663FD55-0FF0-C7B0-5920-2AD260876C3B}" dt="2024-02-05T19:06:45.962" v="530"/>
              <pc2:cmMkLst xmlns:pc2="http://schemas.microsoft.com/office/powerpoint/2019/9/main/command">
                <pc:docMk/>
                <pc:sldMk cId="2328334949" sldId="2076137706"/>
                <pc2:cmMk id="{84263B4C-CCB3-41C4-AE97-EC1638A00CC0}"/>
              </pc2:cmMkLst>
            </pc226:cmChg>
          </p:ext>
        </pc:extLst>
      </pc:sldChg>
      <pc:sldChg chg="addCm">
        <pc:chgData name="Alejandra Bravo Garcia" userId="S::abravo@ciisa.cl::4cf5125d-f567-4a98-9bb5-4ea9ae908f01" providerId="AD" clId="Web-{5663FD55-0FF0-C7B0-5920-2AD260876C3B}" dt="2024-02-05T19:00:17.464" v="528"/>
        <pc:sldMkLst>
          <pc:docMk/>
          <pc:sldMk cId="3308352145" sldId="207613771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5663FD55-0FF0-C7B0-5920-2AD260876C3B}" dt="2024-02-05T19:00:17.464" v="528"/>
              <pc2:cmMkLst xmlns:pc2="http://schemas.microsoft.com/office/powerpoint/2019/9/main/command">
                <pc:docMk/>
                <pc:sldMk cId="3308352145" sldId="2076137715"/>
                <pc2:cmMk id="{4BAB6D04-41AC-4F9A-B947-8BFC2771B8C9}"/>
              </pc2:cmMkLst>
            </pc226:cmChg>
          </p:ext>
        </pc:extLst>
      </pc:sldChg>
      <pc:sldChg chg="modSp add replId">
        <pc:chgData name="Alejandra Bravo Garcia" userId="S::abravo@ciisa.cl::4cf5125d-f567-4a98-9bb5-4ea9ae908f01" providerId="AD" clId="Web-{5663FD55-0FF0-C7B0-5920-2AD260876C3B}" dt="2024-02-05T18:59:09.806" v="527" actId="20577"/>
        <pc:sldMkLst>
          <pc:docMk/>
          <pc:sldMk cId="2590429962" sldId="2076137721"/>
        </pc:sldMkLst>
        <pc:spChg chg="mod">
          <ac:chgData name="Alejandra Bravo Garcia" userId="S::abravo@ciisa.cl::4cf5125d-f567-4a98-9bb5-4ea9ae908f01" providerId="AD" clId="Web-{5663FD55-0FF0-C7B0-5920-2AD260876C3B}" dt="2024-02-05T18:59:09.806" v="527" actId="20577"/>
          <ac:spMkLst>
            <pc:docMk/>
            <pc:sldMk cId="2590429962" sldId="2076137721"/>
            <ac:spMk id="5" creationId="{7B2632AB-0ACC-59EA-3FDC-68044C7067A9}"/>
          </ac:spMkLst>
        </pc:spChg>
      </pc:sld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pChg chg="mod">
          <ac:chgData name="César Díaz" userId="ed34fad7-0c20-4e51-b35e-19bd778b9593" providerId="ADAL" clId="{6AA14F88-E02C-4444-8F5B-F91059C2D162}" dt="2023-08-05T08:15:33.819" v="4" actId="242"/>
          <ac:spMkLst>
            <pc:docMk/>
            <pc:sldMk cId="2180290103" sldId="263"/>
            <ac:spMk id="2" creationId="{1C4898CC-2EB7-701E-6844-7482F6FA4A69}"/>
          </ac:spMkLst>
        </pc:spChg>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pChg chg="del">
          <ac:chgData name="César Díaz" userId="ed34fad7-0c20-4e51-b35e-19bd778b9593" providerId="ADAL" clId="{6AA14F88-E02C-4444-8F5B-F91059C2D162}" dt="2023-08-05T08:14:58.901" v="2" actId="478"/>
          <ac:spMkLst>
            <pc:docMk/>
            <pc:sldMk cId="242947854" sldId="2076137701"/>
            <ac:spMk id="7" creationId="{E40272B1-8C74-F64E-B653-A5E8C7533142}"/>
          </ac:spMkLst>
        </pc:spChg>
        <pc:picChg chg="del">
          <ac:chgData name="César Díaz" userId="ed34fad7-0c20-4e51-b35e-19bd778b9593" providerId="ADAL" clId="{6AA14F88-E02C-4444-8F5B-F91059C2D162}" dt="2023-08-05T08:14:47.675" v="1" actId="478"/>
          <ac:picMkLst>
            <pc:docMk/>
            <pc:sldMk cId="242947854" sldId="2076137701"/>
            <ac:picMk id="6" creationId="{47099FD4-1A24-DB53-BEB8-EE041AE5C18C}"/>
          </ac:picMkLst>
        </pc:picChg>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pChg chg="mod">
          <ac:chgData name="César Díaz" userId="ed34fad7-0c20-4e51-b35e-19bd778b9593" providerId="ADAL" clId="{6AA14F88-E02C-4444-8F5B-F91059C2D162}" dt="2023-08-05T08:32:15.067" v="108" actId="27636"/>
          <ac:spMkLst>
            <pc:docMk/>
            <pc:sldMk cId="3167001994" sldId="2076137705"/>
            <ac:spMk id="2" creationId="{972BB412-0761-08C0-91B5-7D184FDF0428}"/>
          </ac:spMkLst>
        </pc:spChg>
      </pc:sldChg>
      <pc:sldChg chg="modSp new mod ord">
        <pc:chgData name="César Díaz" userId="ed34fad7-0c20-4e51-b35e-19bd778b9593" providerId="ADAL" clId="{6AA14F88-E02C-4444-8F5B-F91059C2D162}" dt="2023-08-05T09:40:54.473" v="265"/>
        <pc:sldMkLst>
          <pc:docMk/>
          <pc:sldMk cId="2328334949" sldId="2076137706"/>
        </pc:sldMkLst>
        <pc:spChg chg="mod">
          <ac:chgData name="César Díaz" userId="ed34fad7-0c20-4e51-b35e-19bd778b9593" providerId="ADAL" clId="{6AA14F88-E02C-4444-8F5B-F91059C2D162}" dt="2023-08-05T09:40:54.473" v="265"/>
          <ac:spMkLst>
            <pc:docMk/>
            <pc:sldMk cId="2328334949" sldId="2076137706"/>
            <ac:spMk id="2" creationId="{B6EFDCBE-E499-3103-92A5-28F5D6427A64}"/>
          </ac:spMkLst>
        </pc:spChg>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 creationId="{9817448B-2CEF-84E7-B6FA-7BB6FEB8825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3" creationId="{5776D17F-7F16-5A42-76CA-EED9FCC89CE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4" creationId="{9E8D7D9A-DF18-26A4-34C1-B1E2E48E836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5" creationId="{247629C2-A7BF-BC0C-91E7-81CD72988FB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6" creationId="{AA3DD3D1-1868-5C62-71B8-9A4FB1645FAA}"/>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7" creationId="{BCAC5671-9085-57BB-3279-5C0C5839505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8" creationId="{A0FA0B4D-7436-83DD-ED4B-B814975C153B}"/>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9" creationId="{16EC5FB8-3747-83C8-8212-989451117C6F}"/>
            </ac:spMkLst>
          </pc:spChg>
          <pc:spChg chg="mod">
            <ac:chgData name="César Díaz" userId="ed34fad7-0c20-4e51-b35e-19bd778b9593" providerId="ADAL" clId="{6AA14F88-E02C-4444-8F5B-F91059C2D162}" dt="2023-08-05T08:16:51.884" v="6" actId="242"/>
            <ac:spMkLst>
              <pc:docMk/>
              <pc:sldMasterMk cId="2491898207" sldId="2147483660"/>
              <pc:sldLayoutMk cId="193636416" sldId="2147483661"/>
              <ac:spMk id="10" creationId="{00000000-0000-0000-0000-000000000000}"/>
            </ac:spMkLst>
          </pc:spChg>
          <pc:spChg chg="del mod">
            <ac:chgData name="César Díaz" userId="ed34fad7-0c20-4e51-b35e-19bd778b9593" providerId="ADAL" clId="{6AA14F88-E02C-4444-8F5B-F91059C2D162}" dt="2023-08-05T08:45:27.548" v="117" actId="478"/>
            <ac:spMkLst>
              <pc:docMk/>
              <pc:sldMasterMk cId="2491898207" sldId="2147483660"/>
              <pc:sldLayoutMk cId="193636416" sldId="2147483661"/>
              <ac:spMk id="11" creationId="{00000000-0000-0000-0000-00000000000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2" creationId="{93AC3A46-D850-3CC0-F2DA-A4B88862D95F}"/>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3" creationId="{D6A85713-F37E-2E30-6DE4-590324B3010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4" creationId="{33A5133A-990C-3AD7-F110-3AC6711EC51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5" creationId="{1AC3AC07-CF6C-2BCC-8079-CB6498D5B898}"/>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6" creationId="{878DC026-789E-247B-5EE2-7ABE6123717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7" creationId="{9E644528-F9C1-F809-4F87-88D7BEB551A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8" creationId="{94F88725-49A8-81C9-9FCD-70EC301BE9A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9" creationId="{5D1DA822-57EC-C377-2617-FFC29D0CD56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0" creationId="{F7C2753B-6611-FE21-3CB3-E63CC80CC27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1" creationId="{C9F2E952-D510-95AA-D18E-30731A54A44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2" creationId="{DC6DD388-16DF-6E9B-ADE8-1F907A776FB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3" creationId="{4188D6B5-27E0-C906-1C7A-F1D155ABD3F6}"/>
            </ac:spMkLst>
          </pc:spChg>
          <pc:spChg chg="add mod">
            <ac:chgData name="César Díaz" userId="ed34fad7-0c20-4e51-b35e-19bd778b9593" providerId="ADAL" clId="{6AA14F88-E02C-4444-8F5B-F91059C2D162}" dt="2023-08-05T08:50:20.257" v="139" actId="14100"/>
            <ac:spMkLst>
              <pc:docMk/>
              <pc:sldMasterMk cId="2491898207" sldId="2147483660"/>
              <pc:sldLayoutMk cId="193636416" sldId="2147483661"/>
              <ac:spMk id="24" creationId="{9F27A9AB-A7BE-9FA7-F500-F6CF68A77BF7}"/>
            </ac:spMkLst>
          </pc:spChg>
          <pc:spChg chg="add mod ord">
            <ac:chgData name="César Díaz" userId="ed34fad7-0c20-4e51-b35e-19bd778b9593" providerId="ADAL" clId="{6AA14F88-E02C-4444-8F5B-F91059C2D162}" dt="2023-08-05T08:52:11.553" v="146" actId="692"/>
            <ac:spMkLst>
              <pc:docMk/>
              <pc:sldMasterMk cId="2491898207" sldId="2147483660"/>
              <pc:sldLayoutMk cId="193636416" sldId="2147483661"/>
              <ac:spMk id="25" creationId="{711C8671-DA54-2D1F-2A56-D6D9731A934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6" creationId="{010BEBA7-CEE1-EC05-6FC7-80ECB9C2A25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7" creationId="{DE0EC932-4212-D8A0-C313-D0046EA8D78F}"/>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8" creationId="{88124312-F651-F7F0-EC25-ED909E32D95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9" creationId="{324F877B-8AB3-CC61-386F-DBA2C712DA1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0" creationId="{B7E52825-42F9-05A0-DB1D-9202A71B6DF5}"/>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1" creationId="{C631DFEF-9DB9-E2FE-7877-D5AAA530218F}"/>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2" creationId="{403A76AC-0A65-B663-7B7C-C9B4FE822E92}"/>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3" creationId="{F8E2413A-D43F-A9A0-61A2-A5DA3CEE7090}"/>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4" creationId="{3FEA2B92-F0EB-8615-BA7A-12E1A12657B7}"/>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5" creationId="{2FE5F5F4-2E47-B8E2-553E-69E18A5FFCD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6" creationId="{3AFD068C-FADD-C44B-4F9B-4AC7F71D501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7" creationId="{43D4CA4E-339C-5132-7A08-8AB147A86F3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8" creationId="{8A12D3FD-1E2D-EF97-D45A-8F3254B135DB}"/>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9" creationId="{7E2D2219-51DE-8F83-ED49-F4FE322044B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0" creationId="{33851F51-6E08-5A42-5479-EB65200EA39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1" creationId="{A2EF1C64-5780-0366-9619-88BBFC5D04D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2" creationId="{4A015501-4EC3-402F-6DB2-FFDB50F24186}"/>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3" creationId="{69E73F3A-FFDD-C091-24FB-9AB9CB89E761}"/>
            </ac:spMkLst>
          </pc:spChg>
          <pc:spChg chg="add del mod">
            <ac:chgData name="César Díaz" userId="ed34fad7-0c20-4e51-b35e-19bd778b9593" providerId="ADAL" clId="{6AA14F88-E02C-4444-8F5B-F91059C2D162}" dt="2023-08-05T09:24:58.907" v="206" actId="478"/>
            <ac:spMkLst>
              <pc:docMk/>
              <pc:sldMasterMk cId="2491898207" sldId="2147483660"/>
              <pc:sldLayoutMk cId="193636416" sldId="2147483661"/>
              <ac:spMk id="45" creationId="{A669CD1B-0E03-ABA9-763C-5D948F0B8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6" creationId="{A7A49B42-AACC-50B4-5169-545FD38EF97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7" creationId="{024370F0-34C6-0E0F-CB33-03242E12CDC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8" creationId="{69D70CA9-6E37-6D42-5FB7-082BDD4D2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9" creationId="{16C714F7-4D1F-30F6-E01E-D1584A21F7E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0" creationId="{FBABC6A1-BDEE-C126-FE63-3E26C8FDB2AA}"/>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1" creationId="{4CBC9838-6FED-0DAE-51FA-884081CB6EDF}"/>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2" creationId="{8873EAA1-D211-0415-3BC5-86045F127F3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3" creationId="{2AA0CDC5-FFFA-1CF4-78CA-A36553387595}"/>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4" creationId="{7BF320BB-3E12-2A4F-9337-3C1D924A7553}"/>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5" creationId="{4823E324-6B33-8391-7441-5ED3CD47BD47}"/>
            </ac:spMkLst>
          </pc:spChg>
          <pc:spChg chg="add mod">
            <ac:chgData name="César Díaz" userId="ed34fad7-0c20-4e51-b35e-19bd778b9593" providerId="ADAL" clId="{6AA14F88-E02C-4444-8F5B-F91059C2D162}" dt="2023-08-05T09:25:25.794" v="209"/>
            <ac:spMkLst>
              <pc:docMk/>
              <pc:sldMasterMk cId="2491898207" sldId="2147483660"/>
              <pc:sldLayoutMk cId="193636416" sldId="2147483661"/>
              <ac:spMk id="56" creationId="{25AF31D7-DDAD-AE10-0239-B0B639942F05}"/>
            </ac:spMkLst>
          </pc:spChg>
          <pc:grpChg chg="add del mod">
            <ac:chgData name="César Díaz" userId="ed34fad7-0c20-4e51-b35e-19bd778b9593" providerId="ADAL" clId="{6AA14F88-E02C-4444-8F5B-F91059C2D162}" dt="2023-08-05T08:59:30.763" v="160" actId="478"/>
            <ac:grpSpMkLst>
              <pc:docMk/>
              <pc:sldMasterMk cId="2491898207" sldId="2147483660"/>
              <pc:sldLayoutMk cId="193636416" sldId="2147483661"/>
              <ac:grpSpMk id="44" creationId="{7EC77878-C4D2-183D-D7B7-228BCC143CB3}"/>
            </ac:grpSpMkLst>
          </pc:grpChg>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pChg chg="mod">
            <ac:chgData name="César Díaz" userId="ed34fad7-0c20-4e51-b35e-19bd778b9593" providerId="ADAL" clId="{6AA14F88-E02C-4444-8F5B-F91059C2D162}" dt="2023-08-05T08:18:02.592" v="89" actId="14100"/>
            <ac:spMkLst>
              <pc:docMk/>
              <pc:sldMasterMk cId="2491898207" sldId="2147483660"/>
              <pc:sldLayoutMk cId="639590872" sldId="2147483662"/>
              <ac:spMk id="4" creationId="{F39BCFA7-EFF0-AE3A-4D5A-F54C59C5A639}"/>
            </ac:spMkLst>
          </pc:spChg>
          <pc:spChg chg="mod">
            <ac:chgData name="César Díaz" userId="ed34fad7-0c20-4e51-b35e-19bd778b9593" providerId="ADAL" clId="{6AA14F88-E02C-4444-8F5B-F91059C2D162}" dt="2023-08-05T08:18:11.248" v="90" actId="14100"/>
            <ac:spMkLst>
              <pc:docMk/>
              <pc:sldMasterMk cId="2491898207" sldId="2147483660"/>
              <pc:sldLayoutMk cId="639590872" sldId="2147483662"/>
              <ac:spMk id="5" creationId="{4329DCCD-8CF6-9BA5-1F82-4885C19BA23B}"/>
            </ac:spMkLst>
          </pc:spChg>
          <pc:picChg chg="add mod">
            <ac:chgData name="César Díaz" userId="ed34fad7-0c20-4e51-b35e-19bd778b9593" providerId="ADAL" clId="{6AA14F88-E02C-4444-8F5B-F91059C2D162}" dt="2023-08-05T08:32:31.880" v="110" actId="14100"/>
            <ac:picMkLst>
              <pc:docMk/>
              <pc:sldMasterMk cId="2491898207" sldId="2147483660"/>
              <pc:sldLayoutMk cId="639590872" sldId="2147483662"/>
              <ac:picMk id="3" creationId="{826DD118-0008-9744-EE2F-668939AD7CF2}"/>
            </ac:picMkLst>
          </pc:picChg>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pChg chg="mod">
            <ac:chgData name="César Díaz" userId="ed34fad7-0c20-4e51-b35e-19bd778b9593" providerId="ADAL" clId="{6AA14F88-E02C-4444-8F5B-F91059C2D162}" dt="2023-08-05T08:18:33.751" v="91"/>
            <ac:spMkLst>
              <pc:docMk/>
              <pc:sldMasterMk cId="2491898207" sldId="2147483660"/>
              <pc:sldLayoutMk cId="3411197885" sldId="2147483663"/>
              <ac:spMk id="2" creationId="{0BBA8F40-9B3F-63B9-DD8C-BB01669C23EF}"/>
            </ac:spMkLst>
          </pc:spChg>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pChg chg="add del mod">
            <ac:chgData name="César Díaz" userId="ed34fad7-0c20-4e51-b35e-19bd778b9593" providerId="ADAL" clId="{6AA14F88-E02C-4444-8F5B-F91059C2D162}" dt="2023-08-05T09:39:11.595" v="243" actId="478"/>
            <ac:spMkLst>
              <pc:docMk/>
              <pc:sldMasterMk cId="2491898207" sldId="2147483660"/>
              <pc:sldLayoutMk cId="1993959781" sldId="2147483665"/>
              <ac:spMk id="2" creationId="{35BA3E18-D985-4059-32CF-2403DEA9DAFB}"/>
            </ac:spMkLst>
          </pc:spChg>
          <pc:spChg chg="mod">
            <ac:chgData name="César Díaz" userId="ed34fad7-0c20-4e51-b35e-19bd778b9593" providerId="ADAL" clId="{6AA14F88-E02C-4444-8F5B-F91059C2D162}" dt="2023-08-05T09:39:40.309" v="255"/>
            <ac:spMkLst>
              <pc:docMk/>
              <pc:sldMasterMk cId="2491898207" sldId="2147483660"/>
              <pc:sldLayoutMk cId="1993959781" sldId="2147483665"/>
              <ac:spMk id="10" creationId="{00000000-0000-0000-0000-000000000000}"/>
            </ac:spMkLst>
          </pc:spChg>
          <pc:spChg chg="mod">
            <ac:chgData name="César Díaz" userId="ed34fad7-0c20-4e51-b35e-19bd778b9593" providerId="ADAL" clId="{6AA14F88-E02C-4444-8F5B-F91059C2D162}" dt="2023-08-05T09:29:51.252" v="238" actId="207"/>
            <ac:spMkLst>
              <pc:docMk/>
              <pc:sldMasterMk cId="2491898207" sldId="2147483660"/>
              <pc:sldLayoutMk cId="1993959781" sldId="2147483665"/>
              <ac:spMk id="45" creationId="{A669CD1B-0E03-ABA9-763C-5D948F0B8EB8}"/>
            </ac:spMkLst>
          </pc:spChg>
          <pc:spChg chg="del mod">
            <ac:chgData name="César Díaz" userId="ed34fad7-0c20-4e51-b35e-19bd778b9593" providerId="ADAL" clId="{6AA14F88-E02C-4444-8F5B-F91059C2D162}" dt="2023-08-05T09:05:21.463" v="202" actId="478"/>
            <ac:spMkLst>
              <pc:docMk/>
              <pc:sldMasterMk cId="2491898207" sldId="2147483660"/>
              <pc:sldLayoutMk cId="1993959781" sldId="2147483665"/>
              <ac:spMk id="46" creationId="{A7A49B42-AACC-50B4-5169-545FD38EF97B}"/>
            </ac:spMkLst>
          </pc:spChg>
          <pc:spChg chg="mod">
            <ac:chgData name="César Díaz" userId="ed34fad7-0c20-4e51-b35e-19bd778b9593" providerId="ADAL" clId="{6AA14F88-E02C-4444-8F5B-F91059C2D162}" dt="2023-08-05T09:26:25.934" v="212" actId="14100"/>
            <ac:spMkLst>
              <pc:docMk/>
              <pc:sldMasterMk cId="2491898207" sldId="2147483660"/>
              <pc:sldLayoutMk cId="1993959781" sldId="2147483665"/>
              <ac:spMk id="47" creationId="{024370F0-34C6-0E0F-CB33-03242E12CDC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8" creationId="{69D70CA9-6E37-6D42-5FB7-082BDD4D2EB8}"/>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9" creationId="{16C714F7-4D1F-30F6-E01E-D1584A21F7E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0" creationId="{FBABC6A1-BDEE-C126-FE63-3E26C8FDB2AA}"/>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1" creationId="{4CBC9838-6FED-0DAE-51FA-884081CB6EDF}"/>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2" creationId="{8873EAA1-D211-0415-3BC5-86045F127F3B}"/>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3" creationId="{2AA0CDC5-FFFA-1CF4-78CA-A36553387595}"/>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4" creationId="{7BF320BB-3E12-2A4F-9337-3C1D924A7553}"/>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5" creationId="{4823E324-6B33-8391-7441-5ED3CD47BD47}"/>
            </ac:spMkLst>
          </pc:spChg>
          <pc:picChg chg="add mod">
            <ac:chgData name="César Díaz" userId="ed34fad7-0c20-4e51-b35e-19bd778b9593" providerId="ADAL" clId="{6AA14F88-E02C-4444-8F5B-F91059C2D162}" dt="2023-08-05T09:39:28.203" v="248" actId="1076"/>
            <ac:picMkLst>
              <pc:docMk/>
              <pc:sldMasterMk cId="2491898207" sldId="2147483660"/>
              <pc:sldLayoutMk cId="1993959781" sldId="2147483665"/>
              <ac:picMk id="4" creationId="{EC37FD03-A8F4-6CC0-494F-F7761EB371DE}"/>
            </ac:picMkLst>
          </pc:picChg>
        </pc:sldLayoutChg>
      </pc:sldMasterChg>
    </pc:docChg>
  </pc:docChgLst>
  <pc:docChgLst>
    <pc:chgData name="María Neira (EXT)" userId="S::maria.neira.ext@ciisa.cl::40120b81-8f16-429e-99bf-099f22c85a12" providerId="AD" clId="Web-{7CCEFDCC-4009-D3D3-DF74-31A5EC894FC7}"/>
    <pc:docChg chg="modSld">
      <pc:chgData name="María Neira (EXT)" userId="S::maria.neira.ext@ciisa.cl::40120b81-8f16-429e-99bf-099f22c85a12" providerId="AD" clId="Web-{7CCEFDCC-4009-D3D3-DF74-31A5EC894FC7}" dt="2024-01-25T18:42:55.057" v="12" actId="20577"/>
      <pc:docMkLst>
        <pc:docMk/>
      </pc:docMkLst>
      <pc:sldChg chg="modSp">
        <pc:chgData name="María Neira (EXT)" userId="S::maria.neira.ext@ciisa.cl::40120b81-8f16-429e-99bf-099f22c85a12" providerId="AD" clId="Web-{7CCEFDCC-4009-D3D3-DF74-31A5EC894FC7}" dt="2024-01-25T18:42:55.057" v="12" actId="20577"/>
        <pc:sldMkLst>
          <pc:docMk/>
          <pc:sldMk cId="3308352145" sldId="2076137715"/>
        </pc:sldMkLst>
        <pc:spChg chg="mod">
          <ac:chgData name="María Neira (EXT)" userId="S::maria.neira.ext@ciisa.cl::40120b81-8f16-429e-99bf-099f22c85a12" providerId="AD" clId="Web-{7CCEFDCC-4009-D3D3-DF74-31A5EC894FC7}" dt="2024-01-25T18:42:55.057" v="12" actId="20577"/>
          <ac:spMkLst>
            <pc:docMk/>
            <pc:sldMk cId="3308352145" sldId="2076137715"/>
            <ac:spMk id="3" creationId="{0622F953-4E77-98FF-5569-BBF9A0424ADD}"/>
          </ac:spMkLst>
        </pc:spChg>
      </pc:sldChg>
    </pc:docChg>
  </pc:docChgLst>
  <pc:docChgLst>
    <pc:chgData name="Lorena Massone Bresler" userId="S::lmassone@ciisa.cl::02953e08-4597-4d31-a081-9f68326755d8" providerId="AD" clId="Web-{14B7B713-082C-F377-6F54-89836EDE3A44}"/>
    <pc:docChg chg="modSld">
      <pc:chgData name="Lorena Massone Bresler" userId="S::lmassone@ciisa.cl::02953e08-4597-4d31-a081-9f68326755d8" providerId="AD" clId="Web-{14B7B713-082C-F377-6F54-89836EDE3A44}" dt="2024-01-23T16:29:42.669" v="22" actId="20577"/>
      <pc:docMkLst>
        <pc:docMk/>
      </pc:docMkLst>
      <pc:sldChg chg="modSp delCm modCm">
        <pc:chgData name="Lorena Massone Bresler" userId="S::lmassone@ciisa.cl::02953e08-4597-4d31-a081-9f68326755d8" providerId="AD" clId="Web-{14B7B713-082C-F377-6F54-89836EDE3A44}" dt="2024-01-23T16:29:19.152" v="12" actId="20577"/>
        <pc:sldMkLst>
          <pc:docMk/>
          <pc:sldMk cId="3167001994" sldId="2076137705"/>
        </pc:sldMkLst>
        <pc:spChg chg="mod">
          <ac:chgData name="Lorena Massone Bresler" userId="S::lmassone@ciisa.cl::02953e08-4597-4d31-a081-9f68326755d8" providerId="AD" clId="Web-{14B7B713-082C-F377-6F54-89836EDE3A44}" dt="2024-01-23T16:28:30.150" v="8" actId="20577"/>
          <ac:spMkLst>
            <pc:docMk/>
            <pc:sldMk cId="3167001994" sldId="2076137705"/>
            <ac:spMk id="2" creationId="{972BB412-0761-08C0-91B5-7D184FDF0428}"/>
          </ac:spMkLst>
        </pc:spChg>
        <pc:spChg chg="mod">
          <ac:chgData name="Lorena Massone Bresler" userId="S::lmassone@ciisa.cl::02953e08-4597-4d31-a081-9f68326755d8" providerId="AD" clId="Web-{14B7B713-082C-F377-6F54-89836EDE3A44}" dt="2024-01-23T16:29:19.152" v="12"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del">
              <pc226:chgData name="Lorena Massone Bresler" userId="S::lmassone@ciisa.cl::02953e08-4597-4d31-a081-9f68326755d8" providerId="AD" clId="Web-{14B7B713-082C-F377-6F54-89836EDE3A44}" dt="2024-01-23T16:28:34.760" v="9"/>
              <pc2:cmMkLst xmlns:pc2="http://schemas.microsoft.com/office/powerpoint/2019/9/main/command">
                <pc:docMk/>
                <pc:sldMk cId="3167001994" sldId="2076137705"/>
                <pc2:cmMk id="{FDA31033-C313-481E-B661-B5FAF3DCBAFF}"/>
              </pc2:cmMkLst>
            </pc226:cmChg>
            <pc226:cmChg xmlns:pc226="http://schemas.microsoft.com/office/powerpoint/2022/06/main/command" chg="del mod">
              <pc226:chgData name="Lorena Massone Bresler" userId="S::lmassone@ciisa.cl::02953e08-4597-4d31-a081-9f68326755d8" providerId="AD" clId="Web-{14B7B713-082C-F377-6F54-89836EDE3A44}" dt="2024-01-23T16:28:36.057" v="10"/>
              <pc2:cmMkLst xmlns:pc2="http://schemas.microsoft.com/office/powerpoint/2019/9/main/command">
                <pc:docMk/>
                <pc:sldMk cId="3167001994" sldId="2076137705"/>
                <pc2:cmMk id="{6ACC9BD5-3395-4EED-95E2-0F111C252A4D}"/>
              </pc2:cmMkLst>
            </pc226:cmChg>
          </p:ext>
        </pc:extLst>
      </pc:sldChg>
      <pc:sldChg chg="modSp">
        <pc:chgData name="Lorena Massone Bresler" userId="S::lmassone@ciisa.cl::02953e08-4597-4d31-a081-9f68326755d8" providerId="AD" clId="Web-{14B7B713-082C-F377-6F54-89836EDE3A44}" dt="2024-01-23T16:29:42.669" v="22" actId="20577"/>
        <pc:sldMkLst>
          <pc:docMk/>
          <pc:sldMk cId="2328334949" sldId="2076137706"/>
        </pc:sldMkLst>
        <pc:spChg chg="mod">
          <ac:chgData name="Lorena Massone Bresler" userId="S::lmassone@ciisa.cl::02953e08-4597-4d31-a081-9f68326755d8" providerId="AD" clId="Web-{14B7B713-082C-F377-6F54-89836EDE3A44}" dt="2024-01-23T16:29:42.669" v="22" actId="20577"/>
          <ac:spMkLst>
            <pc:docMk/>
            <pc:sldMk cId="2328334949" sldId="2076137706"/>
            <ac:spMk id="3" creationId="{E13EDA60-EA13-DE58-247C-0BA1927DF33E}"/>
          </ac:spMkLst>
        </pc:spChg>
      </pc:sld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picChg chg="del mod">
          <ac:chgData name="Alejandra Bravo Garcia" userId="4cf5125d-f567-4a98-9bb5-4ea9ae908f01" providerId="ADAL" clId="{20B9C4F6-F537-4BE7-987D-554A3B4B781E}" dt="2023-09-05T02:04:20.290" v="189" actId="21"/>
          <ac:picMkLst>
            <pc:docMk/>
            <pc:sldMk cId="1405910239" sldId="256"/>
            <ac:picMk id="5" creationId="{5D13AF6A-98A1-5A66-4A8B-CC3E858DF87F}"/>
          </ac:picMkLst>
        </pc:picChg>
      </pc:sldChg>
      <pc:sldChg chg="modSp mod">
        <pc:chgData name="Alejandra Bravo Garcia" userId="4cf5125d-f567-4a98-9bb5-4ea9ae908f01" providerId="ADAL" clId="{20B9C4F6-F537-4BE7-987D-554A3B4B781E}" dt="2023-09-05T02:22:50.420" v="431" actId="20577"/>
        <pc:sldMkLst>
          <pc:docMk/>
          <pc:sldMk cId="242947854" sldId="2076137701"/>
        </pc:sldMkLst>
        <pc:spChg chg="mod">
          <ac:chgData name="Alejandra Bravo Garcia" userId="4cf5125d-f567-4a98-9bb5-4ea9ae908f01" providerId="ADAL" clId="{20B9C4F6-F537-4BE7-987D-554A3B4B781E}" dt="2023-09-05T02:22:50.420" v="431" actId="20577"/>
          <ac:spMkLst>
            <pc:docMk/>
            <pc:sldMk cId="242947854" sldId="2076137701"/>
            <ac:spMk id="2" creationId="{1C4898CC-2EB7-701E-6844-7482F6FA4A69}"/>
          </ac:spMkLst>
        </pc:spChg>
      </pc:sldChg>
      <pc:sldChg chg="addSp delSp modSp mod">
        <pc:chgData name="Alejandra Bravo Garcia" userId="4cf5125d-f567-4a98-9bb5-4ea9ae908f01" providerId="ADAL" clId="{20B9C4F6-F537-4BE7-987D-554A3B4B781E}" dt="2023-09-05T02:04:49.891" v="195" actId="1076"/>
        <pc:sldMkLst>
          <pc:docMk/>
          <pc:sldMk cId="1136515697" sldId="2076137702"/>
        </pc:sldMkLst>
        <pc:spChg chg="del">
          <ac:chgData name="Alejandra Bravo Garcia" userId="4cf5125d-f567-4a98-9bb5-4ea9ae908f01" providerId="ADAL" clId="{20B9C4F6-F537-4BE7-987D-554A3B4B781E}" dt="2023-09-05T02:04:46.394" v="194" actId="478"/>
          <ac:spMkLst>
            <pc:docMk/>
            <pc:sldMk cId="1136515697" sldId="2076137702"/>
            <ac:spMk id="2" creationId="{25376074-10EA-2E38-7734-116EE817E5ED}"/>
          </ac:spMkLst>
        </pc:spChg>
        <pc:spChg chg="del">
          <ac:chgData name="Alejandra Bravo Garcia" userId="4cf5125d-f567-4a98-9bb5-4ea9ae908f01" providerId="ADAL" clId="{20B9C4F6-F537-4BE7-987D-554A3B4B781E}" dt="2023-09-05T02:04:26.748" v="190" actId="478"/>
          <ac:spMkLst>
            <pc:docMk/>
            <pc:sldMk cId="1136515697" sldId="2076137702"/>
            <ac:spMk id="3" creationId="{C836C6C3-E8D0-94B1-E144-DD41ECFB4453}"/>
          </ac:spMkLst>
        </pc:spChg>
        <pc:picChg chg="add mod">
          <ac:chgData name="Alejandra Bravo Garcia" userId="4cf5125d-f567-4a98-9bb5-4ea9ae908f01" providerId="ADAL" clId="{20B9C4F6-F537-4BE7-987D-554A3B4B781E}" dt="2023-09-05T02:04:49.891" v="195" actId="1076"/>
          <ac:picMkLst>
            <pc:docMk/>
            <pc:sldMk cId="1136515697" sldId="2076137702"/>
            <ac:picMk id="4" creationId="{7E0A5725-EB83-A829-7460-CA7FA618AF8E}"/>
          </ac:picMkLst>
        </pc:picChg>
      </pc:sldChg>
      <pc:sldChg chg="modSp mod ord">
        <pc:chgData name="Alejandra Bravo Garcia" userId="4cf5125d-f567-4a98-9bb5-4ea9ae908f01" providerId="ADAL" clId="{20B9C4F6-F537-4BE7-987D-554A3B4B781E}" dt="2023-09-05T02:03:21.324" v="182" actId="14100"/>
        <pc:sldMkLst>
          <pc:docMk/>
          <pc:sldMk cId="868812523" sldId="2076137703"/>
        </pc:sldMkLst>
        <pc:spChg chg="mod">
          <ac:chgData name="Alejandra Bravo Garcia" userId="4cf5125d-f567-4a98-9bb5-4ea9ae908f01" providerId="ADAL" clId="{20B9C4F6-F537-4BE7-987D-554A3B4B781E}" dt="2023-09-05T02:03:21.324" v="182" actId="14100"/>
          <ac:spMkLst>
            <pc:docMk/>
            <pc:sldMk cId="868812523" sldId="2076137703"/>
            <ac:spMk id="2" creationId="{A3C1683D-3F2C-514D-52C2-E5502AEA6BCB}"/>
          </ac:spMkLst>
        </pc:spChg>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pChg chg="mod">
          <ac:chgData name="Alejandra Bravo Garcia" userId="4cf5125d-f567-4a98-9bb5-4ea9ae908f01" providerId="ADAL" clId="{20B9C4F6-F537-4BE7-987D-554A3B4B781E}" dt="2023-09-05T02:12:32.721" v="318" actId="113"/>
          <ac:spMkLst>
            <pc:docMk/>
            <pc:sldMk cId="1943926825" sldId="2076137704"/>
            <ac:spMk id="2" creationId="{65692239-D7A4-8289-9A70-5DE5384D5E01}"/>
          </ac:spMkLst>
        </pc:spChg>
        <pc:spChg chg="del">
          <ac:chgData name="Alejandra Bravo Garcia" userId="4cf5125d-f567-4a98-9bb5-4ea9ae908f01" providerId="ADAL" clId="{20B9C4F6-F537-4BE7-987D-554A3B4B781E}" dt="2023-09-05T02:11:58.246" v="308" actId="478"/>
          <ac:spMkLst>
            <pc:docMk/>
            <pc:sldMk cId="1943926825" sldId="2076137704"/>
            <ac:spMk id="3" creationId="{22ACFD13-C7FA-F4C3-0B07-3BE2A9BDD524}"/>
          </ac:spMkLst>
        </pc:spChg>
        <pc:picChg chg="add mod">
          <ac:chgData name="Alejandra Bravo Garcia" userId="4cf5125d-f567-4a98-9bb5-4ea9ae908f01" providerId="ADAL" clId="{20B9C4F6-F537-4BE7-987D-554A3B4B781E}" dt="2023-09-05T02:12:14.281" v="314" actId="1076"/>
          <ac:picMkLst>
            <pc:docMk/>
            <pc:sldMk cId="1943926825" sldId="2076137704"/>
            <ac:picMk id="2050" creationId="{3F21FD4D-CAA2-76D4-8B35-B7D0509C8200}"/>
          </ac:picMkLst>
        </pc:picChg>
      </pc:sldChg>
      <pc:sldChg chg="modSp mod">
        <pc:chgData name="Alejandra Bravo Garcia" userId="4cf5125d-f567-4a98-9bb5-4ea9ae908f01" providerId="ADAL" clId="{20B9C4F6-F537-4BE7-987D-554A3B4B781E}" dt="2023-09-05T01:58:04.930" v="63" actId="20577"/>
        <pc:sldMkLst>
          <pc:docMk/>
          <pc:sldMk cId="3167001994" sldId="2076137705"/>
        </pc:sldMkLst>
        <pc:spChg chg="mod">
          <ac:chgData name="Alejandra Bravo Garcia" userId="4cf5125d-f567-4a98-9bb5-4ea9ae908f01" providerId="ADAL" clId="{20B9C4F6-F537-4BE7-987D-554A3B4B781E}" dt="2023-09-05T01:58:04.930" v="63" actId="20577"/>
          <ac:spMkLst>
            <pc:docMk/>
            <pc:sldMk cId="3167001994" sldId="2076137705"/>
            <ac:spMk id="2" creationId="{972BB412-0761-08C0-91B5-7D184FDF0428}"/>
          </ac:spMkLst>
        </pc:spChg>
        <pc:spChg chg="mod">
          <ac:chgData name="Alejandra Bravo Garcia" userId="4cf5125d-f567-4a98-9bb5-4ea9ae908f01" providerId="ADAL" clId="{20B9C4F6-F537-4BE7-987D-554A3B4B781E}" dt="2023-09-05T01:51:50.923" v="36" actId="20577"/>
          <ac:spMkLst>
            <pc:docMk/>
            <pc:sldMk cId="3167001994" sldId="2076137705"/>
            <ac:spMk id="3" creationId="{317770C8-A12B-436B-AB8E-9FC2932E0DB7}"/>
          </ac:spMkLst>
        </pc:spChg>
      </pc:sldChg>
      <pc:sldChg chg="addSp modSp mod setBg">
        <pc:chgData name="Alejandra Bravo Garcia" userId="4cf5125d-f567-4a98-9bb5-4ea9ae908f01" providerId="ADAL" clId="{20B9C4F6-F537-4BE7-987D-554A3B4B781E}" dt="2023-09-05T02:53:38.287" v="444" actId="207"/>
        <pc:sldMkLst>
          <pc:docMk/>
          <pc:sldMk cId="2328334949" sldId="2076137706"/>
        </pc:sldMkLst>
        <pc:spChg chg="mod">
          <ac:chgData name="Alejandra Bravo Garcia" userId="4cf5125d-f567-4a98-9bb5-4ea9ae908f01" providerId="ADAL" clId="{20B9C4F6-F537-4BE7-987D-554A3B4B781E}" dt="2023-09-05T01:58:17.012" v="65" actId="14100"/>
          <ac:spMkLst>
            <pc:docMk/>
            <pc:sldMk cId="2328334949" sldId="2076137706"/>
            <ac:spMk id="2" creationId="{B6EFDCBE-E499-3103-92A5-28F5D6427A64}"/>
          </ac:spMkLst>
        </pc:spChg>
        <pc:spChg chg="add mod">
          <ac:chgData name="Alejandra Bravo Garcia" userId="4cf5125d-f567-4a98-9bb5-4ea9ae908f01" providerId="ADAL" clId="{20B9C4F6-F537-4BE7-987D-554A3B4B781E}" dt="2023-09-05T02:53:38.287" v="444" actId="207"/>
          <ac:spMkLst>
            <pc:docMk/>
            <pc:sldMk cId="2328334949" sldId="2076137706"/>
            <ac:spMk id="3" creationId="{E13EDA60-EA13-DE58-247C-0BA1927DF33E}"/>
          </ac:spMkLst>
        </pc:spChg>
      </pc:sldChg>
      <pc:sldChg chg="modSp add mod ord">
        <pc:chgData name="Alejandra Bravo Garcia" userId="4cf5125d-f567-4a98-9bb5-4ea9ae908f01" providerId="ADAL" clId="{20B9C4F6-F537-4BE7-987D-554A3B4B781E}" dt="2023-09-05T02:05:38.074" v="202" actId="14100"/>
        <pc:sldMkLst>
          <pc:docMk/>
          <pc:sldMk cId="3736436638" sldId="2076137707"/>
        </pc:sldMkLst>
        <pc:spChg chg="mod">
          <ac:chgData name="Alejandra Bravo Garcia" userId="4cf5125d-f567-4a98-9bb5-4ea9ae908f01" providerId="ADAL" clId="{20B9C4F6-F537-4BE7-987D-554A3B4B781E}" dt="2023-09-05T02:05:38.074" v="202" actId="14100"/>
          <ac:spMkLst>
            <pc:docMk/>
            <pc:sldMk cId="3736436638" sldId="2076137707"/>
            <ac:spMk id="2" creationId="{A3C1683D-3F2C-514D-52C2-E5502AEA6BCB}"/>
          </ac:spMkLst>
        </pc:spChg>
      </pc:sldChg>
      <pc:sldChg chg="modSp add mod ord">
        <pc:chgData name="Alejandra Bravo Garcia" userId="4cf5125d-f567-4a98-9bb5-4ea9ae908f01" providerId="ADAL" clId="{20B9C4F6-F537-4BE7-987D-554A3B4B781E}" dt="2023-09-05T02:07:55.535" v="238" actId="20577"/>
        <pc:sldMkLst>
          <pc:docMk/>
          <pc:sldMk cId="829328944" sldId="2076137708"/>
        </pc:sldMkLst>
        <pc:spChg chg="mod">
          <ac:chgData name="Alejandra Bravo Garcia" userId="4cf5125d-f567-4a98-9bb5-4ea9ae908f01" providerId="ADAL" clId="{20B9C4F6-F537-4BE7-987D-554A3B4B781E}" dt="2023-09-05T02:07:55.535" v="238" actId="20577"/>
          <ac:spMkLst>
            <pc:docMk/>
            <pc:sldMk cId="829328944" sldId="2076137708"/>
            <ac:spMk id="2" creationId="{A3C1683D-3F2C-514D-52C2-E5502AEA6BCB}"/>
          </ac:spMkLst>
        </pc:spChg>
      </pc:sldChg>
      <pc:sldChg chg="modSp add mod">
        <pc:chgData name="Alejandra Bravo Garcia" userId="4cf5125d-f567-4a98-9bb5-4ea9ae908f01" providerId="ADAL" clId="{20B9C4F6-F537-4BE7-987D-554A3B4B781E}" dt="2023-09-05T02:08:29.494" v="243" actId="20577"/>
        <pc:sldMkLst>
          <pc:docMk/>
          <pc:sldMk cId="694389719" sldId="2076137709"/>
        </pc:sldMkLst>
        <pc:spChg chg="mod">
          <ac:chgData name="Alejandra Bravo Garcia" userId="4cf5125d-f567-4a98-9bb5-4ea9ae908f01" providerId="ADAL" clId="{20B9C4F6-F537-4BE7-987D-554A3B4B781E}" dt="2023-09-05T02:08:29.494" v="243" actId="20577"/>
          <ac:spMkLst>
            <pc:docMk/>
            <pc:sldMk cId="694389719" sldId="2076137709"/>
            <ac:spMk id="2" creationId="{A3C1683D-3F2C-514D-52C2-E5502AEA6BCB}"/>
          </ac:spMkLst>
        </pc:spChg>
      </pc:sldChg>
      <pc:sldChg chg="modSp add mod">
        <pc:chgData name="Alejandra Bravo Garcia" userId="4cf5125d-f567-4a98-9bb5-4ea9ae908f01" providerId="ADAL" clId="{20B9C4F6-F537-4BE7-987D-554A3B4B781E}" dt="2023-09-05T02:08:53.284" v="250" actId="20577"/>
        <pc:sldMkLst>
          <pc:docMk/>
          <pc:sldMk cId="3734186721" sldId="2076137710"/>
        </pc:sldMkLst>
        <pc:spChg chg="mod">
          <ac:chgData name="Alejandra Bravo Garcia" userId="4cf5125d-f567-4a98-9bb5-4ea9ae908f01" providerId="ADAL" clId="{20B9C4F6-F537-4BE7-987D-554A3B4B781E}" dt="2023-09-05T02:08:53.284" v="250" actId="20577"/>
          <ac:spMkLst>
            <pc:docMk/>
            <pc:sldMk cId="3734186721" sldId="2076137710"/>
            <ac:spMk id="2" creationId="{A3C1683D-3F2C-514D-52C2-E5502AEA6BCB}"/>
          </ac:spMkLst>
        </pc:spChg>
      </pc:sldChg>
      <pc:sldChg chg="modSp add mod">
        <pc:chgData name="Alejandra Bravo Garcia" userId="4cf5125d-f567-4a98-9bb5-4ea9ae908f01" providerId="ADAL" clId="{20B9C4F6-F537-4BE7-987D-554A3B4B781E}" dt="2023-09-05T02:10:39.157" v="303" actId="20577"/>
        <pc:sldMkLst>
          <pc:docMk/>
          <pc:sldMk cId="571905608" sldId="2076137711"/>
        </pc:sldMkLst>
        <pc:spChg chg="mod">
          <ac:chgData name="Alejandra Bravo Garcia" userId="4cf5125d-f567-4a98-9bb5-4ea9ae908f01" providerId="ADAL" clId="{20B9C4F6-F537-4BE7-987D-554A3B4B781E}" dt="2023-09-05T02:10:39.157" v="303" actId="20577"/>
          <ac:spMkLst>
            <pc:docMk/>
            <pc:sldMk cId="571905608" sldId="2076137711"/>
            <ac:spMk id="2" creationId="{A3C1683D-3F2C-514D-52C2-E5502AEA6BCB}"/>
          </ac:spMkLst>
        </pc:spChg>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pChg chg="del">
          <ac:chgData name="Alejandra Bravo Garcia" userId="4cf5125d-f567-4a98-9bb5-4ea9ae908f01" providerId="ADAL" clId="{20B9C4F6-F537-4BE7-987D-554A3B4B781E}" dt="2023-09-05T02:07:08.601" v="226" actId="478"/>
          <ac:spMkLst>
            <pc:docMk/>
            <pc:sldMk cId="3631252662" sldId="2076137712"/>
            <ac:spMk id="2" creationId="{65692239-D7A4-8289-9A70-5DE5384D5E01}"/>
          </ac:spMkLst>
        </pc:spChg>
        <pc:spChg chg="del">
          <ac:chgData name="Alejandra Bravo Garcia" userId="4cf5125d-f567-4a98-9bb5-4ea9ae908f01" providerId="ADAL" clId="{20B9C4F6-F537-4BE7-987D-554A3B4B781E}" dt="2023-09-05T02:07:00.520" v="224" actId="478"/>
          <ac:spMkLst>
            <pc:docMk/>
            <pc:sldMk cId="3631252662" sldId="2076137712"/>
            <ac:spMk id="3" creationId="{22ACFD13-C7FA-F4C3-0B07-3BE2A9BDD524}"/>
          </ac:spMkLst>
        </pc:spChg>
        <pc:picChg chg="add mod">
          <ac:chgData name="Alejandra Bravo Garcia" userId="4cf5125d-f567-4a98-9bb5-4ea9ae908f01" providerId="ADAL" clId="{20B9C4F6-F537-4BE7-987D-554A3B4B781E}" dt="2023-09-05T02:07:19.973" v="227" actId="1076"/>
          <ac:picMkLst>
            <pc:docMk/>
            <pc:sldMk cId="3631252662" sldId="2076137712"/>
            <ac:picMk id="1026" creationId="{DC153E5B-DFF3-D2D8-88FC-43C6A850998F}"/>
          </ac:picMkLst>
        </pc:picChg>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pChg chg="del mod">
          <ac:chgData name="Alejandra Bravo Garcia" userId="4cf5125d-f567-4a98-9bb5-4ea9ae908f01" providerId="ADAL" clId="{20B9C4F6-F537-4BE7-987D-554A3B4B781E}" dt="2023-09-05T02:15:31.170" v="338" actId="478"/>
          <ac:spMkLst>
            <pc:docMk/>
            <pc:sldMk cId="536104298" sldId="2076137713"/>
            <ac:spMk id="2" creationId="{65692239-D7A4-8289-9A70-5DE5384D5E01}"/>
          </ac:spMkLst>
        </pc:spChg>
        <pc:spChg chg="del">
          <ac:chgData name="Alejandra Bravo Garcia" userId="4cf5125d-f567-4a98-9bb5-4ea9ae908f01" providerId="ADAL" clId="{20B9C4F6-F537-4BE7-987D-554A3B4B781E}" dt="2023-09-05T02:15:07.040" v="332" actId="478"/>
          <ac:spMkLst>
            <pc:docMk/>
            <pc:sldMk cId="536104298" sldId="2076137713"/>
            <ac:spMk id="3" creationId="{22ACFD13-C7FA-F4C3-0B07-3BE2A9BDD524}"/>
          </ac:spMkLst>
        </pc:spChg>
        <pc:spChg chg="add mod">
          <ac:chgData name="Alejandra Bravo Garcia" userId="4cf5125d-f567-4a98-9bb5-4ea9ae908f01" providerId="ADAL" clId="{20B9C4F6-F537-4BE7-987D-554A3B4B781E}" dt="2023-09-05T02:16:49.285" v="345" actId="14100"/>
          <ac:spMkLst>
            <pc:docMk/>
            <pc:sldMk cId="536104298" sldId="2076137713"/>
            <ac:spMk id="4" creationId="{50FEBFAF-F16F-D3D3-04EB-C957FF331333}"/>
          </ac:spMkLst>
        </pc:spChg>
        <pc:spChg chg="add mod">
          <ac:chgData name="Alejandra Bravo Garcia" userId="4cf5125d-f567-4a98-9bb5-4ea9ae908f01" providerId="ADAL" clId="{20B9C4F6-F537-4BE7-987D-554A3B4B781E}" dt="2023-09-05T02:17:09.306" v="348" actId="255"/>
          <ac:spMkLst>
            <pc:docMk/>
            <pc:sldMk cId="536104298" sldId="2076137713"/>
            <ac:spMk id="5" creationId="{396D43B6-C001-8635-3ECC-22C243D08BBD}"/>
          </ac:spMkLst>
        </pc:spChg>
        <pc:spChg chg="add mod">
          <ac:chgData name="Alejandra Bravo Garcia" userId="4cf5125d-f567-4a98-9bb5-4ea9ae908f01" providerId="ADAL" clId="{20B9C4F6-F537-4BE7-987D-554A3B4B781E}" dt="2023-09-05T02:17:56.182" v="351" actId="1076"/>
          <ac:spMkLst>
            <pc:docMk/>
            <pc:sldMk cId="536104298" sldId="2076137713"/>
            <ac:spMk id="6" creationId="{C5827CDD-A6E4-25EA-3A20-58D43697366D}"/>
          </ac:spMkLst>
        </pc:spChg>
        <pc:spChg chg="add mod">
          <ac:chgData name="Alejandra Bravo Garcia" userId="4cf5125d-f567-4a98-9bb5-4ea9ae908f01" providerId="ADAL" clId="{20B9C4F6-F537-4BE7-987D-554A3B4B781E}" dt="2023-09-05T02:17:46.310" v="350" actId="20577"/>
          <ac:spMkLst>
            <pc:docMk/>
            <pc:sldMk cId="536104298" sldId="2076137713"/>
            <ac:spMk id="7" creationId="{22E3879B-FFF9-187A-E988-98E80FBEF22E}"/>
          </ac:spMkLst>
        </pc:spChg>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pChg chg="del">
          <ac:chgData name="Alejandra Bravo Garcia" userId="4cf5125d-f567-4a98-9bb5-4ea9ae908f01" providerId="ADAL" clId="{20B9C4F6-F537-4BE7-987D-554A3B4B781E}" dt="2023-09-05T02:18:28.266" v="352" actId="478"/>
          <ac:spMkLst>
            <pc:docMk/>
            <pc:sldMk cId="4073713596" sldId="2076137714"/>
            <ac:spMk id="2" creationId="{65692239-D7A4-8289-9A70-5DE5384D5E01}"/>
          </ac:spMkLst>
        </pc:spChg>
        <pc:spChg chg="del">
          <ac:chgData name="Alejandra Bravo Garcia" userId="4cf5125d-f567-4a98-9bb5-4ea9ae908f01" providerId="ADAL" clId="{20B9C4F6-F537-4BE7-987D-554A3B4B781E}" dt="2023-09-05T02:18:29.875" v="353" actId="478"/>
          <ac:spMkLst>
            <pc:docMk/>
            <pc:sldMk cId="4073713596" sldId="2076137714"/>
            <ac:spMk id="3" creationId="{22ACFD13-C7FA-F4C3-0B07-3BE2A9BDD524}"/>
          </ac:spMkLst>
        </pc:spChg>
        <pc:spChg chg="add mod">
          <ac:chgData name="Alejandra Bravo Garcia" userId="4cf5125d-f567-4a98-9bb5-4ea9ae908f01" providerId="ADAL" clId="{20B9C4F6-F537-4BE7-987D-554A3B4B781E}" dt="2023-09-05T02:20:15.953" v="363" actId="14100"/>
          <ac:spMkLst>
            <pc:docMk/>
            <pc:sldMk cId="4073713596" sldId="2076137714"/>
            <ac:spMk id="4" creationId="{A4110A9C-3C0C-FFE0-8B27-DD567C75CC9C}"/>
          </ac:spMkLst>
        </pc:spChg>
        <pc:spChg chg="add mod">
          <ac:chgData name="Alejandra Bravo Garcia" userId="4cf5125d-f567-4a98-9bb5-4ea9ae908f01" providerId="ADAL" clId="{20B9C4F6-F537-4BE7-987D-554A3B4B781E}" dt="2023-09-05T02:20:19.067" v="364" actId="14100"/>
          <ac:spMkLst>
            <pc:docMk/>
            <pc:sldMk cId="4073713596" sldId="2076137714"/>
            <ac:spMk id="5" creationId="{D12BFC78-BB1A-5DF7-4A24-B2D125E3F549}"/>
          </ac:spMkLst>
        </pc:spChg>
        <pc:spChg chg="add mod">
          <ac:chgData name="Alejandra Bravo Garcia" userId="4cf5125d-f567-4a98-9bb5-4ea9ae908f01" providerId="ADAL" clId="{20B9C4F6-F537-4BE7-987D-554A3B4B781E}" dt="2023-09-05T02:20:31.766" v="368" actId="113"/>
          <ac:spMkLst>
            <pc:docMk/>
            <pc:sldMk cId="4073713596" sldId="2076137714"/>
            <ac:spMk id="6" creationId="{C5B670E2-61D2-BDE5-CA30-D2856F15D7DD}"/>
          </ac:spMkLst>
        </pc:spChg>
        <pc:picChg chg="add mod">
          <ac:chgData name="Alejandra Bravo Garcia" userId="4cf5125d-f567-4a98-9bb5-4ea9ae908f01" providerId="ADAL" clId="{20B9C4F6-F537-4BE7-987D-554A3B4B781E}" dt="2023-09-05T02:19:48.535" v="361" actId="1440"/>
          <ac:picMkLst>
            <pc:docMk/>
            <pc:sldMk cId="4073713596" sldId="2076137714"/>
            <ac:picMk id="4098" creationId="{341E7F11-1D29-5C4D-77E0-B8E3E6750D91}"/>
          </ac:picMkLst>
        </pc:picChg>
        <pc:picChg chg="add mod">
          <ac:chgData name="Alejandra Bravo Garcia" userId="4cf5125d-f567-4a98-9bb5-4ea9ae908f01" providerId="ADAL" clId="{20B9C4F6-F537-4BE7-987D-554A3B4B781E}" dt="2023-09-05T02:19:50.590" v="362" actId="1440"/>
          <ac:picMkLst>
            <pc:docMk/>
            <pc:sldMk cId="4073713596" sldId="2076137714"/>
            <ac:picMk id="4099" creationId="{DBB5197D-7643-3A44-BB24-E3E9AA538EDC}"/>
          </ac:picMkLst>
        </pc:picChg>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pChg chg="del">
          <ac:chgData name="Alejandra Bravo Garcia" userId="4cf5125d-f567-4a98-9bb5-4ea9ae908f01" providerId="ADAL" clId="{20B9C4F6-F537-4BE7-987D-554A3B4B781E}" dt="2023-09-05T02:21:04.214" v="370" actId="478"/>
          <ac:spMkLst>
            <pc:docMk/>
            <pc:sldMk cId="3308352145" sldId="2076137715"/>
            <ac:spMk id="2" creationId="{65692239-D7A4-8289-9A70-5DE5384D5E01}"/>
          </ac:spMkLst>
        </pc:spChg>
        <pc:spChg chg="del">
          <ac:chgData name="Alejandra Bravo Garcia" userId="4cf5125d-f567-4a98-9bb5-4ea9ae908f01" providerId="ADAL" clId="{20B9C4F6-F537-4BE7-987D-554A3B4B781E}" dt="2023-09-05T02:21:02.471" v="369" actId="478"/>
          <ac:spMkLst>
            <pc:docMk/>
            <pc:sldMk cId="3308352145" sldId="2076137715"/>
            <ac:spMk id="3" creationId="{22ACFD13-C7FA-F4C3-0B07-3BE2A9BDD524}"/>
          </ac:spMkLst>
        </pc:spChg>
        <pc:spChg chg="add mod">
          <ac:chgData name="Alejandra Bravo Garcia" userId="4cf5125d-f567-4a98-9bb5-4ea9ae908f01" providerId="ADAL" clId="{20B9C4F6-F537-4BE7-987D-554A3B4B781E}" dt="2023-09-05T02:21:52.352" v="378" actId="113"/>
          <ac:spMkLst>
            <pc:docMk/>
            <pc:sldMk cId="3308352145" sldId="2076137715"/>
            <ac:spMk id="4" creationId="{89401DFB-4589-4A40-1CF4-5D132DD2EF72}"/>
          </ac:spMkLst>
        </pc:spChg>
        <pc:spChg chg="add mod">
          <ac:chgData name="Alejandra Bravo Garcia" userId="4cf5125d-f567-4a98-9bb5-4ea9ae908f01" providerId="ADAL" clId="{20B9C4F6-F537-4BE7-987D-554A3B4B781E}" dt="2023-09-05T02:22:00.112" v="379" actId="207"/>
          <ac:spMkLst>
            <pc:docMk/>
            <pc:sldMk cId="3308352145" sldId="2076137715"/>
            <ac:spMk id="5" creationId="{A2D74E4D-CBE6-A3D9-BD83-ED8A812243ED}"/>
          </ac:spMkLst>
        </pc:spChg>
        <pc:spChg chg="add mod">
          <ac:chgData name="Alejandra Bravo Garcia" userId="4cf5125d-f567-4a98-9bb5-4ea9ae908f01" providerId="ADAL" clId="{20B9C4F6-F537-4BE7-987D-554A3B4B781E}" dt="2023-09-05T02:21:32.961" v="374" actId="1076"/>
          <ac:spMkLst>
            <pc:docMk/>
            <pc:sldMk cId="3308352145" sldId="2076137715"/>
            <ac:spMk id="6" creationId="{E7A96764-862C-3475-9311-453A659389A3}"/>
          </ac:spMkLst>
        </pc:spChg>
        <pc:picChg chg="add mod">
          <ac:chgData name="Alejandra Bravo Garcia" userId="4cf5125d-f567-4a98-9bb5-4ea9ae908f01" providerId="ADAL" clId="{20B9C4F6-F537-4BE7-987D-554A3B4B781E}" dt="2023-09-05T02:21:39.376" v="376" actId="1440"/>
          <ac:picMkLst>
            <pc:docMk/>
            <pc:sldMk cId="3308352145" sldId="2076137715"/>
            <ac:picMk id="5122" creationId="{E54C5135-F610-A35E-7081-EC02C10B7FFC}"/>
          </ac:picMkLst>
        </pc:picChg>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pChg chg="mod">
          <ac:chgData name="Alejandra Bravo Garcia" userId="4cf5125d-f567-4a98-9bb5-4ea9ae908f01" providerId="ADAL" clId="{20B9C4F6-F537-4BE7-987D-554A3B4B781E}" dt="2023-09-05T02:13:26.277" v="324" actId="5793"/>
          <ac:spMkLst>
            <pc:docMk/>
            <pc:sldMk cId="2456185182" sldId="2076137716"/>
            <ac:spMk id="2" creationId="{65692239-D7A4-8289-9A70-5DE5384D5E01}"/>
          </ac:spMkLst>
        </pc:spChg>
        <pc:picChg chg="del">
          <ac:chgData name="Alejandra Bravo Garcia" userId="4cf5125d-f567-4a98-9bb5-4ea9ae908f01" providerId="ADAL" clId="{20B9C4F6-F537-4BE7-987D-554A3B4B781E}" dt="2023-09-05T02:12:59.294" v="320" actId="478"/>
          <ac:picMkLst>
            <pc:docMk/>
            <pc:sldMk cId="2456185182" sldId="2076137716"/>
            <ac:picMk id="2050" creationId="{3F21FD4D-CAA2-76D4-8B35-B7D0509C8200}"/>
          </ac:picMkLst>
        </pc:picChg>
        <pc:picChg chg="add mod">
          <ac:chgData name="Alejandra Bravo Garcia" userId="4cf5125d-f567-4a98-9bb5-4ea9ae908f01" providerId="ADAL" clId="{20B9C4F6-F537-4BE7-987D-554A3B4B781E}" dt="2023-09-05T02:14:13.054" v="331" actId="14100"/>
          <ac:picMkLst>
            <pc:docMk/>
            <pc:sldMk cId="2456185182" sldId="2076137716"/>
            <ac:picMk id="3074" creationId="{0E5561CE-0A7C-B717-8D59-304DF82310BC}"/>
          </ac:picMkLst>
        </pc:picChg>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Jorge Alejandro Bravo Pizarro" userId="S::jbravo@ciisa.cl::866f4d59-4e3d-4420-8a8b-3d6ddbb5c639" providerId="AD" clId="Web-{E099A192-A93F-7FCA-F538-A21C664F23C9}"/>
    <pc:docChg chg="">
      <pc:chgData name="Jorge Alejandro Bravo Pizarro" userId="S::jbravo@ciisa.cl::866f4d59-4e3d-4420-8a8b-3d6ddbb5c639" providerId="AD" clId="Web-{E099A192-A93F-7FCA-F538-A21C664F23C9}" dt="2024-06-18T15:44:14.709" v="1"/>
      <pc:docMkLst>
        <pc:docMk/>
      </pc:docMkLst>
      <pc:sldChg chg="delCm">
        <pc:chgData name="Jorge Alejandro Bravo Pizarro" userId="S::jbravo@ciisa.cl::866f4d59-4e3d-4420-8a8b-3d6ddbb5c639" providerId="AD" clId="Web-{E099A192-A93F-7FCA-F538-A21C664F23C9}" dt="2024-06-18T15:44:14.709" v="1"/>
        <pc:sldMkLst>
          <pc:docMk/>
          <pc:sldMk cId="2328334949" sldId="2076137706"/>
        </pc:sldMkLst>
        <pc:extLst>
          <p:ext xmlns:p="http://schemas.openxmlformats.org/presentationml/2006/main" uri="{D6D511B9-2390-475A-947B-AFAB55BFBCF1}">
            <pc226:cmChg xmlns:pc226="http://schemas.microsoft.com/office/powerpoint/2022/06/main/command" chg="del">
              <pc226:chgData name="Jorge Alejandro Bravo Pizarro" userId="S::jbravo@ciisa.cl::866f4d59-4e3d-4420-8a8b-3d6ddbb5c639" providerId="AD" clId="Web-{E099A192-A93F-7FCA-F538-A21C664F23C9}" dt="2024-06-18T15:44:11.834" v="0"/>
              <pc2:cmMkLst xmlns:pc2="http://schemas.microsoft.com/office/powerpoint/2019/9/main/command">
                <pc:docMk/>
                <pc:sldMk cId="2328334949" sldId="2076137706"/>
                <pc2:cmMk id="{DDDD2A36-9F9D-46B0-9740-ACE2DA0449C6}"/>
              </pc2:cmMkLst>
            </pc226:cmChg>
            <pc226:cmChg xmlns:pc226="http://schemas.microsoft.com/office/powerpoint/2022/06/main/command" chg="del">
              <pc226:chgData name="Jorge Alejandro Bravo Pizarro" userId="S::jbravo@ciisa.cl::866f4d59-4e3d-4420-8a8b-3d6ddbb5c639" providerId="AD" clId="Web-{E099A192-A93F-7FCA-F538-A21C664F23C9}" dt="2024-06-18T15:44:14.709" v="1"/>
              <pc2:cmMkLst xmlns:pc2="http://schemas.microsoft.com/office/powerpoint/2019/9/main/command">
                <pc:docMk/>
                <pc:sldMk cId="2328334949" sldId="2076137706"/>
                <pc2:cmMk id="{5303A491-74C7-47BF-9DB8-8062F8CB364B}"/>
              </pc2:cmMkLst>
            </pc226:cmChg>
          </p:ext>
        </pc:extLst>
      </pc:sldChg>
    </pc:docChg>
  </pc:docChgLst>
  <pc:docChgLst>
    <pc:chgData name="Alejandra Bravo Garcia" userId="S::alejandra.bravo@ipss.cl::4cf5125d-f567-4a98-9bb5-4ea9ae908f01" providerId="AD" clId="Web-{24BA9AAB-AA03-157A-8DC7-FB3AAE70AD1F}"/>
    <pc:docChg chg="modSld">
      <pc:chgData name="Alejandra Bravo Garcia" userId="S::alejandra.bravo@ipss.cl::4cf5125d-f567-4a98-9bb5-4ea9ae908f01" providerId="AD" clId="Web-{24BA9AAB-AA03-157A-8DC7-FB3AAE70AD1F}" dt="2024-07-24T20:45:30.721" v="13" actId="20577"/>
      <pc:docMkLst>
        <pc:docMk/>
      </pc:docMkLst>
      <pc:sldChg chg="modSp">
        <pc:chgData name="Alejandra Bravo Garcia" userId="S::alejandra.bravo@ipss.cl::4cf5125d-f567-4a98-9bb5-4ea9ae908f01" providerId="AD" clId="Web-{24BA9AAB-AA03-157A-8DC7-FB3AAE70AD1F}" dt="2024-07-24T20:37:38.865" v="2" actId="20577"/>
        <pc:sldMkLst>
          <pc:docMk/>
          <pc:sldMk cId="3736436638" sldId="2076137707"/>
        </pc:sldMkLst>
        <pc:spChg chg="mod">
          <ac:chgData name="Alejandra Bravo Garcia" userId="S::alejandra.bravo@ipss.cl::4cf5125d-f567-4a98-9bb5-4ea9ae908f01" providerId="AD" clId="Web-{24BA9AAB-AA03-157A-8DC7-FB3AAE70AD1F}" dt="2024-07-24T20:37:38.865" v="2" actId="20577"/>
          <ac:spMkLst>
            <pc:docMk/>
            <pc:sldMk cId="3736436638" sldId="2076137707"/>
            <ac:spMk id="2" creationId="{A3C1683D-3F2C-514D-52C2-E5502AEA6BCB}"/>
          </ac:spMkLst>
        </pc:spChg>
      </pc:sldChg>
      <pc:sldChg chg="modSp">
        <pc:chgData name="Alejandra Bravo Garcia" userId="S::alejandra.bravo@ipss.cl::4cf5125d-f567-4a98-9bb5-4ea9ae908f01" providerId="AD" clId="Web-{24BA9AAB-AA03-157A-8DC7-FB3AAE70AD1F}" dt="2024-07-24T20:45:02.423" v="11" actId="20577"/>
        <pc:sldMkLst>
          <pc:docMk/>
          <pc:sldMk cId="3308352145" sldId="2076137715"/>
        </pc:sldMkLst>
        <pc:spChg chg="mod">
          <ac:chgData name="Alejandra Bravo Garcia" userId="S::alejandra.bravo@ipss.cl::4cf5125d-f567-4a98-9bb5-4ea9ae908f01" providerId="AD" clId="Web-{24BA9AAB-AA03-157A-8DC7-FB3AAE70AD1F}" dt="2024-07-24T20:45:02.423" v="11" actId="20577"/>
          <ac:spMkLst>
            <pc:docMk/>
            <pc:sldMk cId="3308352145" sldId="2076137715"/>
            <ac:spMk id="7" creationId="{BC28F638-7AE5-2D6B-8A0B-D6FCECADB96D}"/>
          </ac:spMkLst>
        </pc:spChg>
      </pc:sldChg>
      <pc:sldChg chg="modSp">
        <pc:chgData name="Alejandra Bravo Garcia" userId="S::alejandra.bravo@ipss.cl::4cf5125d-f567-4a98-9bb5-4ea9ae908f01" providerId="AD" clId="Web-{24BA9AAB-AA03-157A-8DC7-FB3AAE70AD1F}" dt="2024-07-24T20:44:51.361" v="10" actId="20577"/>
        <pc:sldMkLst>
          <pc:docMk/>
          <pc:sldMk cId="2869556707" sldId="2076137719"/>
        </pc:sldMkLst>
        <pc:spChg chg="mod">
          <ac:chgData name="Alejandra Bravo Garcia" userId="S::alejandra.bravo@ipss.cl::4cf5125d-f567-4a98-9bb5-4ea9ae908f01" providerId="AD" clId="Web-{24BA9AAB-AA03-157A-8DC7-FB3AAE70AD1F}" dt="2024-07-24T20:44:51.361" v="10" actId="20577"/>
          <ac:spMkLst>
            <pc:docMk/>
            <pc:sldMk cId="2869556707" sldId="2076137719"/>
            <ac:spMk id="7" creationId="{BC28F638-7AE5-2D6B-8A0B-D6FCECADB96D}"/>
          </ac:spMkLst>
        </pc:spChg>
      </pc:sldChg>
      <pc:sldChg chg="modSp">
        <pc:chgData name="Alejandra Bravo Garcia" userId="S::alejandra.bravo@ipss.cl::4cf5125d-f567-4a98-9bb5-4ea9ae908f01" providerId="AD" clId="Web-{24BA9AAB-AA03-157A-8DC7-FB3AAE70AD1F}" dt="2024-07-24T20:45:30.721" v="13" actId="20577"/>
        <pc:sldMkLst>
          <pc:docMk/>
          <pc:sldMk cId="3765372901" sldId="2076137722"/>
        </pc:sldMkLst>
        <pc:spChg chg="mod">
          <ac:chgData name="Alejandra Bravo Garcia" userId="S::alejandra.bravo@ipss.cl::4cf5125d-f567-4a98-9bb5-4ea9ae908f01" providerId="AD" clId="Web-{24BA9AAB-AA03-157A-8DC7-FB3AAE70AD1F}" dt="2024-07-24T20:45:30.721" v="13" actId="20577"/>
          <ac:spMkLst>
            <pc:docMk/>
            <pc:sldMk cId="3765372901" sldId="2076137722"/>
            <ac:spMk id="7" creationId="{BC28F638-7AE5-2D6B-8A0B-D6FCECADB96D}"/>
          </ac:spMkLst>
        </pc:spChg>
      </pc:sldChg>
      <pc:sldChg chg="modSp">
        <pc:chgData name="Alejandra Bravo Garcia" userId="S::alejandra.bravo@ipss.cl::4cf5125d-f567-4a98-9bb5-4ea9ae908f01" providerId="AD" clId="Web-{24BA9AAB-AA03-157A-8DC7-FB3AAE70AD1F}" dt="2024-07-24T20:44:38.954" v="8" actId="20577"/>
        <pc:sldMkLst>
          <pc:docMk/>
          <pc:sldMk cId="3301203654" sldId="2076137727"/>
        </pc:sldMkLst>
        <pc:spChg chg="mod">
          <ac:chgData name="Alejandra Bravo Garcia" userId="S::alejandra.bravo@ipss.cl::4cf5125d-f567-4a98-9bb5-4ea9ae908f01" providerId="AD" clId="Web-{24BA9AAB-AA03-157A-8DC7-FB3AAE70AD1F}" dt="2024-07-24T20:44:17.860" v="4" actId="20577"/>
          <ac:spMkLst>
            <pc:docMk/>
            <pc:sldMk cId="3301203654" sldId="2076137727"/>
            <ac:spMk id="4" creationId="{989F3E90-4C06-2C14-515C-CBDD9872BE08}"/>
          </ac:spMkLst>
        </pc:spChg>
        <pc:spChg chg="mod">
          <ac:chgData name="Alejandra Bravo Garcia" userId="S::alejandra.bravo@ipss.cl::4cf5125d-f567-4a98-9bb5-4ea9ae908f01" providerId="AD" clId="Web-{24BA9AAB-AA03-157A-8DC7-FB3AAE70AD1F}" dt="2024-07-24T20:44:38.954" v="8" actId="20577"/>
          <ac:spMkLst>
            <pc:docMk/>
            <pc:sldMk cId="3301203654" sldId="2076137727"/>
            <ac:spMk id="5" creationId="{7B2632AB-0ACC-59EA-3FDC-68044C7067A9}"/>
          </ac:spMkLst>
        </pc:spChg>
      </pc:sld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pChg chg="mod">
          <ac:chgData name="Alvaro Gajardo Rozas" userId="S::agajardo@ciisa.cl::b3fbea3f-f2a8-486d-aa1c-9a9bc80c7b05" providerId="AD" clId="Web-{81A78B22-6EB1-4333-B29B-3AA70FB3DE9C}" dt="2023-08-17T18:58:22.310" v="1" actId="20577"/>
          <ac:spMkLst>
            <pc:docMk/>
            <pc:sldMk cId="1136515697" sldId="2076137702"/>
            <ac:spMk id="2" creationId="{25376074-10EA-2E38-7734-116EE817E5ED}"/>
          </ac:spMkLst>
        </pc:spChg>
      </pc:sldChg>
    </pc:docChg>
  </pc:docChgLst>
  <pc:docChgLst>
    <pc:chgData name="Carolina Lastra Avendaño" userId="S::clastra@ciisa.cl::81d2f08a-669f-4504-b713-9505f7f274c4" providerId="AD" clId="Web-{E63188BA-E8F9-9A81-EE7E-04E7F9755138}"/>
    <pc:docChg chg="modSld">
      <pc:chgData name="Carolina Lastra Avendaño" userId="S::clastra@ciisa.cl::81d2f08a-669f-4504-b713-9505f7f274c4" providerId="AD" clId="Web-{E63188BA-E8F9-9A81-EE7E-04E7F9755138}" dt="2024-05-15T12:51:37.594" v="1"/>
      <pc:docMkLst>
        <pc:docMk/>
      </pc:docMkLst>
      <pc:sldChg chg="mod setBg">
        <pc:chgData name="Carolina Lastra Avendaño" userId="S::clastra@ciisa.cl::81d2f08a-669f-4504-b713-9505f7f274c4" providerId="AD" clId="Web-{E63188BA-E8F9-9A81-EE7E-04E7F9755138}" dt="2024-05-15T12:51:37.594" v="1"/>
        <pc:sldMkLst>
          <pc:docMk/>
          <pc:sldMk cId="3631252662" sldId="2076137712"/>
        </pc:sldMkLst>
      </pc:sldChg>
    </pc:docChg>
  </pc:docChgLst>
</pc:chgInfo>
</file>

<file path=ppt/comments/modernComment_7BBF58EA_8AC79265.xml><?xml version="1.0" encoding="utf-8"?>
<p188:cmLst xmlns:a="http://schemas.openxmlformats.org/drawingml/2006/main" xmlns:r="http://schemas.openxmlformats.org/officeDocument/2006/relationships" xmlns:p188="http://schemas.microsoft.com/office/powerpoint/2018/8/main">
  <p188:cm id="{84263B4C-CCB3-41C4-AE97-EC1638A00CC0}" authorId="{DFC5AA2A-7322-24C3-9B68-AD7395C41981}" created="2024-02-05T19:06:45.962">
    <ac:deMkLst xmlns:ac="http://schemas.microsoft.com/office/drawing/2013/main/command">
      <pc:docMk xmlns:pc="http://schemas.microsoft.com/office/powerpoint/2013/main/command"/>
      <pc:sldMk xmlns:pc="http://schemas.microsoft.com/office/powerpoint/2013/main/command" cId="2328334949" sldId="2076137706"/>
      <ac:spMk id="3" creationId="{E13EDA60-EA13-DE58-247C-0BA1927DF33E}"/>
    </ac:deMkLst>
    <p188:txBody>
      <a:bodyPr/>
      <a:lstStyle/>
      <a:p>
        <a:r>
          <a:rPr lang="es-ES"/>
          <a:t>Profesor, profesora, les dejamos un material sobre los diagramas, sus tipos y cómo elegir el que más se adecue a lo que pretende mostrar:
https://es.venngage.com/blog/tipos-de-diagramas/</a:t>
        </a:r>
      </a:p>
    </p188:txBody>
  </p188:cm>
  <p188:cm id="{5AA265B2-66B8-405E-92E9-1BA880B619ED}" authorId="{564DFE0A-DF80-3E30-C204-25B1D5565698}" created="2024-06-18T07:55:51.686" startDate="2024-06-18T07:55:51.686" dueDate="2024-06-18T07:55:51.686" assignedTo="{ED6C565C-96F3-95F4-3EAF-1F06D7DCD0EB}" title="@Jorge Alejandro Bravo Pizarro ">
    <ac:txMkLst xmlns:ac="http://schemas.microsoft.com/office/drawing/2013/main/command">
      <pc:docMk xmlns:pc="http://schemas.microsoft.com/office/powerpoint/2013/main/command"/>
      <pc:sldMk xmlns:pc="http://schemas.microsoft.com/office/powerpoint/2013/main/command" cId="2328334949" sldId="2076137706"/>
      <ac:spMk id="2" creationId="{B6EFDCBE-E499-3103-92A5-28F5D6427A64}"/>
      <ac:txMk cp="0" len="6">
        <ac:context len="7" hash="1598863229"/>
      </ac:txMk>
    </ac:txMkLst>
    <p188:pos x="5993282" y="273277"/>
    <p188:replyLst>
      <p188:reply id="{C89A4786-E1D7-4F05-AA5D-4F3BCE6B980B}" authorId="{564DFE0A-DF80-3E30-C204-25B1D5565698}" created="2024-06-18T07:57:11.222">
        <p188:txBody>
          <a:bodyPr/>
          <a:lstStyle/>
          <a:p>
            <a:r>
              <a:rPr lang="es-CL"/>
              <a:t>Profesor, favor desarrollar este recurso. Esta es la PPT de clase sincrónica. Faltó elaborar.
SI tiene dudas, hay un vídeo explicativo y un ejemplo del mismo en esta misma carpeta.
Muchas gracias.</a:t>
            </a:r>
          </a:p>
        </p188:txBody>
      </p188:reply>
    </p188:replyLst>
    <p188:txBody>
      <a:bodyPr/>
      <a:lstStyle/>
      <a:p>
        <a:r>
          <a:rPr lang="es-CL"/>
          <a:t>[@Jorge Alejandro Bravo Pizarro] </a:t>
        </a:r>
      </a:p>
    </p188:txBody>
    <p188:extLst>
      <p:ext xmlns:p="http://schemas.openxmlformats.org/presentationml/2006/main" uri="{5BB2D875-25FF-4072-B9AC-8F64D62656EB}">
        <p228:taskDetails xmlns:p228="http://schemas.microsoft.com/office/powerpoint/2022/08/main">
          <p228:history>
            <p228:event time="2024-06-18T07:55:51.686" id="{0BD0FBF8-70B3-449B-962D-DDE8E9B94003}">
              <p228:atrbtn authorId="{564DFE0A-DF80-3E30-C204-25B1D5565698}"/>
              <p228:anchr>
                <p228:comment id="{5AA265B2-66B8-405E-92E9-1BA880B619ED}"/>
              </p228:anchr>
              <p228:add/>
            </p228:event>
            <p228:event time="2024-06-18T07:55:51.686" id="{B0F565C8-20E0-449C-8F00-B944D37A2000}">
              <p228:atrbtn authorId="{564DFE0A-DF80-3E30-C204-25B1D5565698}"/>
              <p228:anchr>
                <p228:comment id="{5AA265B2-66B8-405E-92E9-1BA880B619ED}"/>
              </p228:anchr>
              <p228:asgn authorId="{ED6C565C-96F3-95F4-3EAF-1F06D7DCD0EB}"/>
            </p228:event>
            <p228:event time="2024-06-18T07:55:51.686" id="{EBB01B31-CBCC-4BEF-AB26-CB3934E67B07}">
              <p228:atrbtn authorId="{564DFE0A-DF80-3E30-C204-25B1D5565698}"/>
              <p228:anchr>
                <p228:comment id="{5AA265B2-66B8-405E-92E9-1BA880B619ED}"/>
              </p228:anchr>
              <p228:title val="@Jorge Alejandro Bravo Pizarro "/>
            </p228:event>
            <p228:event time="2024-06-18T07:55:51.686" id="{DD9DF87C-3FC8-4BBC-B3AF-1B2D506FC20F}">
              <p228:atrbtn authorId="{564DFE0A-DF80-3E30-C204-25B1D5565698}"/>
              <p228:anchr>
                <p228:comment id="{5AA265B2-66B8-405E-92E9-1BA880B619ED}"/>
              </p228:anchr>
              <p228:date stDt="2024-06-18T07:55:51.686" endDt="2024-06-18T07:55:51.686"/>
            </p228:event>
          </p228:history>
        </p228:taskDetails>
      </p:ext>
    </p188:extLst>
  </p188:cm>
</p188:cmLst>
</file>

<file path=ppt/comments/modernComment_7BBF58EB_DEB57F9E.xml><?xml version="1.0" encoding="utf-8"?>
<p188:cmLst xmlns:a="http://schemas.openxmlformats.org/drawingml/2006/main" xmlns:r="http://schemas.openxmlformats.org/officeDocument/2006/relationships" xmlns:p188="http://schemas.microsoft.com/office/powerpoint/2018/8/main">
  <p188:cm id="{326E5C59-F1E7-4AFE-B099-07E8A2F25533}" authorId="{56A303EC-24C9-A366-E7A3-68AFB5B8C733}" created="2024-01-23T18:07:18.007">
    <pc:sldMkLst xmlns:pc="http://schemas.microsoft.com/office/powerpoint/2013/main/command">
      <pc:docMk/>
      <pc:sldMk cId="3736436638" sldId="2076137707"/>
    </pc:sldMkLst>
    <p188:txBody>
      <a:bodyPr/>
      <a:lstStyle/>
      <a:p>
        <a:r>
          <a:rPr lang="es-ES"/>
          <a:t>Dejar solo lo que corresponde al elemento elegido.</a:t>
        </a:r>
      </a:p>
    </p188:txBody>
  </p188:cm>
</p188:cmLst>
</file>

<file path=ppt/comments/modernComment_7BBF58F0_D87084B6.xml><?xml version="1.0" encoding="utf-8"?>
<p188:cmLst xmlns:a="http://schemas.openxmlformats.org/drawingml/2006/main" xmlns:r="http://schemas.openxmlformats.org/officeDocument/2006/relationships" xmlns:p188="http://schemas.microsoft.com/office/powerpoint/2018/8/main">
  <p188:cm id="{D7D08D38-9E41-4BBB-B023-2528C2B3ECD2}" authorId="{56A303EC-24C9-A366-E7A3-68AFB5B8C733}" created="2024-01-23T16:50:15.156">
    <pc:sldMkLst xmlns:pc="http://schemas.microsoft.com/office/powerpoint/2013/main/command">
      <pc:docMk/>
      <pc:sldMk cId="3631252662" sldId="2076137712"/>
    </pc:sldMkLst>
    <p188:txBody>
      <a:bodyPr/>
      <a:lstStyle/>
      <a:p>
        <a:r>
          <a:rPr lang="es-ES"/>
          <a:t>Debe insertar o crear mapa conceptual de la unidad, que ayude a los estudiantes en la navegación del apunte y le permita visualizar los contenidos centrales y como se relacionan.
Le dejamos un enlace donde puede crear lo que necesita:
https://app.genial.ly/teams/656771456f68e60014fb24bf/spaces/656f68f98a13490014921d4c/templates/all?search=mapas+mentales
</a:t>
        </a:r>
      </a:p>
    </p188:txBody>
  </p188:cm>
</p188:cmLst>
</file>

<file path=ppt/comments/modernComment_7BBF58F3_C5317291.xml><?xml version="1.0" encoding="utf-8"?>
<p188:cmLst xmlns:a="http://schemas.openxmlformats.org/drawingml/2006/main" xmlns:r="http://schemas.openxmlformats.org/officeDocument/2006/relationships" xmlns:p188="http://schemas.microsoft.com/office/powerpoint/2018/8/main">
  <p188:cm id="{E22FC1A5-F160-4DFB-B400-E8CBE696AF51}" authorId="{56A303EC-24C9-A366-E7A3-68AFB5B8C733}" created="2024-01-23T18:03:50.485">
    <pc:sldMkLst xmlns:pc="http://schemas.microsoft.com/office/powerpoint/2013/main/command">
      <pc:docMk/>
      <pc:sldMk cId="3308352145" sldId="2076137715"/>
    </pc:sldMkLst>
    <p188:txBody>
      <a:bodyPr/>
      <a:lstStyle/>
      <a:p>
        <a:r>
          <a:rPr lang="es-ES"/>
          <a:t>Copiar y pegar las preguntas de apunte activador del aprendizaje. El objetivo es que se pueda guiar a los y las estudiantes para reforzar el aprendizaje de contenidos, el desarrollo de habilidades y las respuestas correctas para explicar aquello donde exista confusión o dudas.</a:t>
        </a:r>
      </a:p>
    </p188:txBody>
  </p188:cm>
  <p188:cm id="{4BAB6D04-41AC-4F9A-B947-8BFC2771B8C9}" authorId="{DFC5AA2A-7322-24C3-9B68-AD7395C41981}" created="2024-02-05T19:00:17.464">
    <ac:txMkLst xmlns:ac="http://schemas.microsoft.com/office/drawing/2013/main/command">
      <pc:docMk xmlns:pc="http://schemas.microsoft.com/office/powerpoint/2013/main/command"/>
      <pc:sldMk xmlns:pc="http://schemas.microsoft.com/office/powerpoint/2013/main/command" cId="3308352145" sldId="2076137715"/>
      <ac:spMk id="3" creationId="{0622F953-4E77-98FF-5569-BBF9A0424ADD}"/>
      <ac:txMk cp="0" len="80">
        <ac:context len="81" hash="2450714488"/>
      </ac:txMk>
    </ac:txMkLst>
    <p188:pos x="7609267" y="257577"/>
    <p188:txBody>
      <a:bodyPr/>
      <a:lstStyle/>
      <a:p>
        <a:r>
          <a:rPr lang="es-ES"/>
          <a:t>Puede seleccionar las más importantes o aquellas que apunten a logros de mayor nivel de exigencia.</a:t>
        </a:r>
      </a:p>
    </p188:txBody>
  </p188:cm>
</p188:cmLst>
</file>

<file path=ppt/comments/modernComment_7BBF58F7_AB09F5E3.xml><?xml version="1.0" encoding="utf-8"?>
<p188:cmLst xmlns:a="http://schemas.openxmlformats.org/drawingml/2006/main" xmlns:r="http://schemas.openxmlformats.org/officeDocument/2006/relationships" xmlns:p188="http://schemas.microsoft.com/office/powerpoint/2018/8/main">
  <p188:cm id="{12DF777B-AE67-4416-93D4-91A88AC0D256}" authorId="{56A303EC-24C9-A366-E7A3-68AFB5B8C733}" created="2024-01-23T18:03:59.516">
    <ac:txMkLst xmlns:ac="http://schemas.microsoft.com/office/drawing/2013/main/command">
      <pc:docMk xmlns:pc="http://schemas.microsoft.com/office/powerpoint/2013/main/command"/>
      <pc:sldMk xmlns:pc="http://schemas.microsoft.com/office/powerpoint/2013/main/command" cId="2869556707" sldId="2076137719"/>
      <ac:spMk id="3" creationId="{0622F953-4E77-98FF-5569-BBF9A0424ADD}"/>
      <ac:txMk cp="2" len="215">
        <ac:context len="218" hash="433048718"/>
      </ac:txMk>
    </ac:txMkLst>
    <p188:pos x="10589342" y="398207"/>
    <p188:txBody>
      <a:bodyPr/>
      <a:lstStyle/>
      <a:p>
        <a:r>
          <a:rPr lang="es-ES"/>
          <a:t>Copiar y pegar las preguntas del foro. El objetivo es que se pueda guiar a los y las estudiantes para reforzar la dirección que se espera dar a las reflexiones, invitarlos a comentar las de los compañeros y así generar colaboración y repaso de lo central a modo de preparación para la actividad sumativa.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21-04-2025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76F38C6D-1E16-459A-B4A2-B354227B25CE}" type="slidenum">
              <a:rPr lang="es-CL" smtClean="0"/>
              <a:t>10</a:t>
            </a:fld>
            <a:endParaRPr lang="es-CL"/>
          </a:p>
        </p:txBody>
      </p:sp>
    </p:spTree>
    <p:extLst>
      <p:ext uri="{BB962C8B-B14F-4D97-AF65-F5344CB8AC3E}">
        <p14:creationId xmlns:p14="http://schemas.microsoft.com/office/powerpoint/2010/main" val="4268821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BBF58EA_8AC7926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BBF58F0_D87084B6.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microsoft.com/office/2018/10/relationships/comments" Target="../comments/modernComment_7BBF58F3_C531729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7BBF58F7_AB09F5E3.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BBF58EB_DEB57F9E.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612412" y="3515722"/>
            <a:ext cx="11327339" cy="551781"/>
          </a:xfrm>
        </p:spPr>
        <p:txBody>
          <a:bodyPr>
            <a:normAutofit fontScale="90000"/>
          </a:bodyPr>
          <a:lstStyle/>
          <a:p>
            <a:r>
              <a:rPr lang="es-MX" dirty="0">
                <a:latin typeface="Gotham"/>
              </a:rPr>
              <a:t>Planificación y Selección de Pruebas en el Desarrollo de Software </a:t>
            </a:r>
            <a:endParaRPr lang="es-MX"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707486" y="4170850"/>
            <a:ext cx="5113194" cy="635654"/>
          </a:xfrm>
        </p:spPr>
        <p:txBody>
          <a:bodyPr vert="horz" lIns="0" tIns="45720" rIns="0" bIns="45720" rtlCol="0" anchor="t">
            <a:noAutofit/>
          </a:bodyPr>
          <a:lstStyle/>
          <a:p>
            <a:r>
              <a:rPr lang="es-MX">
                <a:latin typeface="Gotham"/>
              </a:rPr>
              <a:t>Sesión sincrónica </a:t>
            </a:r>
          </a:p>
        </p:txBody>
      </p:sp>
    </p:spTree>
    <p:extLst>
      <p:ext uri="{BB962C8B-B14F-4D97-AF65-F5344CB8AC3E}">
        <p14:creationId xmlns:p14="http://schemas.microsoft.com/office/powerpoint/2010/main" val="3167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p:txBody>
          <a:bodyPr/>
          <a:lstStyle/>
          <a:p>
            <a:r>
              <a:rPr lang="es-ES">
                <a:latin typeface="Gotham"/>
              </a:rPr>
              <a:t>ÍNDICE</a:t>
            </a:r>
            <a:endParaRPr lang="es-ES"/>
          </a:p>
        </p:txBody>
      </p:sp>
      <p:sp>
        <p:nvSpPr>
          <p:cNvPr id="3" name="CuadroTexto 2">
            <a:extLst>
              <a:ext uri="{FF2B5EF4-FFF2-40B4-BE49-F238E27FC236}">
                <a16:creationId xmlns:a16="http://schemas.microsoft.com/office/drawing/2014/main" id="{E13EDA60-EA13-DE58-247C-0BA1927DF33E}"/>
              </a:ext>
            </a:extLst>
          </p:cNvPr>
          <p:cNvSpPr txBox="1"/>
          <p:nvPr/>
        </p:nvSpPr>
        <p:spPr>
          <a:xfrm>
            <a:off x="3906982" y="1877961"/>
            <a:ext cx="7499927" cy="3139321"/>
          </a:xfrm>
          <a:prstGeom prst="rect">
            <a:avLst/>
          </a:prstGeom>
          <a:solidFill>
            <a:schemeClr val="bg1"/>
          </a:solidFill>
        </p:spPr>
        <p:txBody>
          <a:bodyPr wrap="square" lIns="91440" tIns="45720" rIns="91440" bIns="45720" rtlCol="0" anchor="t">
            <a:spAutoFit/>
          </a:bodyPr>
          <a:lstStyle/>
          <a:p>
            <a:pPr marL="285750" indent="-285750">
              <a:buFont typeface="Arial" panose="020B0604020202020204" pitchFamily="34" charset="0"/>
              <a:buChar char="•"/>
            </a:pPr>
            <a:r>
              <a:rPr lang="es-MX">
                <a:solidFill>
                  <a:srgbClr val="102B42"/>
                </a:solidFill>
              </a:rPr>
              <a:t>Tema 1: </a:t>
            </a:r>
            <a:r>
              <a:rPr lang="es-MX" b="1">
                <a:solidFill>
                  <a:srgbClr val="102B42"/>
                </a:solidFill>
                <a:latin typeface="Calibri"/>
                <a:ea typeface="Calibri"/>
                <a:cs typeface="Calibri"/>
              </a:rPr>
              <a:t>mapa conceptual / esquema / diagrama </a:t>
            </a:r>
            <a:r>
              <a:rPr lang="es-MX">
                <a:solidFill>
                  <a:srgbClr val="102B42"/>
                </a:solidFill>
                <a:latin typeface="Calibri"/>
                <a:ea typeface="Calibri"/>
                <a:cs typeface="Calibri"/>
              </a:rPr>
              <a:t>resumen</a:t>
            </a:r>
            <a:endParaRPr lang="es-MX">
              <a:solidFill>
                <a:srgbClr val="102B42"/>
              </a:solidFill>
            </a:endParaRPr>
          </a:p>
          <a:p>
            <a:pPr marL="285750" indent="-285750">
              <a:buFont typeface="Arial" panose="020B0604020202020204" pitchFamily="34" charset="0"/>
              <a:buChar char="•"/>
            </a:pPr>
            <a:endParaRPr lang="es-MX">
              <a:solidFill>
                <a:srgbClr val="102B42"/>
              </a:solidFill>
            </a:endParaRPr>
          </a:p>
          <a:p>
            <a:pPr marL="285750" indent="-285750">
              <a:buFont typeface="Arial" panose="020B0604020202020204" pitchFamily="34" charset="0"/>
              <a:buChar char="•"/>
            </a:pPr>
            <a:r>
              <a:rPr lang="es-MX">
                <a:solidFill>
                  <a:srgbClr val="102B42"/>
                </a:solidFill>
              </a:rPr>
              <a:t>Tema 2: </a:t>
            </a:r>
            <a:r>
              <a:rPr lang="es-MX" sz="1800" b="1" i="0" u="none" strike="noStrike">
                <a:solidFill>
                  <a:srgbClr val="102B42"/>
                </a:solidFill>
                <a:effectLst/>
                <a:latin typeface="Calibri" panose="020F0502020204030204" pitchFamily="34" charset="0"/>
              </a:rPr>
              <a:t>retroalimentación</a:t>
            </a:r>
            <a:r>
              <a:rPr lang="es-MX" b="1">
                <a:solidFill>
                  <a:srgbClr val="102B42"/>
                </a:solidFill>
                <a:latin typeface="Calibri" panose="020F0502020204030204" pitchFamily="34" charset="0"/>
              </a:rPr>
              <a:t> preguntas del apunte</a:t>
            </a:r>
            <a:endParaRPr lang="es-MX">
              <a:solidFill>
                <a:srgbClr val="102B42"/>
              </a:solidFill>
            </a:endParaRPr>
          </a:p>
          <a:p>
            <a:endParaRPr lang="es-MX">
              <a:solidFill>
                <a:srgbClr val="496073"/>
              </a:solidFill>
            </a:endParaRPr>
          </a:p>
          <a:p>
            <a:pPr marL="285750" indent="-285750">
              <a:buFont typeface="Arial" panose="020B0604020202020204" pitchFamily="34" charset="0"/>
              <a:buChar char="•"/>
            </a:pPr>
            <a:r>
              <a:rPr lang="es-MX">
                <a:solidFill>
                  <a:srgbClr val="102B42"/>
                </a:solidFill>
              </a:rPr>
              <a:t>Tema 3: </a:t>
            </a:r>
            <a:r>
              <a:rPr lang="es-MX" sz="1800" b="1" i="0" u="none" strike="noStrike">
                <a:solidFill>
                  <a:srgbClr val="102B42"/>
                </a:solidFill>
                <a:effectLst/>
                <a:latin typeface="Calibri" panose="020F0502020204030204" pitchFamily="34" charset="0"/>
              </a:rPr>
              <a:t>retroalimentación preguntas del foro</a:t>
            </a:r>
            <a:endParaRPr lang="es-MX">
              <a:solidFill>
                <a:srgbClr val="102B42"/>
              </a:solidFill>
            </a:endParaRPr>
          </a:p>
          <a:p>
            <a:pPr marL="285750" indent="-285750">
              <a:buFont typeface="Arial" panose="020B0604020202020204" pitchFamily="34" charset="0"/>
              <a:buChar char="•"/>
            </a:pPr>
            <a:endParaRPr lang="es-MX">
              <a:solidFill>
                <a:srgbClr val="102B42"/>
              </a:solidFill>
            </a:endParaRPr>
          </a:p>
          <a:p>
            <a:pPr marL="285750" indent="-285750">
              <a:buFont typeface="Arial" panose="020B0604020202020204" pitchFamily="34" charset="0"/>
              <a:buChar char="•"/>
            </a:pPr>
            <a:r>
              <a:rPr lang="es-MX">
                <a:solidFill>
                  <a:srgbClr val="102B42"/>
                </a:solidFill>
              </a:rPr>
              <a:t>Tema 4: </a:t>
            </a:r>
            <a:r>
              <a:rPr lang="es-MX" b="1">
                <a:solidFill>
                  <a:srgbClr val="102B42"/>
                </a:solidFill>
                <a:latin typeface="Calibri" panose="020F0502020204030204" pitchFamily="34" charset="0"/>
              </a:rPr>
              <a:t>mini </a:t>
            </a:r>
            <a:r>
              <a:rPr lang="en-US" sz="1800" b="1" i="0" u="none" strike="noStrike" err="1">
                <a:solidFill>
                  <a:srgbClr val="102B42"/>
                </a:solidFill>
                <a:effectLst/>
                <a:latin typeface="Calibri" panose="020F0502020204030204" pitchFamily="34" charset="0"/>
              </a:rPr>
              <a:t>caso</a:t>
            </a:r>
            <a:r>
              <a:rPr lang="en-US" b="1">
                <a:solidFill>
                  <a:srgbClr val="102B42"/>
                </a:solidFill>
                <a:latin typeface="Calibri" panose="020F0502020204030204" pitchFamily="34" charset="0"/>
              </a:rPr>
              <a:t>/ mini </a:t>
            </a:r>
            <a:r>
              <a:rPr lang="en-US" b="1" err="1">
                <a:solidFill>
                  <a:srgbClr val="102B42"/>
                </a:solidFill>
                <a:latin typeface="Calibri" panose="020F0502020204030204" pitchFamily="34" charset="0"/>
              </a:rPr>
              <a:t>problema</a:t>
            </a:r>
            <a:r>
              <a:rPr lang="en-US" b="1">
                <a:solidFill>
                  <a:srgbClr val="102B42"/>
                </a:solidFill>
                <a:latin typeface="Calibri" panose="020F0502020204030204" pitchFamily="34" charset="0"/>
              </a:rPr>
              <a:t> </a:t>
            </a:r>
            <a:endParaRPr lang="en-US" sz="1800" b="0" i="0">
              <a:solidFill>
                <a:srgbClr val="102B42"/>
              </a:solidFill>
              <a:effectLst/>
              <a:latin typeface="Calibri" panose="020F0502020204030204" pitchFamily="34" charset="0"/>
            </a:endParaRPr>
          </a:p>
          <a:p>
            <a:pPr marL="285750" indent="-285750">
              <a:buFont typeface="Arial" panose="020B0604020202020204" pitchFamily="34" charset="0"/>
              <a:buChar char="•"/>
            </a:pPr>
            <a:endParaRPr lang="en-US">
              <a:solidFill>
                <a:srgbClr val="102B42"/>
              </a:solidFill>
              <a:latin typeface="Calibri" panose="020F0502020204030204" pitchFamily="34" charset="0"/>
            </a:endParaRPr>
          </a:p>
          <a:p>
            <a:pPr marL="285750" indent="-285750">
              <a:buFont typeface="Arial" panose="020B0604020202020204" pitchFamily="34" charset="0"/>
              <a:buChar char="•"/>
            </a:pPr>
            <a:r>
              <a:rPr lang="en-US">
                <a:solidFill>
                  <a:srgbClr val="102B42"/>
                </a:solidFill>
                <a:latin typeface="Calibri" panose="020F0502020204030204" pitchFamily="34" charset="0"/>
              </a:rPr>
              <a:t>Tema 5: </a:t>
            </a:r>
            <a:r>
              <a:rPr lang="en-US" sz="1800" b="1" i="0" u="none" strike="noStrike" err="1">
                <a:solidFill>
                  <a:srgbClr val="102B42"/>
                </a:solidFill>
                <a:effectLst/>
                <a:latin typeface="Calibri" panose="020F0502020204030204" pitchFamily="34" charset="0"/>
              </a:rPr>
              <a:t>Cierre</a:t>
            </a:r>
            <a:r>
              <a:rPr lang="en-US" sz="1800" b="1" i="0" u="none" strike="noStrike">
                <a:solidFill>
                  <a:srgbClr val="102B42"/>
                </a:solidFill>
                <a:effectLst/>
                <a:latin typeface="Calibri" panose="020F0502020204030204" pitchFamily="34" charset="0"/>
              </a:rPr>
              <a:t>: enlace </a:t>
            </a:r>
            <a:r>
              <a:rPr lang="en-US" sz="1800" b="1" i="0" u="none" strike="noStrike" err="1">
                <a:solidFill>
                  <a:srgbClr val="102B42"/>
                </a:solidFill>
                <a:effectLst/>
                <a:latin typeface="Calibri" panose="020F0502020204030204" pitchFamily="34" charset="0"/>
              </a:rPr>
              <a:t>autoevaluación</a:t>
            </a:r>
            <a:endParaRPr lang="en-US" sz="1800" b="0" i="0">
              <a:solidFill>
                <a:srgbClr val="102B42"/>
              </a:solidFill>
              <a:effectLst/>
              <a:latin typeface="Calibri" panose="020F0502020204030204" pitchFamily="34" charset="0"/>
            </a:endParaRPr>
          </a:p>
          <a:p>
            <a:pPr marL="285750" indent="-285750">
              <a:buFont typeface="Arial" panose="020B0604020202020204" pitchFamily="34" charset="0"/>
              <a:buChar char="•"/>
            </a:pPr>
            <a:endParaRPr lang="en-US">
              <a:solidFill>
                <a:srgbClr val="102B42"/>
              </a:solidFill>
              <a:latin typeface="Calibri" panose="020F0502020204030204" pitchFamily="34" charset="0"/>
            </a:endParaRPr>
          </a:p>
          <a:p>
            <a:pPr marL="285750" indent="-285750">
              <a:buFont typeface="Arial" panose="020B0604020202020204" pitchFamily="34" charset="0"/>
              <a:buChar char="•"/>
            </a:pPr>
            <a:endParaRPr lang="es-CL"/>
          </a:p>
        </p:txBody>
      </p:sp>
    </p:spTree>
    <p:extLst>
      <p:ext uri="{BB962C8B-B14F-4D97-AF65-F5344CB8AC3E}">
        <p14:creationId xmlns:p14="http://schemas.microsoft.com/office/powerpoint/2010/main" val="232833494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91256" y="324913"/>
            <a:ext cx="10113461" cy="602137"/>
          </a:xfrm>
        </p:spPr>
        <p:txBody>
          <a:bodyPr/>
          <a:lstStyle/>
          <a:p>
            <a:r>
              <a:rPr lang="es-ES">
                <a:solidFill>
                  <a:srgbClr val="00263E"/>
                </a:solidFill>
                <a:latin typeface="Gotham"/>
              </a:rPr>
              <a:t>Resumen unidad</a:t>
            </a:r>
          </a:p>
        </p:txBody>
      </p:sp>
      <p:pic>
        <p:nvPicPr>
          <p:cNvPr id="5" name="Imagen 4">
            <a:extLst>
              <a:ext uri="{FF2B5EF4-FFF2-40B4-BE49-F238E27FC236}">
                <a16:creationId xmlns:a16="http://schemas.microsoft.com/office/drawing/2014/main" id="{59D0DF1E-368B-779E-2174-F505B1975672}"/>
              </a:ext>
            </a:extLst>
          </p:cNvPr>
          <p:cNvPicPr>
            <a:picLocks noChangeAspect="1"/>
          </p:cNvPicPr>
          <p:nvPr/>
        </p:nvPicPr>
        <p:blipFill>
          <a:blip r:embed="rId3"/>
          <a:stretch>
            <a:fillRect/>
          </a:stretch>
        </p:blipFill>
        <p:spPr>
          <a:xfrm>
            <a:off x="641984" y="1327374"/>
            <a:ext cx="10639903" cy="4349525"/>
          </a:xfrm>
          <a:prstGeom prst="rect">
            <a:avLst/>
          </a:prstGeom>
        </p:spPr>
      </p:pic>
    </p:spTree>
    <p:extLst>
      <p:ext uri="{BB962C8B-B14F-4D97-AF65-F5344CB8AC3E}">
        <p14:creationId xmlns:p14="http://schemas.microsoft.com/office/powerpoint/2010/main" val="363125266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91256" y="324913"/>
            <a:ext cx="10113461" cy="602137"/>
          </a:xfrm>
        </p:spPr>
        <p:txBody>
          <a:bodyPr/>
          <a:lstStyle/>
          <a:p>
            <a:r>
              <a:rPr lang="es-ES">
                <a:solidFill>
                  <a:srgbClr val="00263E"/>
                </a:solidFill>
                <a:latin typeface="Gotham"/>
              </a:rPr>
              <a:t>Resumen unidad</a:t>
            </a:r>
          </a:p>
        </p:txBody>
      </p:sp>
      <p:pic>
        <p:nvPicPr>
          <p:cNvPr id="3" name="Imagen 2">
            <a:extLst>
              <a:ext uri="{FF2B5EF4-FFF2-40B4-BE49-F238E27FC236}">
                <a16:creationId xmlns:a16="http://schemas.microsoft.com/office/drawing/2014/main" id="{8444A187-CFB7-4D1E-75C7-88A4457C2CE8}"/>
              </a:ext>
            </a:extLst>
          </p:cNvPr>
          <p:cNvPicPr>
            <a:picLocks noChangeAspect="1"/>
          </p:cNvPicPr>
          <p:nvPr/>
        </p:nvPicPr>
        <p:blipFill>
          <a:blip r:embed="rId2"/>
          <a:stretch>
            <a:fillRect/>
          </a:stretch>
        </p:blipFill>
        <p:spPr>
          <a:xfrm>
            <a:off x="2364826" y="1019503"/>
            <a:ext cx="6695091" cy="5402318"/>
          </a:xfrm>
          <a:prstGeom prst="rect">
            <a:avLst/>
          </a:prstGeom>
        </p:spPr>
      </p:pic>
    </p:spTree>
    <p:extLst>
      <p:ext uri="{BB962C8B-B14F-4D97-AF65-F5344CB8AC3E}">
        <p14:creationId xmlns:p14="http://schemas.microsoft.com/office/powerpoint/2010/main" val="4292614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91256" y="324913"/>
            <a:ext cx="10113461" cy="602137"/>
          </a:xfrm>
        </p:spPr>
        <p:txBody>
          <a:bodyPr/>
          <a:lstStyle/>
          <a:p>
            <a:r>
              <a:rPr lang="es-ES">
                <a:solidFill>
                  <a:srgbClr val="00263E"/>
                </a:solidFill>
                <a:latin typeface="Gotham"/>
              </a:rPr>
              <a:t>Resumen unidad</a:t>
            </a:r>
          </a:p>
        </p:txBody>
      </p:sp>
      <p:pic>
        <p:nvPicPr>
          <p:cNvPr id="4" name="Imagen 3">
            <a:extLst>
              <a:ext uri="{FF2B5EF4-FFF2-40B4-BE49-F238E27FC236}">
                <a16:creationId xmlns:a16="http://schemas.microsoft.com/office/drawing/2014/main" id="{022D2E18-F654-E8E7-D8ED-B94A9FD0F049}"/>
              </a:ext>
            </a:extLst>
          </p:cNvPr>
          <p:cNvPicPr>
            <a:picLocks noChangeAspect="1"/>
          </p:cNvPicPr>
          <p:nvPr/>
        </p:nvPicPr>
        <p:blipFill>
          <a:blip r:embed="rId2"/>
          <a:stretch>
            <a:fillRect/>
          </a:stretch>
        </p:blipFill>
        <p:spPr>
          <a:xfrm>
            <a:off x="664780" y="1999981"/>
            <a:ext cx="10282852" cy="3391825"/>
          </a:xfrm>
          <a:prstGeom prst="rect">
            <a:avLst/>
          </a:prstGeom>
        </p:spPr>
      </p:pic>
    </p:spTree>
    <p:extLst>
      <p:ext uri="{BB962C8B-B14F-4D97-AF65-F5344CB8AC3E}">
        <p14:creationId xmlns:p14="http://schemas.microsoft.com/office/powerpoint/2010/main" val="3946205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052619" y="2843772"/>
            <a:ext cx="7795490" cy="1744716"/>
          </a:xfrm>
        </p:spPr>
        <p:txBody>
          <a:bodyPr/>
          <a:lstStyle/>
          <a:p>
            <a:r>
              <a:rPr lang="es-MX"/>
              <a:t>Fase de retroalimentación</a:t>
            </a:r>
          </a:p>
        </p:txBody>
      </p:sp>
    </p:spTree>
    <p:extLst>
      <p:ext uri="{BB962C8B-B14F-4D97-AF65-F5344CB8AC3E}">
        <p14:creationId xmlns:p14="http://schemas.microsoft.com/office/powerpoint/2010/main" val="82932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312506" y="1077429"/>
            <a:ext cx="11135032" cy="369332"/>
          </a:xfrm>
          <a:prstGeom prst="rect">
            <a:avLst/>
          </a:prstGeom>
          <a:noFill/>
        </p:spPr>
        <p:txBody>
          <a:bodyPr wrap="square" lIns="91440" tIns="45720" rIns="91440" bIns="45720" rtlCol="0" anchor="t">
            <a:spAutoFit/>
          </a:bodyPr>
          <a:lstStyle/>
          <a:p>
            <a:r>
              <a:rPr lang="es-ES" dirty="0"/>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312506" y="1608183"/>
            <a:ext cx="11135032" cy="4770537"/>
          </a:xfrm>
          <a:prstGeom prst="rect">
            <a:avLst/>
          </a:prstGeom>
          <a:noFill/>
        </p:spPr>
        <p:txBody>
          <a:bodyPr wrap="square" lIns="91440" tIns="45720" rIns="91440" bIns="45720" rtlCol="0" anchor="t">
            <a:spAutoFit/>
          </a:bodyPr>
          <a:lstStyle/>
          <a:p>
            <a:pPr algn="just"/>
            <a:r>
              <a:rPr lang="es-CL" sz="1600" b="1" dirty="0">
                <a:solidFill>
                  <a:srgbClr val="0E0E0E"/>
                </a:solidFill>
                <a:effectLst/>
                <a:latin typeface=".SF NS"/>
              </a:rPr>
              <a:t>¿Cuál es la función principal de la matriz de pruebas en el desarrollo de software?</a:t>
            </a:r>
            <a:endParaRPr lang="es-CL" sz="1600" dirty="0">
              <a:solidFill>
                <a:srgbClr val="0E0E0E"/>
              </a:solidFill>
              <a:effectLst/>
              <a:latin typeface=".SF NS"/>
            </a:endParaRPr>
          </a:p>
          <a:p>
            <a:pPr algn="just"/>
            <a:r>
              <a:rPr lang="es-CL" sz="1600" dirty="0">
                <a:solidFill>
                  <a:srgbClr val="0E0E0E"/>
                </a:solidFill>
                <a:effectLst/>
                <a:latin typeface=".SF NS"/>
              </a:rPr>
              <a:t>La función principal de la matriz de pruebas en el desarrollo de software es proporcionar una herramienta estructurada para planificar, organizar y realizar un seguimiento de las pruebas. Esta matriz ayuda a garantizar que todas las funcionalidades del software sean probadas de acuerdo con los requisitos definidos. Facilita la identificación de las pruebas que se deben realizar, los casos de prueba específicos, los resultados esperados y el estado de cada prueba. Además, asegura la cobertura completa de los requisitos y ayuda a identificar áreas que necesitan mayor atención o pruebas adicionales.</a:t>
            </a:r>
          </a:p>
          <a:p>
            <a:pPr algn="just"/>
            <a:r>
              <a:rPr lang="es-CL" sz="1600" b="1" dirty="0">
                <a:solidFill>
                  <a:srgbClr val="0E0E0E"/>
                </a:solidFill>
                <a:effectLst/>
                <a:latin typeface=".SF NS"/>
              </a:rPr>
              <a:t>¿Qué implica la identificación de requisitos en la creación de una matriz de pruebas?</a:t>
            </a:r>
            <a:endParaRPr lang="es-CL" sz="1600" dirty="0">
              <a:solidFill>
                <a:srgbClr val="0E0E0E"/>
              </a:solidFill>
              <a:effectLst/>
              <a:latin typeface=".SF NS"/>
            </a:endParaRPr>
          </a:p>
          <a:p>
            <a:pPr algn="just"/>
            <a:r>
              <a:rPr lang="es-CL" sz="1600" dirty="0">
                <a:solidFill>
                  <a:srgbClr val="0E0E0E"/>
                </a:solidFill>
                <a:effectLst/>
                <a:latin typeface=".SF NS"/>
              </a:rPr>
              <a:t>La identificación de requisitos en la creación de una matriz de pruebas implica el proceso de recopilar, analizar y documentar los requisitos funcionales y no funcionales del software. Estos requisitos son esenciales para diseñar casos de prueba que aseguren que el software cumple con las expectativas y necesidades del usuario final. Implica definir claramente qué debe hacer el software (requisitos funcionales) y cómo debe comportarse (requisitos no funcionales). Esto proporciona una base sólida para la creación de una matriz de pruebas detallada y exhaustiva, asegurando que todos los aspectos críticos del software sean evaluados adecuadamente.</a:t>
            </a:r>
          </a:p>
          <a:p>
            <a:pPr algn="just"/>
            <a:r>
              <a:rPr lang="es-CL" sz="1600" b="1" dirty="0">
                <a:solidFill>
                  <a:srgbClr val="0E0E0E"/>
                </a:solidFill>
                <a:effectLst/>
                <a:latin typeface=".SF NS"/>
              </a:rPr>
              <a:t>Menciona un ejemplo de un requisito no funcional que podría incluirse en la verificación de requisitos.</a:t>
            </a:r>
            <a:endParaRPr lang="es-CL" sz="1600" dirty="0">
              <a:solidFill>
                <a:srgbClr val="0E0E0E"/>
              </a:solidFill>
              <a:effectLst/>
              <a:latin typeface=".SF NS"/>
            </a:endParaRPr>
          </a:p>
          <a:p>
            <a:pPr algn="just"/>
            <a:r>
              <a:rPr lang="es-CL" sz="1600" dirty="0">
                <a:solidFill>
                  <a:srgbClr val="0E0E0E"/>
                </a:solidFill>
                <a:effectLst/>
                <a:latin typeface=".SF NS"/>
              </a:rPr>
              <a:t>Un ejemplo de un requisito no funcional que podría incluirse en la verificación de requisitos es el </a:t>
            </a:r>
            <a:r>
              <a:rPr lang="es-CL" sz="1600" b="1" dirty="0">
                <a:solidFill>
                  <a:srgbClr val="0E0E0E"/>
                </a:solidFill>
                <a:effectLst/>
                <a:latin typeface=".SF NS"/>
              </a:rPr>
              <a:t>rendimiento del sistema</a:t>
            </a:r>
            <a:r>
              <a:rPr lang="es-CL" sz="1600" dirty="0">
                <a:solidFill>
                  <a:srgbClr val="0E0E0E"/>
                </a:solidFill>
                <a:effectLst/>
                <a:latin typeface=".SF NS"/>
              </a:rPr>
              <a:t>. Este requisito podría especificar que el software debe ser capaz de manejar al menos 1000 transacciones por segundo sin degradar su rendimiento. Otro ejemplo podría ser la </a:t>
            </a:r>
            <a:r>
              <a:rPr lang="es-CL" sz="1600" b="1" dirty="0">
                <a:solidFill>
                  <a:srgbClr val="0E0E0E"/>
                </a:solidFill>
                <a:effectLst/>
                <a:latin typeface=".SF NS"/>
              </a:rPr>
              <a:t>seguridad</a:t>
            </a:r>
            <a:r>
              <a:rPr lang="es-CL" sz="1600" dirty="0">
                <a:solidFill>
                  <a:srgbClr val="0E0E0E"/>
                </a:solidFill>
                <a:effectLst/>
                <a:latin typeface=".SF NS"/>
              </a:rPr>
              <a:t>, donde se establece que el sistema debe cumplir con ciertos estándares de seguridad, como la encriptación de datos y la autenticación de usuarios, para proteger la información sensible del usuario.</a:t>
            </a:r>
          </a:p>
          <a:p>
            <a:pPr algn="just"/>
            <a:endParaRPr lang="es-CL" sz="1600" dirty="0">
              <a:solidFill>
                <a:srgbClr val="0E0E0E"/>
              </a:solidFill>
              <a:effectLst/>
              <a:latin typeface=".SF NS"/>
            </a:endParaRPr>
          </a:p>
        </p:txBody>
      </p:sp>
    </p:spTree>
    <p:extLst>
      <p:ext uri="{BB962C8B-B14F-4D97-AF65-F5344CB8AC3E}">
        <p14:creationId xmlns:p14="http://schemas.microsoft.com/office/powerpoint/2010/main" val="3308352145"/>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161385" y="1081548"/>
            <a:ext cx="11135032" cy="369332"/>
          </a:xfrm>
          <a:prstGeom prst="rect">
            <a:avLst/>
          </a:prstGeom>
          <a:noFill/>
        </p:spPr>
        <p:txBody>
          <a:bodyPr wrap="square" lIns="91440" tIns="45720" rIns="91440" bIns="45720" rtlCol="0" anchor="t">
            <a:spAutoFit/>
          </a:bodyPr>
          <a:lstStyle/>
          <a:p>
            <a:r>
              <a:rPr lang="es-ES" dirty="0"/>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161385" y="1616421"/>
            <a:ext cx="11135032" cy="4893647"/>
          </a:xfrm>
          <a:prstGeom prst="rect">
            <a:avLst/>
          </a:prstGeom>
          <a:noFill/>
        </p:spPr>
        <p:txBody>
          <a:bodyPr wrap="square" lIns="91440" tIns="45720" rIns="91440" bIns="45720" rtlCol="0" anchor="t">
            <a:spAutoFit/>
          </a:bodyPr>
          <a:lstStyle/>
          <a:p>
            <a:pPr algn="just"/>
            <a:r>
              <a:rPr lang="es-CL" sz="1200" dirty="0">
                <a:solidFill>
                  <a:srgbClr val="0E0E0E"/>
                </a:solidFill>
                <a:effectLst/>
                <a:latin typeface="Times New Roman"/>
                <a:cs typeface="Times New Roman"/>
              </a:rPr>
              <a:t>1. </a:t>
            </a:r>
            <a:r>
              <a:rPr lang="es-CL" sz="1200" b="1" dirty="0">
                <a:solidFill>
                  <a:srgbClr val="0E0E0E"/>
                </a:solidFill>
                <a:effectLst/>
                <a:latin typeface=".SF NS"/>
              </a:rPr>
              <a:t>¿Cómo podrías dividir una historia de usuario demasiado grande en historias más pequeñas y manejables?</a:t>
            </a:r>
            <a:endParaRPr lang="es-CL" sz="1200">
              <a:solidFill>
                <a:srgbClr val="0E0E0E"/>
              </a:solidFill>
              <a:effectLst/>
              <a:latin typeface=".SF NS"/>
            </a:endParaRPr>
          </a:p>
          <a:p>
            <a:pPr lvl="1" algn="just"/>
            <a:r>
              <a:rPr lang="es-CL" sz="1200" dirty="0">
                <a:solidFill>
                  <a:srgbClr val="0E0E0E"/>
                </a:solidFill>
                <a:effectLst/>
                <a:latin typeface=".SF NS"/>
              </a:rPr>
              <a:t>Para dividir una historia de usuario demasiado grande (conocida como “épica”) en historias más pequeñas y manejables, se pueden utilizar varias técnicas:</a:t>
            </a:r>
          </a:p>
          <a:p>
            <a:pPr lvl="1" algn="just"/>
            <a:r>
              <a:rPr lang="es-CL" sz="1200" dirty="0">
                <a:solidFill>
                  <a:srgbClr val="0E0E0E"/>
                </a:solidFill>
                <a:effectLst/>
                <a:latin typeface=".SF NS"/>
              </a:rPr>
              <a:t>• </a:t>
            </a:r>
            <a:r>
              <a:rPr lang="es-CL" sz="1200" b="1" dirty="0">
                <a:solidFill>
                  <a:srgbClr val="0E0E0E"/>
                </a:solidFill>
                <a:effectLst/>
                <a:latin typeface=".SF NS"/>
              </a:rPr>
              <a:t>Dividir por Flujo de Trabajo:</a:t>
            </a:r>
            <a:r>
              <a:rPr lang="es-CL" sz="1200" dirty="0">
                <a:solidFill>
                  <a:srgbClr val="0E0E0E"/>
                </a:solidFill>
                <a:effectLst/>
                <a:latin typeface=".SF NS"/>
              </a:rPr>
              <a:t> Separar las diferentes etapas o pasos del flujo de trabajo en historias individuales.</a:t>
            </a:r>
          </a:p>
          <a:p>
            <a:pPr lvl="1" algn="just"/>
            <a:r>
              <a:rPr lang="es-CL" sz="1200" dirty="0">
                <a:solidFill>
                  <a:srgbClr val="0E0E0E"/>
                </a:solidFill>
                <a:effectLst/>
                <a:latin typeface=".SF NS"/>
              </a:rPr>
              <a:t>• </a:t>
            </a:r>
            <a:r>
              <a:rPr lang="es-CL" sz="1200" b="1" dirty="0">
                <a:solidFill>
                  <a:srgbClr val="0E0E0E"/>
                </a:solidFill>
                <a:effectLst/>
                <a:latin typeface=".SF NS"/>
              </a:rPr>
              <a:t>Dividir por Funcionalidades:</a:t>
            </a:r>
            <a:r>
              <a:rPr lang="es-CL" sz="1200" dirty="0">
                <a:solidFill>
                  <a:srgbClr val="0E0E0E"/>
                </a:solidFill>
                <a:effectLst/>
                <a:latin typeface=".SF NS"/>
              </a:rPr>
              <a:t> Desglosar las funcionalidades que componen la épica en historias más pequeñas que se puedan desarrollar y entregar de manera independiente.</a:t>
            </a:r>
          </a:p>
          <a:p>
            <a:pPr lvl="1" algn="just"/>
            <a:r>
              <a:rPr lang="es-CL" sz="1200" dirty="0">
                <a:solidFill>
                  <a:srgbClr val="0E0E0E"/>
                </a:solidFill>
                <a:effectLst/>
                <a:latin typeface=".SF NS"/>
              </a:rPr>
              <a:t>• </a:t>
            </a:r>
            <a:r>
              <a:rPr lang="es-CL" sz="1200" b="1" dirty="0">
                <a:solidFill>
                  <a:srgbClr val="0E0E0E"/>
                </a:solidFill>
                <a:effectLst/>
                <a:latin typeface=".SF NS"/>
              </a:rPr>
              <a:t>Dividir por Roles:</a:t>
            </a:r>
            <a:r>
              <a:rPr lang="es-CL" sz="1200" dirty="0">
                <a:solidFill>
                  <a:srgbClr val="0E0E0E"/>
                </a:solidFill>
                <a:effectLst/>
                <a:latin typeface=".SF NS"/>
              </a:rPr>
              <a:t> Crear historias diferentes para cada rol de usuario que interactúe con la funcionalidad.</a:t>
            </a:r>
          </a:p>
          <a:p>
            <a:pPr lvl="1" algn="just"/>
            <a:r>
              <a:rPr lang="es-CL" sz="1200" dirty="0">
                <a:solidFill>
                  <a:srgbClr val="0E0E0E"/>
                </a:solidFill>
                <a:effectLst/>
                <a:latin typeface=".SF NS"/>
              </a:rPr>
              <a:t>• </a:t>
            </a:r>
            <a:r>
              <a:rPr lang="es-CL" sz="1200" b="1" dirty="0">
                <a:solidFill>
                  <a:srgbClr val="0E0E0E"/>
                </a:solidFill>
                <a:effectLst/>
                <a:latin typeface=".SF NS"/>
              </a:rPr>
              <a:t>Dividir por Datos:</a:t>
            </a:r>
            <a:r>
              <a:rPr lang="es-CL" sz="1200" dirty="0">
                <a:solidFill>
                  <a:srgbClr val="0E0E0E"/>
                </a:solidFill>
                <a:effectLst/>
                <a:latin typeface=".SF NS"/>
              </a:rPr>
              <a:t> Fragmentar la historia en función de los diferentes tipos de datos que maneja.</a:t>
            </a:r>
          </a:p>
          <a:p>
            <a:pPr lvl="1" algn="just"/>
            <a:r>
              <a:rPr lang="es-CL" sz="1200" dirty="0">
                <a:solidFill>
                  <a:srgbClr val="0E0E0E"/>
                </a:solidFill>
                <a:effectLst/>
                <a:latin typeface=".SF NS"/>
              </a:rPr>
              <a:t>• </a:t>
            </a:r>
            <a:r>
              <a:rPr lang="es-CL" sz="1200" b="1" dirty="0">
                <a:solidFill>
                  <a:srgbClr val="0E0E0E"/>
                </a:solidFill>
                <a:effectLst/>
                <a:latin typeface=".SF NS"/>
              </a:rPr>
              <a:t>Dividir por Reglas de Negocio:</a:t>
            </a:r>
            <a:r>
              <a:rPr lang="es-CL" sz="1200" dirty="0">
                <a:solidFill>
                  <a:srgbClr val="0E0E0E"/>
                </a:solidFill>
                <a:effectLst/>
                <a:latin typeface=".SF NS"/>
              </a:rPr>
              <a:t> Identificar y separar las distintas reglas de negocio o validaciones que se aplican.</a:t>
            </a:r>
          </a:p>
          <a:p>
            <a:pPr lvl="1" algn="just"/>
            <a:r>
              <a:rPr lang="es-CL" sz="1200" dirty="0">
                <a:solidFill>
                  <a:srgbClr val="0E0E0E"/>
                </a:solidFill>
                <a:effectLst/>
                <a:latin typeface=".SF NS"/>
              </a:rPr>
              <a:t>• </a:t>
            </a:r>
            <a:r>
              <a:rPr lang="es-CL" sz="1200" b="1" dirty="0">
                <a:solidFill>
                  <a:srgbClr val="0E0E0E"/>
                </a:solidFill>
                <a:effectLst/>
                <a:latin typeface=".SF NS"/>
              </a:rPr>
              <a:t>Dividir por Casos de Uso CRUD:</a:t>
            </a:r>
            <a:r>
              <a:rPr lang="es-CL" sz="1200" dirty="0">
                <a:solidFill>
                  <a:srgbClr val="0E0E0E"/>
                </a:solidFill>
                <a:effectLst/>
                <a:latin typeface=".SF NS"/>
              </a:rPr>
              <a:t> Crear historias individuales para cada operación CRUD (Crear, Leer, Actualizar, Borrar) relacionada con los datos.</a:t>
            </a:r>
          </a:p>
          <a:p>
            <a:pPr lvl="1" algn="just"/>
            <a:r>
              <a:rPr lang="es-CL" sz="1200" dirty="0">
                <a:solidFill>
                  <a:srgbClr val="0E0E0E"/>
                </a:solidFill>
                <a:effectLst/>
                <a:latin typeface=".SF NS"/>
              </a:rPr>
              <a:t>• </a:t>
            </a:r>
            <a:r>
              <a:rPr lang="es-CL" sz="1200" b="1" dirty="0">
                <a:solidFill>
                  <a:srgbClr val="0E0E0E"/>
                </a:solidFill>
                <a:effectLst/>
                <a:latin typeface=".SF NS"/>
              </a:rPr>
              <a:t>Dividir por Variaciones:</a:t>
            </a:r>
            <a:r>
              <a:rPr lang="es-CL" sz="1200" dirty="0">
                <a:solidFill>
                  <a:srgbClr val="0E0E0E"/>
                </a:solidFill>
                <a:effectLst/>
                <a:latin typeface=".SF NS"/>
              </a:rPr>
              <a:t> Separar las diferentes variaciones o escenarios que la historia debe cubrir.</a:t>
            </a:r>
          </a:p>
          <a:p>
            <a:pPr algn="just"/>
            <a:r>
              <a:rPr lang="es-CL" sz="1200" dirty="0">
                <a:solidFill>
                  <a:srgbClr val="0E0E0E"/>
                </a:solidFill>
                <a:effectLst/>
                <a:latin typeface="Times New Roman"/>
                <a:cs typeface="Times New Roman"/>
              </a:rPr>
              <a:t>2. </a:t>
            </a:r>
            <a:r>
              <a:rPr lang="es-CL" sz="1200" b="1" dirty="0">
                <a:solidFill>
                  <a:srgbClr val="0E0E0E"/>
                </a:solidFill>
                <a:effectLst/>
                <a:latin typeface=".SF NS"/>
              </a:rPr>
              <a:t>¿Cuál es la estructura básica de una historia de usuario?</a:t>
            </a:r>
            <a:endParaRPr lang="es-CL" sz="1200">
              <a:solidFill>
                <a:srgbClr val="0E0E0E"/>
              </a:solidFill>
              <a:effectLst/>
              <a:latin typeface=".SF NS"/>
            </a:endParaRPr>
          </a:p>
          <a:p>
            <a:pPr lvl="1" algn="just"/>
            <a:r>
              <a:rPr lang="es-CL" sz="1200" dirty="0">
                <a:solidFill>
                  <a:srgbClr val="0E0E0E"/>
                </a:solidFill>
                <a:effectLst/>
                <a:latin typeface=".SF NS"/>
              </a:rPr>
              <a:t>La estructura básica de una historia de usuario generalmente sigue el formato:</a:t>
            </a:r>
          </a:p>
          <a:p>
            <a:pPr lvl="1" algn="just"/>
            <a:r>
              <a:rPr lang="es-CL" sz="1200" dirty="0">
                <a:solidFill>
                  <a:srgbClr val="0E0E0E"/>
                </a:solidFill>
                <a:effectLst/>
                <a:latin typeface=".SF NS"/>
              </a:rPr>
              <a:t>• Como [rol], quiero [acción/deseo], para [beneficio/razón].</a:t>
            </a:r>
          </a:p>
          <a:p>
            <a:pPr lvl="1" algn="just"/>
            <a:r>
              <a:rPr lang="es-CL" sz="1200" dirty="0">
                <a:solidFill>
                  <a:srgbClr val="0E0E0E"/>
                </a:solidFill>
                <a:effectLst/>
                <a:latin typeface=".SF NS"/>
              </a:rPr>
              <a:t>Este formato ayuda a asegurar que la historia de usuario se centra en la perspectiva del usuario y en el valor que la funcionalidad entregará. Por ejemplo: “Como usuario, quiero poder filtrar los resultados de búsqueda por fecha, para encontrar información más relevante rápidamente.”</a:t>
            </a:r>
          </a:p>
          <a:p>
            <a:pPr algn="just"/>
            <a:r>
              <a:rPr lang="es-CL" sz="1200" dirty="0">
                <a:solidFill>
                  <a:srgbClr val="0E0E0E"/>
                </a:solidFill>
                <a:effectLst/>
                <a:latin typeface="Times New Roman"/>
                <a:cs typeface="Times New Roman"/>
              </a:rPr>
              <a:t>3. </a:t>
            </a:r>
            <a:r>
              <a:rPr lang="es-CL" sz="1200" b="1" dirty="0">
                <a:solidFill>
                  <a:srgbClr val="0E0E0E"/>
                </a:solidFill>
                <a:effectLst/>
                <a:latin typeface=".SF NS"/>
              </a:rPr>
              <a:t>¿Cuál es la importancia de las sesiones de refinamiento del backlog en la gestión de historias de usuario?</a:t>
            </a:r>
            <a:endParaRPr lang="es-CL" sz="1200">
              <a:solidFill>
                <a:srgbClr val="0E0E0E"/>
              </a:solidFill>
              <a:effectLst/>
              <a:latin typeface=".SF NS"/>
            </a:endParaRPr>
          </a:p>
          <a:p>
            <a:pPr lvl="1" algn="just"/>
            <a:r>
              <a:rPr lang="es-CL" sz="1200" dirty="0">
                <a:solidFill>
                  <a:srgbClr val="0E0E0E"/>
                </a:solidFill>
                <a:effectLst/>
                <a:latin typeface=".SF NS"/>
              </a:rPr>
              <a:t>Las sesiones de refinamiento del backlog son cruciales en la gestión de historias de usuario por varias razones:</a:t>
            </a:r>
          </a:p>
          <a:p>
            <a:pPr lvl="1" algn="just"/>
            <a:r>
              <a:rPr lang="es-CL" sz="1200" dirty="0">
                <a:solidFill>
                  <a:srgbClr val="0E0E0E"/>
                </a:solidFill>
                <a:effectLst/>
                <a:latin typeface=".SF NS"/>
              </a:rPr>
              <a:t>• </a:t>
            </a:r>
            <a:r>
              <a:rPr lang="es-CL" sz="1200" b="1" dirty="0">
                <a:solidFill>
                  <a:srgbClr val="0E0E0E"/>
                </a:solidFill>
                <a:effectLst/>
                <a:latin typeface=".SF NS"/>
              </a:rPr>
              <a:t>Claridad y Detalle:</a:t>
            </a:r>
            <a:r>
              <a:rPr lang="es-CL" sz="1200" dirty="0">
                <a:solidFill>
                  <a:srgbClr val="0E0E0E"/>
                </a:solidFill>
                <a:effectLst/>
                <a:latin typeface=".SF NS"/>
              </a:rPr>
              <a:t> Ayudan a clarificar y detallar las historias de usuario, asegurando que todos los miembros del equipo entiendan los requisitos y criterios de aceptación.</a:t>
            </a:r>
          </a:p>
          <a:p>
            <a:pPr lvl="1" algn="just"/>
            <a:r>
              <a:rPr lang="es-CL" sz="1200" dirty="0">
                <a:solidFill>
                  <a:srgbClr val="0E0E0E"/>
                </a:solidFill>
                <a:effectLst/>
                <a:latin typeface=".SF NS"/>
              </a:rPr>
              <a:t>• </a:t>
            </a:r>
            <a:r>
              <a:rPr lang="es-CL" sz="1200" b="1" dirty="0">
                <a:solidFill>
                  <a:srgbClr val="0E0E0E"/>
                </a:solidFill>
                <a:effectLst/>
                <a:latin typeface=".SF NS"/>
              </a:rPr>
              <a:t>Priorización:</a:t>
            </a:r>
            <a:r>
              <a:rPr lang="es-CL" sz="1200" dirty="0">
                <a:solidFill>
                  <a:srgbClr val="0E0E0E"/>
                </a:solidFill>
                <a:effectLst/>
                <a:latin typeface=".SF NS"/>
              </a:rPr>
              <a:t> Permiten priorizar las historias de usuario según su valor para el negocio, urgencia y dependencias.</a:t>
            </a:r>
          </a:p>
          <a:p>
            <a:pPr lvl="1" algn="just"/>
            <a:r>
              <a:rPr lang="es-CL" sz="1200" dirty="0">
                <a:solidFill>
                  <a:srgbClr val="0E0E0E"/>
                </a:solidFill>
                <a:effectLst/>
                <a:latin typeface=".SF NS"/>
              </a:rPr>
              <a:t>• </a:t>
            </a:r>
            <a:r>
              <a:rPr lang="es-CL" sz="1200" b="1" dirty="0">
                <a:solidFill>
                  <a:srgbClr val="0E0E0E"/>
                </a:solidFill>
                <a:effectLst/>
                <a:latin typeface=".SF NS"/>
              </a:rPr>
              <a:t>Descomposición:</a:t>
            </a:r>
            <a:r>
              <a:rPr lang="es-CL" sz="1200" dirty="0">
                <a:solidFill>
                  <a:srgbClr val="0E0E0E"/>
                </a:solidFill>
                <a:effectLst/>
                <a:latin typeface=".SF NS"/>
              </a:rPr>
              <a:t> Facilitan la descomposición de épicas o historias grandes en historias más pequeñas y manejables, lo que hace que las tareas sean más abordables y el progreso más medible.</a:t>
            </a:r>
          </a:p>
          <a:p>
            <a:pPr lvl="1" algn="just"/>
            <a:r>
              <a:rPr lang="es-CL" sz="1200" dirty="0">
                <a:solidFill>
                  <a:srgbClr val="0E0E0E"/>
                </a:solidFill>
                <a:effectLst/>
                <a:latin typeface=".SF NS"/>
              </a:rPr>
              <a:t>• </a:t>
            </a:r>
            <a:r>
              <a:rPr lang="es-CL" sz="1200" b="1" dirty="0">
                <a:solidFill>
                  <a:srgbClr val="0E0E0E"/>
                </a:solidFill>
                <a:effectLst/>
                <a:latin typeface=".SF NS"/>
              </a:rPr>
              <a:t>Identificación de Dependencias:</a:t>
            </a:r>
            <a:r>
              <a:rPr lang="es-CL" sz="1200" dirty="0">
                <a:solidFill>
                  <a:srgbClr val="0E0E0E"/>
                </a:solidFill>
                <a:effectLst/>
                <a:latin typeface=".SF NS"/>
              </a:rPr>
              <a:t> Ayudan a identificar y gestionar las dependencias entre historias, evitando bloqueos en el desarrollo.</a:t>
            </a:r>
          </a:p>
          <a:p>
            <a:pPr lvl="1" algn="just"/>
            <a:r>
              <a:rPr lang="es-CL" sz="1200" dirty="0">
                <a:solidFill>
                  <a:srgbClr val="0E0E0E"/>
                </a:solidFill>
                <a:effectLst/>
                <a:latin typeface=".SF NS"/>
              </a:rPr>
              <a:t>• </a:t>
            </a:r>
            <a:r>
              <a:rPr lang="es-CL" sz="1200" b="1" dirty="0">
                <a:solidFill>
                  <a:srgbClr val="0E0E0E"/>
                </a:solidFill>
                <a:effectLst/>
                <a:latin typeface=".SF NS"/>
              </a:rPr>
              <a:t>Estimación:</a:t>
            </a:r>
            <a:r>
              <a:rPr lang="es-CL" sz="1200" dirty="0">
                <a:solidFill>
                  <a:srgbClr val="0E0E0E"/>
                </a:solidFill>
                <a:effectLst/>
                <a:latin typeface=".SF NS"/>
              </a:rPr>
              <a:t> Permiten realizar estimaciones más precisas de esfuerzo y tiempo, mejorando la planificación y la previsión del trabajo.</a:t>
            </a:r>
          </a:p>
          <a:p>
            <a:pPr lvl="1" algn="just"/>
            <a:r>
              <a:rPr lang="es-CL" sz="1200" dirty="0">
                <a:solidFill>
                  <a:srgbClr val="0E0E0E"/>
                </a:solidFill>
                <a:effectLst/>
                <a:latin typeface=".SF NS"/>
              </a:rPr>
              <a:t>• </a:t>
            </a:r>
            <a:r>
              <a:rPr lang="es-CL" sz="1200" b="1" dirty="0">
                <a:solidFill>
                  <a:srgbClr val="0E0E0E"/>
                </a:solidFill>
                <a:effectLst/>
                <a:latin typeface=".SF NS"/>
              </a:rPr>
              <a:t>Mejora Continua:</a:t>
            </a:r>
            <a:r>
              <a:rPr lang="es-CL" sz="1200" dirty="0">
                <a:solidFill>
                  <a:srgbClr val="0E0E0E"/>
                </a:solidFill>
                <a:effectLst/>
                <a:latin typeface=".SF NS"/>
              </a:rPr>
              <a:t> Proveen un espacio para la retroalimentación y la mejora continua, ajustando las historias y el backlog según el aprendizaje y el </a:t>
            </a:r>
            <a:r>
              <a:rPr lang="es-CL" sz="1200" err="1">
                <a:solidFill>
                  <a:srgbClr val="0E0E0E"/>
                </a:solidFill>
                <a:effectLst/>
                <a:latin typeface=".SF NS"/>
              </a:rPr>
              <a:t>feedback</a:t>
            </a:r>
            <a:r>
              <a:rPr lang="es-CL" sz="1200" dirty="0">
                <a:solidFill>
                  <a:srgbClr val="0E0E0E"/>
                </a:solidFill>
                <a:effectLst/>
                <a:latin typeface=".SF NS"/>
              </a:rPr>
              <a:t> recibidos durante el desarrollo.</a:t>
            </a:r>
          </a:p>
        </p:txBody>
      </p:sp>
    </p:spTree>
    <p:extLst>
      <p:ext uri="{BB962C8B-B14F-4D97-AF65-F5344CB8AC3E}">
        <p14:creationId xmlns:p14="http://schemas.microsoft.com/office/powerpoint/2010/main" val="376537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161385" y="1081548"/>
            <a:ext cx="11135032" cy="369332"/>
          </a:xfrm>
          <a:prstGeom prst="rect">
            <a:avLst/>
          </a:prstGeom>
          <a:noFill/>
        </p:spPr>
        <p:txBody>
          <a:bodyPr wrap="square" lIns="91440" tIns="45720" rIns="91440" bIns="45720" rtlCol="0" anchor="t">
            <a:spAutoFit/>
          </a:bodyPr>
          <a:lstStyle/>
          <a:p>
            <a:r>
              <a:rPr lang="es-ES" dirty="0"/>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161385" y="1616421"/>
            <a:ext cx="11135032" cy="2308324"/>
          </a:xfrm>
          <a:prstGeom prst="rect">
            <a:avLst/>
          </a:prstGeom>
          <a:noFill/>
        </p:spPr>
        <p:txBody>
          <a:bodyPr wrap="square" rtlCol="0">
            <a:spAutoFit/>
          </a:bodyPr>
          <a:lstStyle/>
          <a:p>
            <a:pPr algn="just"/>
            <a:r>
              <a:rPr lang="es-CL" dirty="0">
                <a:solidFill>
                  <a:srgbClr val="0E0E0E"/>
                </a:solidFill>
                <a:effectLst/>
                <a:latin typeface="Times New Roman" panose="02020603050405020304" pitchFamily="18" charset="0"/>
              </a:rPr>
              <a:t>1. </a:t>
            </a:r>
            <a:r>
              <a:rPr lang="es-CL" dirty="0" err="1">
                <a:solidFill>
                  <a:srgbClr val="0E0E0E"/>
                </a:solidFill>
                <a:effectLst/>
                <a:latin typeface=".SF NS"/>
              </a:rPr>
              <a:t>Gherkin</a:t>
            </a:r>
            <a:r>
              <a:rPr lang="es-CL" dirty="0">
                <a:solidFill>
                  <a:srgbClr val="0E0E0E"/>
                </a:solidFill>
                <a:effectLst/>
                <a:latin typeface=".SF NS"/>
              </a:rPr>
              <a:t> fue introducido por primera vez en 2008 como parte del </a:t>
            </a:r>
            <a:r>
              <a:rPr lang="es-CL" dirty="0" err="1">
                <a:solidFill>
                  <a:srgbClr val="0E0E0E"/>
                </a:solidFill>
                <a:effectLst/>
                <a:latin typeface=".SF NS"/>
              </a:rPr>
              <a:t>framework</a:t>
            </a:r>
            <a:r>
              <a:rPr lang="es-CL" dirty="0">
                <a:solidFill>
                  <a:srgbClr val="0E0E0E"/>
                </a:solidFill>
                <a:effectLst/>
                <a:latin typeface=".SF NS"/>
              </a:rPr>
              <a:t> _______.</a:t>
            </a:r>
          </a:p>
          <a:p>
            <a:pPr algn="just"/>
            <a:r>
              <a:rPr lang="es-CL" b="1" dirty="0" err="1">
                <a:solidFill>
                  <a:srgbClr val="0E0E0E"/>
                </a:solidFill>
                <a:effectLst/>
                <a:latin typeface=".SF NS"/>
              </a:rPr>
              <a:t>Cucumber</a:t>
            </a:r>
            <a:endParaRPr lang="es-CL" b="1" dirty="0">
              <a:solidFill>
                <a:srgbClr val="0E0E0E"/>
              </a:solidFill>
              <a:effectLst/>
              <a:latin typeface=".SF NS"/>
            </a:endParaRPr>
          </a:p>
          <a:p>
            <a:pPr algn="just"/>
            <a:endParaRPr lang="es-CL" dirty="0">
              <a:solidFill>
                <a:srgbClr val="0E0E0E"/>
              </a:solidFill>
              <a:effectLst/>
              <a:latin typeface=".SF NS"/>
            </a:endParaRPr>
          </a:p>
          <a:p>
            <a:pPr algn="just"/>
            <a:r>
              <a:rPr lang="es-CL" dirty="0">
                <a:solidFill>
                  <a:srgbClr val="0E0E0E"/>
                </a:solidFill>
                <a:effectLst/>
                <a:latin typeface="Times New Roman" panose="02020603050405020304" pitchFamily="18" charset="0"/>
              </a:rPr>
              <a:t>2. </a:t>
            </a:r>
            <a:r>
              <a:rPr lang="es-CL" dirty="0">
                <a:solidFill>
                  <a:srgbClr val="0E0E0E"/>
                </a:solidFill>
                <a:effectLst/>
                <a:latin typeface=".SF NS"/>
              </a:rPr>
              <a:t>El componente “</a:t>
            </a:r>
            <a:r>
              <a:rPr lang="es-CL" dirty="0" err="1">
                <a:solidFill>
                  <a:srgbClr val="0E0E0E"/>
                </a:solidFill>
                <a:effectLst/>
                <a:latin typeface=".SF NS"/>
              </a:rPr>
              <a:t>Given</a:t>
            </a:r>
            <a:r>
              <a:rPr lang="es-CL" dirty="0">
                <a:solidFill>
                  <a:srgbClr val="0E0E0E"/>
                </a:solidFill>
                <a:effectLst/>
                <a:latin typeface=".SF NS"/>
              </a:rPr>
              <a:t>” se utiliza para describir el _______ inicial del escenario.</a:t>
            </a:r>
          </a:p>
          <a:p>
            <a:pPr algn="just"/>
            <a:r>
              <a:rPr lang="es-CL" b="1" dirty="0">
                <a:solidFill>
                  <a:srgbClr val="0E0E0E"/>
                </a:solidFill>
                <a:effectLst/>
                <a:latin typeface=".SF NS"/>
              </a:rPr>
              <a:t>Contexto</a:t>
            </a:r>
          </a:p>
          <a:p>
            <a:pPr algn="just"/>
            <a:endParaRPr lang="es-CL" dirty="0">
              <a:solidFill>
                <a:srgbClr val="0E0E0E"/>
              </a:solidFill>
              <a:effectLst/>
              <a:latin typeface=".SF NS"/>
            </a:endParaRPr>
          </a:p>
          <a:p>
            <a:pPr algn="just"/>
            <a:r>
              <a:rPr lang="es-CL" dirty="0">
                <a:solidFill>
                  <a:srgbClr val="0E0E0E"/>
                </a:solidFill>
                <a:effectLst/>
                <a:latin typeface="Times New Roman" panose="02020603050405020304" pitchFamily="18" charset="0"/>
              </a:rPr>
              <a:t>3. </a:t>
            </a:r>
            <a:r>
              <a:rPr lang="es-CL" dirty="0">
                <a:solidFill>
                  <a:srgbClr val="0E0E0E"/>
                </a:solidFill>
                <a:effectLst/>
                <a:latin typeface=".SF NS"/>
              </a:rPr>
              <a:t>Completa la frase: _______ es la principal herramienta que interpreta y ejecuta los escenarios escritos en </a:t>
            </a:r>
            <a:r>
              <a:rPr lang="es-CL" dirty="0" err="1">
                <a:solidFill>
                  <a:srgbClr val="0E0E0E"/>
                </a:solidFill>
                <a:effectLst/>
                <a:latin typeface=".SF NS"/>
              </a:rPr>
              <a:t>Gherkin</a:t>
            </a:r>
            <a:r>
              <a:rPr lang="es-CL" dirty="0">
                <a:solidFill>
                  <a:srgbClr val="0E0E0E"/>
                </a:solidFill>
                <a:effectLst/>
                <a:latin typeface=".SF NS"/>
              </a:rPr>
              <a:t>.</a:t>
            </a:r>
          </a:p>
          <a:p>
            <a:pPr algn="just"/>
            <a:r>
              <a:rPr lang="es-CL" b="1" dirty="0" err="1">
                <a:solidFill>
                  <a:srgbClr val="0E0E0E"/>
                </a:solidFill>
                <a:effectLst/>
                <a:latin typeface=".SF NS"/>
              </a:rPr>
              <a:t>Cucumber</a:t>
            </a:r>
            <a:endParaRPr lang="es-CL" b="1" dirty="0">
              <a:solidFill>
                <a:srgbClr val="0E0E0E"/>
              </a:solidFill>
              <a:effectLst/>
              <a:latin typeface=".SF NS"/>
            </a:endParaRPr>
          </a:p>
        </p:txBody>
      </p:sp>
    </p:spTree>
    <p:extLst>
      <p:ext uri="{BB962C8B-B14F-4D97-AF65-F5344CB8AC3E}">
        <p14:creationId xmlns:p14="http://schemas.microsoft.com/office/powerpoint/2010/main" val="3803443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921951" y="302827"/>
            <a:ext cx="10113461" cy="602137"/>
          </a:xfrm>
        </p:spPr>
        <p:txBody>
          <a:bodyPr/>
          <a:lstStyle/>
          <a:p>
            <a:r>
              <a:rPr lang="es-ES">
                <a:solidFill>
                  <a:srgbClr val="00263E"/>
                </a:solidFill>
                <a:latin typeface="Gotham"/>
              </a:rPr>
              <a:t>Foro crítico reflexivo</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238366" y="876728"/>
            <a:ext cx="11135032" cy="646331"/>
          </a:xfrm>
          <a:prstGeom prst="rect">
            <a:avLst/>
          </a:prstGeom>
          <a:noFill/>
        </p:spPr>
        <p:txBody>
          <a:bodyPr wrap="square" rtlCol="0">
            <a:spAutoFit/>
          </a:bodyPr>
          <a:lstStyle/>
          <a:p>
            <a:r>
              <a:rPr lang="es-ES" dirty="0"/>
              <a:t>A continuación, se presentan las preguntas de la sección “Foro”. El objetivo es que se puedan resolver las dudas, entregando las respuestas esperadas o correctas para orientar el aprendizaje de los y las estudiantes. </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151868" y="1478865"/>
            <a:ext cx="11135032" cy="5447645"/>
          </a:xfrm>
          <a:prstGeom prst="rect">
            <a:avLst/>
          </a:prstGeom>
          <a:noFill/>
        </p:spPr>
        <p:txBody>
          <a:bodyPr wrap="square" lIns="91440" tIns="45720" rIns="91440" bIns="45720" rtlCol="0" anchor="t">
            <a:spAutoFit/>
          </a:bodyPr>
          <a:lstStyle/>
          <a:p>
            <a:pPr algn="just"/>
            <a:r>
              <a:rPr lang="es-CL" sz="1200" dirty="0">
                <a:solidFill>
                  <a:srgbClr val="0E0E0E"/>
                </a:solidFill>
                <a:effectLst/>
                <a:latin typeface="Times New Roman" panose="02020603050405020304" pitchFamily="18" charset="0"/>
              </a:rPr>
              <a:t>1. </a:t>
            </a:r>
            <a:r>
              <a:rPr lang="es-CL" sz="1200" dirty="0">
                <a:solidFill>
                  <a:srgbClr val="0E0E0E"/>
                </a:solidFill>
                <a:effectLst/>
                <a:latin typeface=".SF NS"/>
              </a:rPr>
              <a:t>¿Cómo garantizas que los casos de prueba cubren todos los requisitos?</a:t>
            </a:r>
          </a:p>
          <a:p>
            <a:pPr lvl="1" algn="just"/>
            <a:r>
              <a:rPr lang="es-CL" sz="1200" dirty="0">
                <a:solidFill>
                  <a:srgbClr val="0E0E0E"/>
                </a:solidFill>
                <a:effectLst/>
                <a:latin typeface=".SF NS"/>
              </a:rPr>
              <a:t>• Trazabilidad de Requisitos: Utilizando una matriz de trazabilidad que vincule cada caso de prueba con uno o más requisitos específicos, asegurando que cada requisito esté cubierto por al menos un caso de prueba.</a:t>
            </a:r>
          </a:p>
          <a:p>
            <a:pPr lvl="1" algn="just"/>
            <a:r>
              <a:rPr lang="es-CL" sz="1200" dirty="0">
                <a:solidFill>
                  <a:srgbClr val="0E0E0E"/>
                </a:solidFill>
                <a:effectLst/>
                <a:latin typeface=".SF NS"/>
              </a:rPr>
              <a:t>• Revisiones y Validaciones: Realizando revisiones periódicas de los casos de prueba con stakeholders y equipos de desarrollo para verificar que todos los requisitos han sido considerados y están cubiertos.</a:t>
            </a:r>
          </a:p>
          <a:p>
            <a:pPr lvl="1" algn="just"/>
            <a:r>
              <a:rPr lang="es-CL" sz="1200" dirty="0">
                <a:solidFill>
                  <a:srgbClr val="0E0E0E"/>
                </a:solidFill>
                <a:effectLst/>
                <a:latin typeface=".SF NS"/>
              </a:rPr>
              <a:t>• Uso de Técnicas de Descomposición: Desglosando requisitos grandes en sub-requisitos más manejables y creando casos de prueba para cada uno de ellos.</a:t>
            </a:r>
          </a:p>
          <a:p>
            <a:pPr lvl="1" algn="just"/>
            <a:r>
              <a:rPr lang="es-CL" sz="1200" dirty="0">
                <a:solidFill>
                  <a:srgbClr val="0E0E0E"/>
                </a:solidFill>
                <a:effectLst/>
                <a:latin typeface=".SF NS"/>
              </a:rPr>
              <a:t>• Priorización de Pruebas: Asegurando que se prioricen los casos de prueba que cubren los requisitos más críticos para el negocio.</a:t>
            </a:r>
          </a:p>
          <a:p>
            <a:pPr lvl="1" algn="just"/>
            <a:r>
              <a:rPr lang="es-CL" sz="1200" dirty="0">
                <a:solidFill>
                  <a:srgbClr val="0E0E0E"/>
                </a:solidFill>
                <a:effectLst/>
                <a:latin typeface=".SF NS"/>
              </a:rPr>
              <a:t>• Pruebas de Aceptación del Usuario (UAT): Involucrando a los usuarios finales en la revisión y ejecución de pruebas de aceptación para validar que todas las funcionalidades esperadas están cubiertas.</a:t>
            </a:r>
          </a:p>
          <a:p>
            <a:pPr algn="just"/>
            <a:r>
              <a:rPr lang="es-CL" sz="1200" dirty="0">
                <a:solidFill>
                  <a:srgbClr val="0E0E0E"/>
                </a:solidFill>
                <a:effectLst/>
                <a:latin typeface="Times New Roman"/>
                <a:cs typeface="Times New Roman"/>
              </a:rPr>
              <a:t>2. </a:t>
            </a:r>
            <a:r>
              <a:rPr lang="es-CL" sz="1200" dirty="0">
                <a:solidFill>
                  <a:srgbClr val="0E0E0E"/>
                </a:solidFill>
                <a:effectLst/>
                <a:latin typeface=".SF NS"/>
              </a:rPr>
              <a:t>¿Qué técnicas utilizas para identificar posibles escenarios límite?</a:t>
            </a:r>
          </a:p>
          <a:p>
            <a:pPr lvl="1" algn="just"/>
            <a:r>
              <a:rPr lang="es-CL" sz="1200" dirty="0">
                <a:solidFill>
                  <a:srgbClr val="0E0E0E"/>
                </a:solidFill>
                <a:effectLst/>
                <a:latin typeface=".SF NS"/>
              </a:rPr>
              <a:t>• Análisis de Valores Límites: Identificar y probar los valores en los extremos de los rangos de entrada válidos e inválidos. Esto incluye los valores justo dentro, justo fuera y en los límites del rango.</a:t>
            </a:r>
          </a:p>
          <a:p>
            <a:pPr lvl="1" algn="just"/>
            <a:r>
              <a:rPr lang="es-CL" sz="1200" dirty="0">
                <a:solidFill>
                  <a:srgbClr val="0E0E0E"/>
                </a:solidFill>
                <a:effectLst/>
                <a:latin typeface=".SF NS"/>
              </a:rPr>
              <a:t>• Pruebas de Caja Negra: Utilizar técnicas de pruebas de caja negra como el análisis de clases de equivalencia y la partición de equivalencia para identificar y probar escenarios límite.</a:t>
            </a:r>
          </a:p>
          <a:p>
            <a:pPr lvl="1" algn="just"/>
            <a:r>
              <a:rPr lang="es-CL" sz="1200" dirty="0">
                <a:solidFill>
                  <a:srgbClr val="0E0E0E"/>
                </a:solidFill>
                <a:effectLst/>
                <a:latin typeface=".SF NS"/>
              </a:rPr>
              <a:t>• Revisión de Casos de Uso y Requisitos: Analizar detenidamente los casos de uso y requisitos para identificar escenarios extremos que podrían no ser obvios.</a:t>
            </a:r>
          </a:p>
          <a:p>
            <a:pPr lvl="1" algn="just"/>
            <a:r>
              <a:rPr lang="es-CL" sz="1200" dirty="0">
                <a:solidFill>
                  <a:srgbClr val="0E0E0E"/>
                </a:solidFill>
                <a:effectLst/>
                <a:latin typeface=".SF NS"/>
              </a:rPr>
              <a:t>• Historias de Usuario y Escenarios de </a:t>
            </a:r>
            <a:r>
              <a:rPr lang="es-CL" sz="1200" err="1">
                <a:solidFill>
                  <a:srgbClr val="0E0E0E"/>
                </a:solidFill>
                <a:effectLst/>
                <a:latin typeface=".SF NS"/>
              </a:rPr>
              <a:t>Gherkin</a:t>
            </a:r>
            <a:r>
              <a:rPr lang="es-CL" sz="1200" dirty="0">
                <a:solidFill>
                  <a:srgbClr val="0E0E0E"/>
                </a:solidFill>
                <a:effectLst/>
                <a:latin typeface=".SF NS"/>
              </a:rPr>
              <a:t>: Redactar historias de usuario y escenarios de prueba en </a:t>
            </a:r>
            <a:r>
              <a:rPr lang="es-CL" sz="1200" err="1">
                <a:solidFill>
                  <a:srgbClr val="0E0E0E"/>
                </a:solidFill>
                <a:effectLst/>
                <a:latin typeface=".SF NS"/>
              </a:rPr>
              <a:t>Gherkin</a:t>
            </a:r>
            <a:r>
              <a:rPr lang="es-CL" sz="1200" dirty="0">
                <a:solidFill>
                  <a:srgbClr val="0E0E0E"/>
                </a:solidFill>
                <a:effectLst/>
                <a:latin typeface=".SF NS"/>
              </a:rPr>
              <a:t> que incluyan casos extremos o límites específicos.</a:t>
            </a:r>
          </a:p>
          <a:p>
            <a:pPr lvl="1" algn="just"/>
            <a:r>
              <a:rPr lang="es-CL" sz="1200" dirty="0">
                <a:solidFill>
                  <a:srgbClr val="0E0E0E"/>
                </a:solidFill>
                <a:effectLst/>
                <a:latin typeface=".SF NS"/>
              </a:rPr>
              <a:t>• </a:t>
            </a:r>
            <a:r>
              <a:rPr lang="es-CL" sz="1200" err="1">
                <a:solidFill>
                  <a:srgbClr val="0E0E0E"/>
                </a:solidFill>
                <a:effectLst/>
                <a:latin typeface=".SF NS"/>
              </a:rPr>
              <a:t>Brainstorming</a:t>
            </a:r>
            <a:r>
              <a:rPr lang="es-CL" sz="1200" dirty="0">
                <a:solidFill>
                  <a:srgbClr val="0E0E0E"/>
                </a:solidFill>
                <a:effectLst/>
                <a:latin typeface=".SF NS"/>
              </a:rPr>
              <a:t> y Revisiones Cruzadas: Realizar sesiones de </a:t>
            </a:r>
            <a:r>
              <a:rPr lang="es-CL" sz="1200" err="1">
                <a:solidFill>
                  <a:srgbClr val="0E0E0E"/>
                </a:solidFill>
                <a:effectLst/>
                <a:latin typeface=".SF NS"/>
              </a:rPr>
              <a:t>brainstorming</a:t>
            </a:r>
            <a:r>
              <a:rPr lang="es-CL" sz="1200" dirty="0">
                <a:solidFill>
                  <a:srgbClr val="0E0E0E"/>
                </a:solidFill>
                <a:effectLst/>
                <a:latin typeface=".SF NS"/>
              </a:rPr>
              <a:t> con el equipo y revisiones cruzadas para identificar posibles escenarios límite desde diferentes perspectivas.</a:t>
            </a:r>
          </a:p>
          <a:p>
            <a:pPr algn="just"/>
            <a:r>
              <a:rPr lang="es-CL" sz="1200" dirty="0">
                <a:solidFill>
                  <a:srgbClr val="0E0E0E"/>
                </a:solidFill>
                <a:effectLst/>
                <a:latin typeface="Times New Roman"/>
                <a:cs typeface="Times New Roman"/>
              </a:rPr>
              <a:t>3. </a:t>
            </a:r>
            <a:r>
              <a:rPr lang="es-CL" sz="1200" dirty="0">
                <a:solidFill>
                  <a:srgbClr val="0E0E0E"/>
                </a:solidFill>
                <a:effectLst/>
                <a:latin typeface=".SF NS"/>
              </a:rPr>
              <a:t>¿De qué manera los criterios de aceptación pueden ayudar a los desarrolladores y testers a alinear sus expectativas?</a:t>
            </a:r>
          </a:p>
          <a:p>
            <a:pPr lvl="1" algn="just"/>
            <a:r>
              <a:rPr lang="es-CL" sz="1200" dirty="0">
                <a:solidFill>
                  <a:srgbClr val="0E0E0E"/>
                </a:solidFill>
                <a:effectLst/>
                <a:latin typeface=".SF NS"/>
              </a:rPr>
              <a:t>• Claridad y Comprensión Compartida: Los criterios de aceptación proporcionan una descripción clara y detallada de lo que se espera que haga el software, eliminando ambigüedades y asegurando que tanto desarrolladores como testers tengan una comprensión compartida de los requisitos.</a:t>
            </a:r>
          </a:p>
          <a:p>
            <a:pPr lvl="1" algn="just"/>
            <a:r>
              <a:rPr lang="es-CL" sz="1200" dirty="0">
                <a:solidFill>
                  <a:srgbClr val="0E0E0E"/>
                </a:solidFill>
                <a:effectLst/>
                <a:latin typeface=".SF NS"/>
              </a:rPr>
              <a:t>• Validación de Funcionalidad: Ayudan a definir qué constituye un comportamiento aceptable y verificable, permitiendo a los testers diseñar casos de prueba que validen exactamente lo que se espera.</a:t>
            </a:r>
          </a:p>
          <a:p>
            <a:pPr lvl="1" algn="just"/>
            <a:r>
              <a:rPr lang="es-CL" sz="1200" dirty="0">
                <a:solidFill>
                  <a:srgbClr val="0E0E0E"/>
                </a:solidFill>
                <a:effectLst/>
                <a:latin typeface=".SF NS"/>
              </a:rPr>
              <a:t>• Alineación con el Cliente: Aseguran que las expectativas del cliente se traduzcan en especificaciones técnicas claras que los desarrolladores puedan implementar y los testers puedan verificar.</a:t>
            </a:r>
          </a:p>
          <a:p>
            <a:pPr lvl="1" algn="just"/>
            <a:r>
              <a:rPr lang="es-CL" sz="1200" dirty="0">
                <a:solidFill>
                  <a:srgbClr val="0E0E0E"/>
                </a:solidFill>
                <a:effectLst/>
                <a:latin typeface=".SF NS"/>
              </a:rPr>
              <a:t>• Facilitación de la Comunicación: Promueven una comunicación continua y efectiva entre desarrolladores, testers y stakeholders al proporcionar un punto de referencia común para discutir el progreso y los resultados.</a:t>
            </a:r>
          </a:p>
          <a:p>
            <a:pPr lvl="1" algn="just"/>
            <a:r>
              <a:rPr lang="es-CL" sz="1200" dirty="0">
                <a:solidFill>
                  <a:srgbClr val="0E0E0E"/>
                </a:solidFill>
                <a:effectLst/>
                <a:latin typeface=".SF NS"/>
              </a:rPr>
              <a:t>• Criterios de Compleción: Los criterios de aceptación sirven como una guía para determinar cuándo una funcionalidad está completa y lista para ser lanzada, ayudando a gestionar el alcance y las expectativas del proyecto.</a:t>
            </a:r>
          </a:p>
        </p:txBody>
      </p:sp>
    </p:spTree>
    <p:extLst>
      <p:ext uri="{BB962C8B-B14F-4D97-AF65-F5344CB8AC3E}">
        <p14:creationId xmlns:p14="http://schemas.microsoft.com/office/powerpoint/2010/main" val="286955670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181727" y="2862260"/>
            <a:ext cx="7795490" cy="1744716"/>
          </a:xfrm>
        </p:spPr>
        <p:txBody>
          <a:bodyPr/>
          <a:lstStyle/>
          <a:p>
            <a:r>
              <a:rPr lang="es-MX" dirty="0">
                <a:latin typeface="Gotham"/>
              </a:rPr>
              <a:t>Mini problema​</a:t>
            </a:r>
          </a:p>
        </p:txBody>
      </p:sp>
    </p:spTree>
    <p:extLst>
      <p:ext uri="{BB962C8B-B14F-4D97-AF65-F5344CB8AC3E}">
        <p14:creationId xmlns:p14="http://schemas.microsoft.com/office/powerpoint/2010/main" val="373643663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3410297" y="243437"/>
            <a:ext cx="8423809" cy="602137"/>
          </a:xfrm>
        </p:spPr>
        <p:txBody>
          <a:bodyPr/>
          <a:lstStyle/>
          <a:p>
            <a:r>
              <a:rPr lang="es-ES">
                <a:solidFill>
                  <a:srgbClr val="00263E"/>
                </a:solidFill>
                <a:latin typeface="Gotham"/>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247680" y="2551837"/>
            <a:ext cx="10019410" cy="1754326"/>
          </a:xfrm>
          <a:prstGeom prst="rect">
            <a:avLst/>
          </a:prstGeom>
          <a:noFill/>
        </p:spPr>
        <p:txBody>
          <a:bodyPr wrap="square" lIns="91440" tIns="45720" rIns="91440" bIns="45720" rtlCol="0" anchor="t">
            <a:spAutoFit/>
          </a:bodyPr>
          <a:lstStyle/>
          <a:p>
            <a:pPr algn="just"/>
            <a:r>
              <a:rPr lang="es-CL" dirty="0">
                <a:solidFill>
                  <a:srgbClr val="0E0E0E"/>
                </a:solidFill>
                <a:effectLst/>
                <a:latin typeface=".SF NS"/>
              </a:rPr>
              <a:t>Estás liderando el equipo de desarrollo para un nuevo sistema de gestión de inventarios. Este sistema debe permitir a los usuarios registrar nuevos productos, actualizar la información de los productos existentes, realizar búsquedas detalladas y generar informes sobre el estado del inventario. Dado el impacto crítico que este sistema tiene en la operación de la empresa, es esencial asegurar que todas las funcionalidades sean probadas rigurosamente.</a:t>
            </a:r>
          </a:p>
          <a:p>
            <a:pPr marL="285750" indent="-285750" algn="just">
              <a:buFont typeface="Calibri"/>
              <a:buChar char="-"/>
            </a:pPr>
            <a:endParaRPr lang="es-ES" dirty="0">
              <a:ea typeface="Calibri" panose="020F0502020204030204"/>
              <a:cs typeface="Calibri" panose="020F0502020204030204"/>
            </a:endParaRPr>
          </a:p>
        </p:txBody>
      </p:sp>
      <p:pic>
        <p:nvPicPr>
          <p:cNvPr id="3" name="Gráfico 2" descr="Artificial Intelligence contorno">
            <a:extLst>
              <a:ext uri="{FF2B5EF4-FFF2-40B4-BE49-F238E27FC236}">
                <a16:creationId xmlns:a16="http://schemas.microsoft.com/office/drawing/2014/main" id="{D41FF1D9-CBCF-80FB-30FE-406BF4D696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78778" y="4432169"/>
            <a:ext cx="1888312" cy="1888312"/>
          </a:xfrm>
          <a:prstGeom prst="rect">
            <a:avLst/>
          </a:prstGeom>
        </p:spPr>
      </p:pic>
    </p:spTree>
    <p:extLst>
      <p:ext uri="{BB962C8B-B14F-4D97-AF65-F5344CB8AC3E}">
        <p14:creationId xmlns:p14="http://schemas.microsoft.com/office/powerpoint/2010/main" val="194392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383254" y="243437"/>
            <a:ext cx="10113461" cy="602137"/>
          </a:xfrm>
        </p:spPr>
        <p:txBody>
          <a:bodyPr/>
          <a:lstStyle/>
          <a:p>
            <a:r>
              <a:rPr lang="es-ES">
                <a:solidFill>
                  <a:srgbClr val="00263E"/>
                </a:solidFill>
                <a:latin typeface="Gotham"/>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722533" y="1714829"/>
            <a:ext cx="11240901" cy="4247317"/>
          </a:xfrm>
          <a:prstGeom prst="rect">
            <a:avLst/>
          </a:prstGeom>
          <a:noFill/>
        </p:spPr>
        <p:txBody>
          <a:bodyPr wrap="square" lIns="91440" tIns="45720" rIns="91440" bIns="45720" rtlCol="0" anchor="t">
            <a:spAutoFit/>
          </a:bodyPr>
          <a:lstStyle/>
          <a:p>
            <a:r>
              <a:rPr lang="es-CL" dirty="0">
                <a:solidFill>
                  <a:srgbClr val="0E0E0E"/>
                </a:solidFill>
                <a:effectLst/>
                <a:latin typeface="Times New Roman" panose="02020603050405020304" pitchFamily="18" charset="0"/>
              </a:rPr>
              <a:t>1. </a:t>
            </a:r>
            <a:r>
              <a:rPr lang="es-CL" b="1" dirty="0">
                <a:solidFill>
                  <a:srgbClr val="0E0E0E"/>
                </a:solidFill>
                <a:effectLst/>
                <a:latin typeface=".SF NS"/>
              </a:rPr>
              <a:t>¿Qué tipo de pruebas seleccionarías para asegurar que la funcionalidad de búsqueda detallada en el sistema de gestión de inventarios cumple con los requisitos especificados? Justifica tu elección considerando los objetivos del cliente y la complejidad de la funcionalidad.</a:t>
            </a:r>
            <a:endParaRPr lang="es-CL" dirty="0">
              <a:solidFill>
                <a:srgbClr val="0E0E0E"/>
              </a:solidFill>
              <a:effectLst/>
              <a:latin typeface=".SF NS"/>
            </a:endParaRPr>
          </a:p>
          <a:p>
            <a:r>
              <a:rPr lang="es-CL" dirty="0">
                <a:solidFill>
                  <a:srgbClr val="0E0E0E"/>
                </a:solidFill>
                <a:effectLst/>
                <a:latin typeface=".SF NS"/>
              </a:rPr>
              <a:t>• </a:t>
            </a:r>
            <a:r>
              <a:rPr lang="es-CL" b="1" dirty="0">
                <a:solidFill>
                  <a:srgbClr val="0E0E0E"/>
                </a:solidFill>
                <a:effectLst/>
                <a:latin typeface=".SF NS"/>
              </a:rPr>
              <a:t>Indicador:</a:t>
            </a:r>
            <a:r>
              <a:rPr lang="es-CL" dirty="0">
                <a:solidFill>
                  <a:srgbClr val="0E0E0E"/>
                </a:solidFill>
                <a:effectLst/>
                <a:latin typeface=".SF NS"/>
              </a:rPr>
              <a:t> Selecciona adecuadamente tipos de pruebas en función de los requisitos y características específicas del software a desarrollar.</a:t>
            </a:r>
          </a:p>
          <a:p>
            <a:r>
              <a:rPr lang="es-CL" dirty="0">
                <a:solidFill>
                  <a:srgbClr val="0E0E0E"/>
                </a:solidFill>
                <a:effectLst/>
                <a:latin typeface="Times New Roman" panose="02020603050405020304" pitchFamily="18" charset="0"/>
              </a:rPr>
              <a:t>2. </a:t>
            </a:r>
            <a:r>
              <a:rPr lang="es-CL" b="1" dirty="0">
                <a:solidFill>
                  <a:srgbClr val="0E0E0E"/>
                </a:solidFill>
                <a:effectLst/>
                <a:latin typeface=".SF NS"/>
              </a:rPr>
              <a:t>Diferencia entre las pruebas unitarias, de integración, de sistema y de aceptación que se aplicarían al módulo de generación de informes del inventario. Explica cómo cada tipo de prueba aborda aspectos específicos de esta funcionalidad.</a:t>
            </a:r>
            <a:endParaRPr lang="es-CL" dirty="0">
              <a:solidFill>
                <a:srgbClr val="0E0E0E"/>
              </a:solidFill>
              <a:effectLst/>
              <a:latin typeface=".SF NS"/>
            </a:endParaRPr>
          </a:p>
          <a:p>
            <a:r>
              <a:rPr lang="es-CL" dirty="0">
                <a:solidFill>
                  <a:srgbClr val="0E0E0E"/>
                </a:solidFill>
                <a:effectLst/>
                <a:latin typeface=".SF NS"/>
              </a:rPr>
              <a:t>• </a:t>
            </a:r>
            <a:r>
              <a:rPr lang="es-CL" b="1" dirty="0">
                <a:solidFill>
                  <a:srgbClr val="0E0E0E"/>
                </a:solidFill>
                <a:effectLst/>
                <a:latin typeface=".SF NS"/>
              </a:rPr>
              <a:t>Indicador:</a:t>
            </a:r>
            <a:r>
              <a:rPr lang="es-CL" dirty="0">
                <a:solidFill>
                  <a:srgbClr val="0E0E0E"/>
                </a:solidFill>
                <a:effectLst/>
                <a:latin typeface=".SF NS"/>
              </a:rPr>
              <a:t> Diferencia entre distintos tipos de pruebas, como pruebas unitarias, de integración, de sistema y de aceptación, según las necesidades del proyecto en curso.</a:t>
            </a:r>
          </a:p>
          <a:p>
            <a:r>
              <a:rPr lang="es-CL" dirty="0">
                <a:solidFill>
                  <a:srgbClr val="0E0E0E"/>
                </a:solidFill>
                <a:effectLst/>
                <a:latin typeface="Times New Roman" panose="02020603050405020304" pitchFamily="18" charset="0"/>
              </a:rPr>
              <a:t>3. </a:t>
            </a:r>
            <a:r>
              <a:rPr lang="es-CL" b="1" dirty="0">
                <a:solidFill>
                  <a:srgbClr val="0E0E0E"/>
                </a:solidFill>
                <a:effectLst/>
                <a:latin typeface=".SF NS"/>
              </a:rPr>
              <a:t>Determina y describe las pruebas más apropiadas para evaluar la funcionalidad de actualización de información de productos, considerando la necesidad de asegurar la integridad de los datos y las restricciones de tiempo para la entrega del proyecto.</a:t>
            </a:r>
            <a:endParaRPr lang="es-CL" dirty="0">
              <a:solidFill>
                <a:srgbClr val="0E0E0E"/>
              </a:solidFill>
              <a:effectLst/>
              <a:latin typeface=".SF NS"/>
            </a:endParaRPr>
          </a:p>
          <a:p>
            <a:r>
              <a:rPr lang="es-CL" dirty="0">
                <a:solidFill>
                  <a:srgbClr val="0E0E0E"/>
                </a:solidFill>
                <a:effectLst/>
                <a:latin typeface=".SF NS"/>
              </a:rPr>
              <a:t>• </a:t>
            </a:r>
            <a:r>
              <a:rPr lang="es-CL" b="1" dirty="0">
                <a:solidFill>
                  <a:srgbClr val="0E0E0E"/>
                </a:solidFill>
                <a:effectLst/>
                <a:latin typeface=".SF NS"/>
              </a:rPr>
              <a:t>Indicador:</a:t>
            </a:r>
            <a:r>
              <a:rPr lang="es-CL" dirty="0">
                <a:solidFill>
                  <a:srgbClr val="0E0E0E"/>
                </a:solidFill>
                <a:effectLst/>
                <a:latin typeface=".SF NS"/>
              </a:rPr>
              <a:t> Determina las pruebas más apropiadas para los requerimientos, considerando factores como la complejidad del sistema, los objetivos del cliente y las restricciones de tiempo y recursos disponibles.</a:t>
            </a:r>
          </a:p>
        </p:txBody>
      </p:sp>
    </p:spTree>
    <p:extLst>
      <p:ext uri="{BB962C8B-B14F-4D97-AF65-F5344CB8AC3E}">
        <p14:creationId xmlns:p14="http://schemas.microsoft.com/office/powerpoint/2010/main" val="259042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383254" y="243437"/>
            <a:ext cx="10113461" cy="602137"/>
          </a:xfrm>
        </p:spPr>
        <p:txBody>
          <a:bodyPr/>
          <a:lstStyle/>
          <a:p>
            <a:r>
              <a:rPr lang="es-ES" dirty="0">
                <a:solidFill>
                  <a:srgbClr val="00263E"/>
                </a:solidFill>
                <a:latin typeface="Gotham"/>
              </a:rPr>
              <a:t>Desarrollo del mini 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08629" y="847768"/>
            <a:ext cx="11240901" cy="5755422"/>
          </a:xfrm>
          <a:prstGeom prst="rect">
            <a:avLst/>
          </a:prstGeom>
          <a:noFill/>
        </p:spPr>
        <p:txBody>
          <a:bodyPr wrap="square" lIns="91440" tIns="45720" rIns="91440" bIns="45720" rtlCol="0" anchor="t">
            <a:spAutoFit/>
          </a:bodyPr>
          <a:lstStyle/>
          <a:p>
            <a:pPr algn="just"/>
            <a:r>
              <a:rPr lang="es-CL" sz="1600" b="1" dirty="0">
                <a:solidFill>
                  <a:srgbClr val="0E0E0E"/>
                </a:solidFill>
                <a:effectLst/>
                <a:latin typeface="Times New Roman"/>
                <a:cs typeface="Times New Roman"/>
              </a:rPr>
              <a:t>1. </a:t>
            </a:r>
            <a:r>
              <a:rPr lang="es-CL" sz="1600" b="1" dirty="0">
                <a:solidFill>
                  <a:srgbClr val="0E0E0E"/>
                </a:solidFill>
                <a:effectLst/>
                <a:latin typeface=".SF NS"/>
              </a:rPr>
              <a:t>Pruebas de Funcionalidad de Búsqueda Detallada:</a:t>
            </a:r>
          </a:p>
          <a:p>
            <a:pPr lvl="1" algn="just"/>
            <a:r>
              <a:rPr lang="es-CL" sz="1600" dirty="0">
                <a:solidFill>
                  <a:srgbClr val="0E0E0E"/>
                </a:solidFill>
                <a:effectLst/>
                <a:latin typeface=".SF NS"/>
              </a:rPr>
              <a:t>Seleccionaría pruebas de integración y pruebas de sistema. Las pruebas de integración aseguran que los diferentes módulos del sistema (por ejemplo, el módulo de búsqueda y la base de datos) funcionen correctamente cuando se combinan. Las pruebas de sistema verifican que la funcionalidad de búsqueda detallada cumple con los requisitos del cliente, evaluando cómo el sistema completo maneja la búsqueda de productos en diferentes escenarios, incluyendo búsquedas con múltiples filtros y grandes volúmenes de datos. Dado que la funcionalidad de búsqueda es compleja y crítica para la usabilidad del sistema, es esencial que se pruebe exhaustivamente en un entorno lo más cercano posible al de producción.</a:t>
            </a:r>
          </a:p>
          <a:p>
            <a:pPr algn="just"/>
            <a:r>
              <a:rPr lang="es-CL" sz="1600" b="1" dirty="0">
                <a:solidFill>
                  <a:srgbClr val="0E0E0E"/>
                </a:solidFill>
                <a:effectLst/>
                <a:latin typeface="Times New Roman"/>
                <a:cs typeface="Times New Roman"/>
              </a:rPr>
              <a:t>2. </a:t>
            </a:r>
            <a:r>
              <a:rPr lang="es-CL" sz="1600" b="1" dirty="0">
                <a:solidFill>
                  <a:srgbClr val="0E0E0E"/>
                </a:solidFill>
                <a:effectLst/>
                <a:latin typeface=".SF NS"/>
              </a:rPr>
              <a:t>Pruebas para el Módulo de Generación de Informes:</a:t>
            </a:r>
          </a:p>
          <a:p>
            <a:pPr lvl="1" algn="just"/>
            <a:r>
              <a:rPr lang="es-CL" sz="1600" dirty="0">
                <a:solidFill>
                  <a:srgbClr val="0E0E0E"/>
                </a:solidFill>
                <a:effectLst/>
                <a:latin typeface=".SF NS"/>
              </a:rPr>
              <a:t>• Pruebas Unitarias: Validan cada componente individual del módulo de generación de informes, como funciones que calculan estadísticas o formatean datos.</a:t>
            </a:r>
          </a:p>
          <a:p>
            <a:pPr lvl="1" algn="just"/>
            <a:r>
              <a:rPr lang="es-CL" sz="1600" dirty="0">
                <a:solidFill>
                  <a:srgbClr val="0E0E0E"/>
                </a:solidFill>
                <a:effectLst/>
                <a:latin typeface=".SF NS"/>
              </a:rPr>
              <a:t>• Pruebas de Integración: Aseguran que los componentes del módulo de generación de informes interactúan correctamente con otros módulos, como la base de datos y la interfaz de usuario.</a:t>
            </a:r>
          </a:p>
          <a:p>
            <a:pPr lvl="1" algn="just"/>
            <a:r>
              <a:rPr lang="es-CL" sz="1600" dirty="0">
                <a:solidFill>
                  <a:srgbClr val="0E0E0E"/>
                </a:solidFill>
                <a:effectLst/>
                <a:latin typeface=".SF NS"/>
              </a:rPr>
              <a:t>• Pruebas de Sistema: Verifican que el módulo de generación de informes funcione correctamente en el contexto del sistema completo, incluyendo la correcta generación y visualización de informes en diferentes escenarios de uso.</a:t>
            </a:r>
          </a:p>
          <a:p>
            <a:pPr lvl="1" algn="just"/>
            <a:r>
              <a:rPr lang="es-CL" sz="1600" dirty="0">
                <a:solidFill>
                  <a:srgbClr val="0E0E0E"/>
                </a:solidFill>
                <a:effectLst/>
                <a:latin typeface=".SF NS"/>
              </a:rPr>
              <a:t>• Pruebas de Aceptación: Validan que el módulo de generación de informes cumple con los criterios de aceptación definidos por el cliente, asegurando que los informes generados satisfacen las necesidades y expectativas del usuario final.</a:t>
            </a:r>
          </a:p>
          <a:p>
            <a:pPr algn="just"/>
            <a:r>
              <a:rPr lang="es-CL" sz="1600" b="1" dirty="0">
                <a:solidFill>
                  <a:srgbClr val="0E0E0E"/>
                </a:solidFill>
                <a:effectLst/>
                <a:latin typeface="Times New Roman"/>
                <a:cs typeface="Times New Roman"/>
              </a:rPr>
              <a:t>3. </a:t>
            </a:r>
            <a:r>
              <a:rPr lang="es-CL" sz="1600" b="1" dirty="0">
                <a:solidFill>
                  <a:srgbClr val="0E0E0E"/>
                </a:solidFill>
                <a:effectLst/>
                <a:latin typeface=".SF NS"/>
              </a:rPr>
              <a:t>Pruebas para la Funcionalidad de Actualización de Información de Productos:</a:t>
            </a:r>
          </a:p>
          <a:p>
            <a:pPr lvl="1" algn="just"/>
            <a:r>
              <a:rPr lang="es-CL" sz="1600" dirty="0">
                <a:solidFill>
                  <a:srgbClr val="0E0E0E"/>
                </a:solidFill>
                <a:effectLst/>
                <a:latin typeface=".SF NS"/>
              </a:rPr>
              <a:t>Las pruebas más apropiadas incluirían pruebas de regresión y pruebas de integración. Las pruebas de regresión aseguran que nuevas actualizaciones en la información de productos no introduzcan errores en funcionalidades existentes. Las pruebas de integración son esenciales para verificar que la actualización de productos se refleje correctamente en toda la aplicación, garantizando que las interacciones entre módulos (como la actualización en la base de datos y la interfaz de usuario) sean correctas. Considerando las restricciones de tiempo, las pruebas automatizadas serían beneficiosas para realizar estas verificaciones de manera rápida y eficiente, asegurando la integridad de los datos sin comprometer los plazos del proyecto.</a:t>
            </a:r>
          </a:p>
        </p:txBody>
      </p:sp>
    </p:spTree>
    <p:extLst>
      <p:ext uri="{BB962C8B-B14F-4D97-AF65-F5344CB8AC3E}">
        <p14:creationId xmlns:p14="http://schemas.microsoft.com/office/powerpoint/2010/main" val="3301203654"/>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F4E0E8-DCD7-4FED-941D-0AB556AD80FE}">
  <ds:schemaRefs>
    <ds:schemaRef ds:uri="http://schemas.microsoft.com/sharepoint/v3/contenttype/forms"/>
  </ds:schemaRefs>
</ds:datastoreItem>
</file>

<file path=customXml/itemProps2.xml><?xml version="1.0" encoding="utf-8"?>
<ds:datastoreItem xmlns:ds="http://schemas.openxmlformats.org/officeDocument/2006/customXml" ds:itemID="{F0D21582-FC00-409E-B0FE-B85F4A2AD932}">
  <ds:schemaRefs>
    <ds:schemaRef ds:uri="http://purl.org/dc/dcmitype/"/>
    <ds:schemaRef ds:uri="http://schemas.microsoft.com/office/2006/metadata/properties"/>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www.w3.org/XML/1998/namespace"/>
    <ds:schemaRef ds:uri="a78bb83c-f79f-4baf-ae30-fdf209467eca"/>
    <ds:schemaRef ds:uri="bda1ad10-d4bb-41ec-a603-c5fb97d92d9b"/>
    <ds:schemaRef ds:uri="http://purl.org/dc/terms/"/>
  </ds:schemaRefs>
</ds:datastoreItem>
</file>

<file path=customXml/itemProps3.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1</TotalTime>
  <Words>2255</Words>
  <Application>Microsoft Office PowerPoint</Application>
  <PresentationFormat>Panorámica</PresentationFormat>
  <Paragraphs>98</Paragraphs>
  <Slides>14</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.SF NS</vt:lpstr>
      <vt:lpstr>Arial</vt:lpstr>
      <vt:lpstr>Calibri</vt:lpstr>
      <vt:lpstr>Gotham</vt:lpstr>
      <vt:lpstr>Times New Roman</vt:lpstr>
      <vt:lpstr>Plantilla Institucional CIISA</vt:lpstr>
      <vt:lpstr>Planificación y Selección de Pruebas en el Desarrollo de Software </vt:lpstr>
      <vt:lpstr>ÍNDICE</vt:lpstr>
      <vt:lpstr>Resumen unidad</vt:lpstr>
      <vt:lpstr>Resumen unidad</vt:lpstr>
      <vt:lpstr>Resumen unidad</vt:lpstr>
      <vt:lpstr>Fase de retroalimentación</vt:lpstr>
      <vt:lpstr>Apunte activador de aprendizaje</vt:lpstr>
      <vt:lpstr>Apunte activador de aprendizaje</vt:lpstr>
      <vt:lpstr>Apunte activador de aprendizaje</vt:lpstr>
      <vt:lpstr>Foro crítico reflexivo</vt:lpstr>
      <vt:lpstr>Mini problema​</vt:lpstr>
      <vt:lpstr>Desarrollo del mini caso/problema</vt:lpstr>
      <vt:lpstr>Desarrollo del mini caso/problema</vt:lpstr>
      <vt:lpstr>Desarrollo del mini problema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Isabel Bravo Garcia</cp:lastModifiedBy>
  <cp:revision>16</cp:revision>
  <dcterms:created xsi:type="dcterms:W3CDTF">2023-07-19T16:06:31Z</dcterms:created>
  <dcterms:modified xsi:type="dcterms:W3CDTF">2025-04-21T15:24:12Z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