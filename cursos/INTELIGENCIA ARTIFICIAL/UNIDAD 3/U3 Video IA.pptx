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3" r:id="rId2"/>
    <p:sldId id="271" r:id="rId3"/>
    <p:sldId id="27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B42"/>
    <a:srgbClr val="3C3C3B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3CF3A1-BE7B-B2DB-7162-A6489FDFA892}" v="4" dt="2024-06-17T14:52:27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444" autoAdjust="0"/>
  </p:normalViewPr>
  <p:slideViewPr>
    <p:cSldViewPr snapToGrid="0" showGuides="1">
      <p:cViewPr varScale="1">
        <p:scale>
          <a:sx n="107" d="100"/>
          <a:sy n="107" d="100"/>
        </p:scale>
        <p:origin x="576" y="16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01-08-25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2925" y="3533775"/>
            <a:ext cx="5457825" cy="1051947"/>
          </a:xfrm>
        </p:spPr>
        <p:txBody>
          <a:bodyPr anchor="ctr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s-CL" sz="3600" b="1" dirty="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dirty="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 dirty="0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2923" y="4680972"/>
            <a:ext cx="5457825" cy="635654"/>
          </a:xfrm>
        </p:spPr>
        <p:txBody>
          <a:bodyPr anchor="ctr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nterio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476625" y="256143"/>
            <a:ext cx="5048250" cy="602137"/>
          </a:xfrm>
        </p:spPr>
        <p:txBody>
          <a:bodyPr/>
          <a:lstStyle>
            <a:lvl1pPr marL="0" algn="l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dirty="0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 dirty="0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dirty="0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323850" y="1057275"/>
            <a:ext cx="11687175" cy="5391149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bio Capi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3F4D12D4-8C14-83E1-5B2F-7EEFB0B28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006" y="3985648"/>
            <a:ext cx="5445988" cy="635654"/>
          </a:xfrm>
        </p:spPr>
        <p:txBody>
          <a:bodyPr>
            <a:noAutofit/>
          </a:bodyPr>
          <a:lstStyle>
            <a:lvl1pPr algn="ctr">
              <a:defRPr sz="1600" b="0">
                <a:solidFill>
                  <a:schemeClr val="bg1"/>
                </a:solidFill>
              </a:defRPr>
            </a:lvl1pPr>
          </a:lstStyle>
          <a:p>
            <a:pPr algn="l"/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dirty="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 dirty="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64C8285-42B1-53CF-3E6E-0B2173629A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3006" y="2802449"/>
            <a:ext cx="5445988" cy="1051947"/>
          </a:xfrm>
        </p:spPr>
        <p:txBody>
          <a:bodyPr anchor="ctr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s-CL" sz="3600" b="1" dirty="0">
                <a:solidFill>
                  <a:schemeClr val="bg1"/>
                </a:solidFill>
                <a:latin typeface="Gotham" panose="02000603040000020004" pitchFamily="50" charset="0"/>
              </a:rPr>
              <a:t>Cambio Capitulo</a:t>
            </a:r>
          </a:p>
        </p:txBody>
      </p:sp>
    </p:spTree>
    <p:extLst>
      <p:ext uri="{BB962C8B-B14F-4D97-AF65-F5344CB8AC3E}">
        <p14:creationId xmlns:p14="http://schemas.microsoft.com/office/powerpoint/2010/main" val="217402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5366" y="3712677"/>
            <a:ext cx="754328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5366" y="516343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10657821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E5AD060-4AFB-8901-C906-0B9DE90F2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7" y="3711905"/>
            <a:ext cx="9847984" cy="1051947"/>
          </a:xfrm>
        </p:spPr>
        <p:txBody>
          <a:bodyPr>
            <a:normAutofit fontScale="90000"/>
          </a:bodyPr>
          <a:lstStyle/>
          <a:p>
            <a:r>
              <a:rPr lang="es-CL" dirty="0"/>
              <a:t>VIDEO</a:t>
            </a:r>
            <a:br>
              <a:rPr lang="es-CL" dirty="0"/>
            </a:br>
            <a:br>
              <a:rPr lang="es-CL" dirty="0"/>
            </a:br>
            <a:r>
              <a:rPr lang="es-CL" dirty="0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52190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A26B8-2D2D-4B7C-DD7B-33D4FEE1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4162" y="730818"/>
            <a:ext cx="5048250" cy="602137"/>
          </a:xfrm>
        </p:spPr>
        <p:txBody>
          <a:bodyPr/>
          <a:lstStyle/>
          <a:p>
            <a:r>
              <a:rPr lang="es-CL" dirty="0"/>
              <a:t>VIDEO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2A3374-21EB-8524-7BE4-935BB9DFFB71}"/>
              </a:ext>
            </a:extLst>
          </p:cNvPr>
          <p:cNvSpPr txBox="1"/>
          <p:nvPr/>
        </p:nvSpPr>
        <p:spPr>
          <a:xfrm>
            <a:off x="3613067" y="2967335"/>
            <a:ext cx="4965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hlinkClick r:id="rId2" tooltip="https://vimeo.com/1106578210"/>
              </a:rPr>
              <a:t>https://vimeo.com</a:t>
            </a:r>
            <a:r>
              <a:rPr lang="es-CL" sz="2400">
                <a:hlinkClick r:id="rId2" tooltip="https://vimeo.com/1106578210"/>
              </a:rPr>
              <a:t>/1106578210</a:t>
            </a:r>
            <a:endParaRPr lang="es-CL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3A1FE9-7301-0F7B-431B-6C3EFFC96AAA}"/>
              </a:ext>
            </a:extLst>
          </p:cNvPr>
          <p:cNvSpPr txBox="1"/>
          <p:nvPr/>
        </p:nvSpPr>
        <p:spPr>
          <a:xfrm>
            <a:off x="746165" y="1814945"/>
            <a:ext cx="100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En el siguiente enlace encontrarás el video correspondiente a la unidad 3 de esta asignatura:</a:t>
            </a:r>
          </a:p>
        </p:txBody>
      </p:sp>
    </p:spTree>
    <p:extLst>
      <p:ext uri="{BB962C8B-B14F-4D97-AF65-F5344CB8AC3E}">
        <p14:creationId xmlns:p14="http://schemas.microsoft.com/office/powerpoint/2010/main" val="248113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9448-E79C-0CA1-3D30-59FA354A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BEB7E-DFAD-CCF7-35F4-2A0F83497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7" y="3711905"/>
            <a:ext cx="9847984" cy="1051947"/>
          </a:xfrm>
        </p:spPr>
        <p:txBody>
          <a:bodyPr>
            <a:normAutofit fontScale="90000"/>
          </a:bodyPr>
          <a:lstStyle/>
          <a:p>
            <a:r>
              <a:rPr lang="es-CL" dirty="0"/>
              <a:t>VIDEO</a:t>
            </a:r>
            <a:br>
              <a:rPr lang="es-CL" dirty="0"/>
            </a:br>
            <a:br>
              <a:rPr lang="es-CL" dirty="0"/>
            </a:br>
            <a:r>
              <a:rPr lang="es-CL" dirty="0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6856200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148</TotalTime>
  <Words>34</Words>
  <Application>Microsoft Macintosh PowerPoint</Application>
  <PresentationFormat>Panorámica</PresentationFormat>
  <Paragraphs>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Gotham</vt:lpstr>
      <vt:lpstr>Calibri</vt:lpstr>
      <vt:lpstr>Retrospección</vt:lpstr>
      <vt:lpstr>VIDEO  INTELIGENCIA ARTIFICIAL</vt:lpstr>
      <vt:lpstr>VIDEO</vt:lpstr>
      <vt:lpstr>VIDEO  INTELIGENCIA ARTIFICIAL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Maria Cecilia Godoy Morales</cp:lastModifiedBy>
  <cp:revision>15</cp:revision>
  <dcterms:created xsi:type="dcterms:W3CDTF">2023-07-19T16:06:31Z</dcterms:created>
  <dcterms:modified xsi:type="dcterms:W3CDTF">2025-08-01T20:28:15Z</dcterms:modified>
</cp:coreProperties>
</file>