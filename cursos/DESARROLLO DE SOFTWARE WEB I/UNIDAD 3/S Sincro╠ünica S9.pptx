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6"/>
  </p:notesMasterIdLst>
  <p:sldIdLst>
    <p:sldId id="2076137705" r:id="rId5"/>
    <p:sldId id="2076137706" r:id="rId6"/>
    <p:sldId id="2076137712" r:id="rId7"/>
    <p:sldId id="2076137708" r:id="rId8"/>
    <p:sldId id="2076137715" r:id="rId9"/>
    <p:sldId id="2076137725" r:id="rId10"/>
    <p:sldId id="2076137722" r:id="rId11"/>
    <p:sldId id="2076137719" r:id="rId12"/>
    <p:sldId id="2076137707" r:id="rId13"/>
    <p:sldId id="2076137704" r:id="rId14"/>
    <p:sldId id="2076137726"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64DFE0A-DF80-3E30-C204-25B1D5565698}" name="Alejandra Bravo Garcia" initials="AG" userId="S::alejandra.bravo@ipss.cl::4cf5125d-f567-4a98-9bb5-4ea9ae908f01" providerId="AD"/>
  <p188:author id="{DFC5AA2A-7322-24C3-9B68-AD7395C41981}" name="Alejandra Bravo Garcia" initials="AG" userId="S::abravo@ciisa.cl::4cf5125d-f567-4a98-9bb5-4ea9ae908f01" providerId="AD"/>
  <p188:author id="{56A303EC-24C9-A366-E7A3-68AFB5B8C733}" name="Lorena Massone Bresler" initials="LM" userId="S::lmassone@ciisa.cl::02953e08-4597-4d31-a081-9f68326755d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4B61"/>
    <a:srgbClr val="496073"/>
    <a:srgbClr val="00263E"/>
    <a:srgbClr val="798998"/>
    <a:srgbClr val="3C3C3B"/>
    <a:srgbClr val="C7AC7A"/>
    <a:srgbClr val="102B42"/>
    <a:srgbClr val="13A438"/>
    <a:srgbClr val="6719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guide orient="horz" pos="2160"/>
        <p:guide pos="386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AN DELGADO SORNES" userId="S::jdelgado@ciisa.cl::2614d74f-184c-4524-af18-c1f1f5028b6b" providerId="AD" clId="Web-{88DD6096-58A0-8A3C-786C-E84BF44518A9}"/>
    <pc:docChg chg="delSld modSld">
      <pc:chgData name="JUAN DELGADO SORNES" userId="S::jdelgado@ciisa.cl::2614d74f-184c-4524-af18-c1f1f5028b6b" providerId="AD" clId="Web-{88DD6096-58A0-8A3C-786C-E84BF44518A9}" dt="2024-07-23T14:09:27.140" v="193"/>
      <pc:docMkLst>
        <pc:docMk/>
      </pc:docMkLst>
      <pc:sldChg chg="modSp">
        <pc:chgData name="JUAN DELGADO SORNES" userId="S::jdelgado@ciisa.cl::2614d74f-184c-4524-af18-c1f1f5028b6b" providerId="AD" clId="Web-{88DD6096-58A0-8A3C-786C-E84BF44518A9}" dt="2024-07-23T14:09:20.671" v="188" actId="20577"/>
        <pc:sldMkLst>
          <pc:docMk/>
          <pc:sldMk cId="1943926825" sldId="2076137704"/>
        </pc:sldMkLst>
      </pc:sldChg>
      <pc:sldChg chg="modSp">
        <pc:chgData name="JUAN DELGADO SORNES" userId="S::jdelgado@ciisa.cl::2614d74f-184c-4524-af18-c1f1f5028b6b" providerId="AD" clId="Web-{88DD6096-58A0-8A3C-786C-E84BF44518A9}" dt="2024-07-23T13:55:08.538" v="12" actId="1076"/>
        <pc:sldMkLst>
          <pc:docMk/>
          <pc:sldMk cId="3167001994" sldId="2076137705"/>
        </pc:sldMkLst>
      </pc:sldChg>
      <pc:sldChg chg="modSp">
        <pc:chgData name="JUAN DELGADO SORNES" userId="S::jdelgado@ciisa.cl::2614d74f-184c-4524-af18-c1f1f5028b6b" providerId="AD" clId="Web-{88DD6096-58A0-8A3C-786C-E84BF44518A9}" dt="2024-07-23T14:02:05.674" v="132" actId="20577"/>
        <pc:sldMkLst>
          <pc:docMk/>
          <pc:sldMk cId="3631252662" sldId="2076137712"/>
        </pc:sldMkLst>
      </pc:sldChg>
      <pc:sldChg chg="modSp">
        <pc:chgData name="JUAN DELGADO SORNES" userId="S::jdelgado@ciisa.cl::2614d74f-184c-4524-af18-c1f1f5028b6b" providerId="AD" clId="Web-{88DD6096-58A0-8A3C-786C-E84BF44518A9}" dt="2024-07-23T14:07:05.756" v="171" actId="20577"/>
        <pc:sldMkLst>
          <pc:docMk/>
          <pc:sldMk cId="3308352145" sldId="2076137715"/>
        </pc:sldMkLst>
      </pc:sldChg>
      <pc:sldChg chg="modSp">
        <pc:chgData name="JUAN DELGADO SORNES" userId="S::jdelgado@ciisa.cl::2614d74f-184c-4524-af18-c1f1f5028b6b" providerId="AD" clId="Web-{88DD6096-58A0-8A3C-786C-E84BF44518A9}" dt="2024-07-23T14:06:20.659" v="163" actId="20577"/>
        <pc:sldMkLst>
          <pc:docMk/>
          <pc:sldMk cId="2869556707" sldId="2076137719"/>
        </pc:sldMkLst>
      </pc:sldChg>
      <pc:sldChg chg="modSp">
        <pc:chgData name="JUAN DELGADO SORNES" userId="S::jdelgado@ciisa.cl::2614d74f-184c-4524-af18-c1f1f5028b6b" providerId="AD" clId="Web-{88DD6096-58A0-8A3C-786C-E84BF44518A9}" dt="2024-07-23T14:05:50.235" v="153" actId="20577"/>
        <pc:sldMkLst>
          <pc:docMk/>
          <pc:sldMk cId="2528609949" sldId="2076137722"/>
        </pc:sldMkLst>
      </pc:sldChg>
      <pc:sldChg chg="modSp">
        <pc:chgData name="JUAN DELGADO SORNES" userId="S::jdelgado@ciisa.cl::2614d74f-184c-4524-af18-c1f1f5028b6b" providerId="AD" clId="Web-{88DD6096-58A0-8A3C-786C-E84BF44518A9}" dt="2024-07-23T14:07:51.899" v="177" actId="20577"/>
        <pc:sldMkLst>
          <pc:docMk/>
          <pc:sldMk cId="3454640114" sldId="2076137725"/>
        </pc:sldMkLst>
      </pc:sldChg>
      <pc:sldChg chg="modSp">
        <pc:chgData name="JUAN DELGADO SORNES" userId="S::jdelgado@ciisa.cl::2614d74f-184c-4524-af18-c1f1f5028b6b" providerId="AD" clId="Web-{88DD6096-58A0-8A3C-786C-E84BF44518A9}" dt="2024-07-23T14:09:25.312" v="192" actId="20577"/>
        <pc:sldMkLst>
          <pc:docMk/>
          <pc:sldMk cId="3849140702" sldId="2076137726"/>
        </pc:sldMkLst>
      </pc:sldChg>
      <pc:sldChg chg="del">
        <pc:chgData name="JUAN DELGADO SORNES" userId="S::jdelgado@ciisa.cl::2614d74f-184c-4524-af18-c1f1f5028b6b" providerId="AD" clId="Web-{88DD6096-58A0-8A3C-786C-E84BF44518A9}" dt="2024-07-23T14:09:27.140" v="193"/>
        <pc:sldMkLst>
          <pc:docMk/>
          <pc:sldMk cId="1895873583" sldId="2076137727"/>
        </pc:sldMkLst>
      </pc:sldChg>
    </pc:docChg>
  </pc:docChgLst>
  <pc:docChgLst>
    <pc:chgData name="JUAN DELGADO SORNES" userId="S::jdelgado@ciisa.cl::2614d74f-184c-4524-af18-c1f1f5028b6b" providerId="AD" clId="Web-{4D73F0CF-0957-D71E-7113-14C78C99D2EE}"/>
    <pc:docChg chg="modSld">
      <pc:chgData name="JUAN DELGADO SORNES" userId="S::jdelgado@ciisa.cl::2614d74f-184c-4524-af18-c1f1f5028b6b" providerId="AD" clId="Web-{4D73F0CF-0957-D71E-7113-14C78C99D2EE}" dt="2024-07-31T13:53:51.526" v="7" actId="20577"/>
      <pc:docMkLst>
        <pc:docMk/>
      </pc:docMkLst>
      <pc:sldChg chg="modSp">
        <pc:chgData name="JUAN DELGADO SORNES" userId="S::jdelgado@ciisa.cl::2614d74f-184c-4524-af18-c1f1f5028b6b" providerId="AD" clId="Web-{4D73F0CF-0957-D71E-7113-14C78C99D2EE}" dt="2024-07-31T13:53:51.526" v="7" actId="20577"/>
        <pc:sldMkLst>
          <pc:docMk/>
          <pc:sldMk cId="3308352145" sldId="2076137715"/>
        </pc:sldMkLst>
      </pc:sldChg>
    </pc:docChg>
  </pc:docChgLst>
  <pc:docChgLst>
    <pc:chgData name="César Díaz" userId="ed34fad7-0c20-4e51-b35e-19bd778b9593" providerId="ADAL" clId="{51ACDB2D-09DD-490E-A1C2-29B24CBAEA85}"/>
    <pc:docChg chg="custSel modSld modMainMaster">
      <pc:chgData name="César Díaz" userId="ed34fad7-0c20-4e51-b35e-19bd778b9593" providerId="ADAL" clId="{51ACDB2D-09DD-490E-A1C2-29B24CBAEA85}" dt="2023-08-08T17:01:27.407" v="8" actId="14100"/>
      <pc:docMkLst>
        <pc:docMk/>
      </pc:docMkLst>
      <pc:sldChg chg="addSp delSp modSp mod">
        <pc:chgData name="César Díaz" userId="ed34fad7-0c20-4e51-b35e-19bd778b9593" providerId="ADAL" clId="{51ACDB2D-09DD-490E-A1C2-29B24CBAEA85}" dt="2023-08-08T16:51:13.533" v="3" actId="21"/>
        <pc:sldMkLst>
          <pc:docMk/>
          <pc:sldMk cId="3167001994" sldId="2076137705"/>
        </pc:sldMkLst>
      </pc:sldChg>
      <pc:sldMasterChg chg="modSldLayout">
        <pc:chgData name="César Díaz" userId="ed34fad7-0c20-4e51-b35e-19bd778b9593" providerId="ADAL" clId="{51ACDB2D-09DD-490E-A1C2-29B24CBAEA85}" dt="2023-08-08T17:01:27.407" v="8" actId="14100"/>
        <pc:sldMasterMkLst>
          <pc:docMk/>
          <pc:sldMasterMk cId="2491898207" sldId="2147483660"/>
        </pc:sldMasterMkLst>
        <pc:sldLayoutChg chg="addSp delSp modSp mod">
          <pc:chgData name="César Díaz" userId="ed34fad7-0c20-4e51-b35e-19bd778b9593" providerId="ADAL" clId="{51ACDB2D-09DD-490E-A1C2-29B24CBAEA85}" dt="2023-08-08T17:01:27.407" v="8" actId="14100"/>
          <pc:sldLayoutMkLst>
            <pc:docMk/>
            <pc:sldMasterMk cId="2491898207" sldId="2147483660"/>
            <pc:sldLayoutMk cId="639590872" sldId="2147483662"/>
          </pc:sldLayoutMkLst>
        </pc:sldLayoutChg>
      </pc:sldMasterChg>
    </pc:docChg>
  </pc:docChgLst>
  <pc:docChgLst>
    <pc:chgData clId="Web-{0C7C68CD-4252-0A6D-15C3-C924E9AF0243}"/>
    <pc:docChg chg="modSld">
      <pc:chgData name="" userId="" providerId="" clId="Web-{0C7C68CD-4252-0A6D-15C3-C924E9AF0243}" dt="2024-07-25T13:37:16.879" v="4" actId="20577"/>
      <pc:docMkLst>
        <pc:docMk/>
      </pc:docMkLst>
      <pc:sldChg chg="modSp">
        <pc:chgData name="" userId="" providerId="" clId="Web-{0C7C68CD-4252-0A6D-15C3-C924E9AF0243}" dt="2024-07-25T13:37:16.879" v="4" actId="20577"/>
        <pc:sldMkLst>
          <pc:docMk/>
          <pc:sldMk cId="3167001994" sldId="2076137705"/>
        </pc:sldMkLst>
      </pc:sldChg>
    </pc:docChg>
  </pc:docChgLst>
  <pc:docChgLst>
    <pc:chgData name="Alejandra Bravo Garcia" userId="S::abravo@ciisa.cl::4cf5125d-f567-4a98-9bb5-4ea9ae908f01" providerId="AD" clId="Web-{5663FD55-0FF0-C7B0-5920-2AD260876C3B}"/>
    <pc:docChg chg="addSld modSld">
      <pc:chgData name="Alejandra Bravo Garcia" userId="S::abravo@ciisa.cl::4cf5125d-f567-4a98-9bb5-4ea9ae908f01" providerId="AD" clId="Web-{5663FD55-0FF0-C7B0-5920-2AD260876C3B}" dt="2024-02-05T19:06:45.962" v="530"/>
      <pc:docMkLst>
        <pc:docMk/>
      </pc:docMkLst>
      <pc:sldChg chg="modSp">
        <pc:chgData name="Alejandra Bravo Garcia" userId="S::abravo@ciisa.cl::4cf5125d-f567-4a98-9bb5-4ea9ae908f01" providerId="AD" clId="Web-{5663FD55-0FF0-C7B0-5920-2AD260876C3B}" dt="2024-02-05T18:56:38.301" v="323" actId="20577"/>
        <pc:sldMkLst>
          <pc:docMk/>
          <pc:sldMk cId="1943926825" sldId="2076137704"/>
        </pc:sldMkLst>
      </pc:sldChg>
      <pc:sldChg chg="modSp">
        <pc:chgData name="Alejandra Bravo Garcia" userId="S::abravo@ciisa.cl::4cf5125d-f567-4a98-9bb5-4ea9ae908f01" providerId="AD" clId="Web-{5663FD55-0FF0-C7B0-5920-2AD260876C3B}" dt="2024-02-05T18:41:16.129" v="5" actId="20577"/>
        <pc:sldMkLst>
          <pc:docMk/>
          <pc:sldMk cId="3167001994" sldId="2076137705"/>
        </pc:sldMkLst>
      </pc:sldChg>
      <pc:sldChg chg="modSp addCm">
        <pc:chgData name="Alejandra Bravo Garcia" userId="S::abravo@ciisa.cl::4cf5125d-f567-4a98-9bb5-4ea9ae908f01" providerId="AD" clId="Web-{5663FD55-0FF0-C7B0-5920-2AD260876C3B}" dt="2024-02-05T19:06:45.962" v="530"/>
        <pc:sldMkLst>
          <pc:docMk/>
          <pc:sldMk cId="2328334949" sldId="2076137706"/>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5663FD55-0FF0-C7B0-5920-2AD260876C3B}" dt="2024-02-05T19:06:45.962" v="530"/>
              <pc2:cmMkLst xmlns:pc2="http://schemas.microsoft.com/office/powerpoint/2019/9/main/command">
                <pc:docMk/>
                <pc:sldMk cId="2328334949" sldId="2076137706"/>
                <pc2:cmMk id="{84263B4C-CCB3-41C4-AE97-EC1638A00CC0}"/>
              </pc2:cmMkLst>
            </pc226:cmChg>
          </p:ext>
        </pc:extLst>
      </pc:sldChg>
      <pc:sldChg chg="addCm">
        <pc:chgData name="Alejandra Bravo Garcia" userId="S::abravo@ciisa.cl::4cf5125d-f567-4a98-9bb5-4ea9ae908f01" providerId="AD" clId="Web-{5663FD55-0FF0-C7B0-5920-2AD260876C3B}" dt="2024-02-05T19:00:17.464" v="528"/>
        <pc:sldMkLst>
          <pc:docMk/>
          <pc:sldMk cId="3308352145" sldId="2076137715"/>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5663FD55-0FF0-C7B0-5920-2AD260876C3B}" dt="2024-02-05T19:00:17.464" v="528"/>
              <pc2:cmMkLst xmlns:pc2="http://schemas.microsoft.com/office/powerpoint/2019/9/main/command">
                <pc:docMk/>
                <pc:sldMk cId="3308352145" sldId="2076137715"/>
                <pc2:cmMk id="{4BAB6D04-41AC-4F9A-B947-8BFC2771B8C9}"/>
              </pc2:cmMkLst>
            </pc226:cmChg>
          </p:ext>
        </pc:extLst>
      </pc:sldChg>
      <pc:sldChg chg="modSp add replId">
        <pc:chgData name="Alejandra Bravo Garcia" userId="S::abravo@ciisa.cl::4cf5125d-f567-4a98-9bb5-4ea9ae908f01" providerId="AD" clId="Web-{5663FD55-0FF0-C7B0-5920-2AD260876C3B}" dt="2024-02-05T18:59:09.806" v="527" actId="20577"/>
        <pc:sldMkLst>
          <pc:docMk/>
          <pc:sldMk cId="2590429962" sldId="2076137721"/>
        </pc:sldMkLst>
      </pc:sldChg>
    </pc:docChg>
  </pc:docChgLst>
  <pc:docChgLst>
    <pc:chgData name="María Neira (EXT)" userId="S::maria.neira.ext@ciisa.cl::40120b81-8f16-429e-99bf-099f22c85a12" providerId="AD" clId="Web-{7CCEFDCC-4009-D3D3-DF74-31A5EC894FC7}"/>
    <pc:docChg chg="modSld">
      <pc:chgData name="María Neira (EXT)" userId="S::maria.neira.ext@ciisa.cl::40120b81-8f16-429e-99bf-099f22c85a12" providerId="AD" clId="Web-{7CCEFDCC-4009-D3D3-DF74-31A5EC894FC7}" dt="2024-01-25T18:42:55.057" v="12" actId="20577"/>
      <pc:docMkLst>
        <pc:docMk/>
      </pc:docMkLst>
      <pc:sldChg chg="modSp">
        <pc:chgData name="María Neira (EXT)" userId="S::maria.neira.ext@ciisa.cl::40120b81-8f16-429e-99bf-099f22c85a12" providerId="AD" clId="Web-{7CCEFDCC-4009-D3D3-DF74-31A5EC894FC7}" dt="2024-01-25T18:42:55.057" v="12" actId="20577"/>
        <pc:sldMkLst>
          <pc:docMk/>
          <pc:sldMk cId="3308352145" sldId="2076137715"/>
        </pc:sldMkLst>
      </pc:sldChg>
    </pc:docChg>
  </pc:docChgLst>
  <pc:docChgLst>
    <pc:chgData name="JUAN DELGADO SORNES" userId="S::jdelgado@ciisa.cl::2614d74f-184c-4524-af18-c1f1f5028b6b" providerId="AD" clId="Web-{70ABC51D-4723-91BD-E430-BCF80C0F42F1}"/>
    <pc:docChg chg="modSld">
      <pc:chgData name="JUAN DELGADO SORNES" userId="S::jdelgado@ciisa.cl::2614d74f-184c-4524-af18-c1f1f5028b6b" providerId="AD" clId="Web-{70ABC51D-4723-91BD-E430-BCF80C0F42F1}" dt="2024-06-26T19:39:01.784" v="8"/>
      <pc:docMkLst>
        <pc:docMk/>
      </pc:docMkLst>
      <pc:sldChg chg="modSp">
        <pc:chgData name="JUAN DELGADO SORNES" userId="S::jdelgado@ciisa.cl::2614d74f-184c-4524-af18-c1f1f5028b6b" providerId="AD" clId="Web-{70ABC51D-4723-91BD-E430-BCF80C0F42F1}" dt="2024-06-26T19:39:01.784" v="8"/>
        <pc:sldMkLst>
          <pc:docMk/>
          <pc:sldMk cId="1943926825" sldId="2076137704"/>
        </pc:sldMkLst>
      </pc:sldChg>
      <pc:sldChg chg="modSp">
        <pc:chgData name="JUAN DELGADO SORNES" userId="S::jdelgado@ciisa.cl::2614d74f-184c-4524-af18-c1f1f5028b6b" providerId="AD" clId="Web-{70ABC51D-4723-91BD-E430-BCF80C0F42F1}" dt="2024-06-26T19:07:07.418" v="1" actId="20577"/>
        <pc:sldMkLst>
          <pc:docMk/>
          <pc:sldMk cId="3631252662" sldId="2076137712"/>
        </pc:sldMkLst>
      </pc:sldChg>
    </pc:docChg>
  </pc:docChgLst>
  <pc:docChgLst>
    <pc:chgData name="JUAN DELGADO SORNES" userId="S::jdelgado@ciisa.cl::2614d74f-184c-4524-af18-c1f1f5028b6b" providerId="AD" clId="Web-{5A326CD6-91B3-C223-45EA-AF4DB1D363B3}"/>
    <pc:docChg chg="addSld delSld modSld sldOrd">
      <pc:chgData name="JUAN DELGADO SORNES" userId="S::jdelgado@ciisa.cl::2614d74f-184c-4524-af18-c1f1f5028b6b" providerId="AD" clId="Web-{5A326CD6-91B3-C223-45EA-AF4DB1D363B3}" dt="2024-06-19T13:47:01.415" v="425" actId="20577"/>
      <pc:docMkLst>
        <pc:docMk/>
      </pc:docMkLst>
      <pc:sldChg chg="modSp">
        <pc:chgData name="JUAN DELGADO SORNES" userId="S::jdelgado@ciisa.cl::2614d74f-184c-4524-af18-c1f1f5028b6b" providerId="AD" clId="Web-{5A326CD6-91B3-C223-45EA-AF4DB1D363B3}" dt="2024-06-19T13:46:53.571" v="422" actId="20577"/>
        <pc:sldMkLst>
          <pc:docMk/>
          <pc:sldMk cId="1943926825" sldId="2076137704"/>
        </pc:sldMkLst>
      </pc:sldChg>
      <pc:sldChg chg="modSp">
        <pc:chgData name="JUAN DELGADO SORNES" userId="S::jdelgado@ciisa.cl::2614d74f-184c-4524-af18-c1f1f5028b6b" providerId="AD" clId="Web-{5A326CD6-91B3-C223-45EA-AF4DB1D363B3}" dt="2024-06-19T13:20:00.135" v="5" actId="20577"/>
        <pc:sldMkLst>
          <pc:docMk/>
          <pc:sldMk cId="3167001994" sldId="2076137705"/>
        </pc:sldMkLst>
      </pc:sldChg>
      <pc:sldChg chg="addSp delSp modSp">
        <pc:chgData name="JUAN DELGADO SORNES" userId="S::jdelgado@ciisa.cl::2614d74f-184c-4524-af18-c1f1f5028b6b" providerId="AD" clId="Web-{5A326CD6-91B3-C223-45EA-AF4DB1D363B3}" dt="2024-06-19T13:26:38.814" v="143"/>
        <pc:sldMkLst>
          <pc:docMk/>
          <pc:sldMk cId="3631252662" sldId="2076137712"/>
        </pc:sldMkLst>
      </pc:sldChg>
      <pc:sldChg chg="modSp">
        <pc:chgData name="JUAN DELGADO SORNES" userId="S::jdelgado@ciisa.cl::2614d74f-184c-4524-af18-c1f1f5028b6b" providerId="AD" clId="Web-{5A326CD6-91B3-C223-45EA-AF4DB1D363B3}" dt="2024-06-19T13:31:32.378" v="242" actId="1076"/>
        <pc:sldMkLst>
          <pc:docMk/>
          <pc:sldMk cId="3308352145" sldId="2076137715"/>
        </pc:sldMkLst>
      </pc:sldChg>
      <pc:sldChg chg="modSp">
        <pc:chgData name="JUAN DELGADO SORNES" userId="S::jdelgado@ciisa.cl::2614d74f-184c-4524-af18-c1f1f5028b6b" providerId="AD" clId="Web-{5A326CD6-91B3-C223-45EA-AF4DB1D363B3}" dt="2024-06-19T13:39:13.029" v="378" actId="1076"/>
        <pc:sldMkLst>
          <pc:docMk/>
          <pc:sldMk cId="2869556707" sldId="2076137719"/>
        </pc:sldMkLst>
      </pc:sldChg>
      <pc:sldChg chg="del">
        <pc:chgData name="JUAN DELGADO SORNES" userId="S::jdelgado@ciisa.cl::2614d74f-184c-4524-af18-c1f1f5028b6b" providerId="AD" clId="Web-{5A326CD6-91B3-C223-45EA-AF4DB1D363B3}" dt="2024-06-19T13:44:17.046" v="384"/>
        <pc:sldMkLst>
          <pc:docMk/>
          <pc:sldMk cId="2590429962" sldId="2076137721"/>
        </pc:sldMkLst>
      </pc:sldChg>
      <pc:sldChg chg="addSp delSp add ord replId">
        <pc:chgData name="JUAN DELGADO SORNES" userId="S::jdelgado@ciisa.cl::2614d74f-184c-4524-af18-c1f1f5028b6b" providerId="AD" clId="Web-{5A326CD6-91B3-C223-45EA-AF4DB1D363B3}" dt="2024-06-19T13:39:31.874" v="379"/>
        <pc:sldMkLst>
          <pc:docMk/>
          <pc:sldMk cId="2528609949" sldId="2076137722"/>
        </pc:sldMkLst>
      </pc:sldChg>
      <pc:sldChg chg="modSp add replId">
        <pc:chgData name="JUAN DELGADO SORNES" userId="S::jdelgado@ciisa.cl::2614d74f-184c-4524-af18-c1f1f5028b6b" providerId="AD" clId="Web-{5A326CD6-91B3-C223-45EA-AF4DB1D363B3}" dt="2024-06-19T13:47:01.415" v="425" actId="20577"/>
        <pc:sldMkLst>
          <pc:docMk/>
          <pc:sldMk cId="5889407" sldId="2076137723"/>
        </pc:sldMkLst>
      </pc:sldChg>
      <pc:sldChg chg="modSp add replId">
        <pc:chgData name="JUAN DELGADO SORNES" userId="S::jdelgado@ciisa.cl::2614d74f-184c-4524-af18-c1f1f5028b6b" providerId="AD" clId="Web-{5A326CD6-91B3-C223-45EA-AF4DB1D363B3}" dt="2024-06-19T13:46:45.820" v="418" actId="20577"/>
        <pc:sldMkLst>
          <pc:docMk/>
          <pc:sldMk cId="4167999151" sldId="2076137724"/>
        </pc:sldMkLst>
      </pc:sldChg>
    </pc:docChg>
  </pc:docChgLst>
  <pc:docChgLst>
    <pc:chgData name="Alejandra Bravo Garcia" userId="S::abravo@ciisa.cl::4cf5125d-f567-4a98-9bb5-4ea9ae908f01" providerId="AD" clId="Web-{341A84B5-8B6E-3EA9-03A3-74F6E9820380}"/>
    <pc:docChg chg="sldOrd">
      <pc:chgData name="Alejandra Bravo Garcia" userId="S::abravo@ciisa.cl::4cf5125d-f567-4a98-9bb5-4ea9ae908f01" providerId="AD" clId="Web-{341A84B5-8B6E-3EA9-03A3-74F6E9820380}" dt="2023-10-27T15:51:17.925" v="1"/>
      <pc:docMkLst>
        <pc:docMk/>
      </pc:docMkLst>
      <pc:sldChg chg="ord">
        <pc:chgData name="Alejandra Bravo Garcia" userId="S::abravo@ciisa.cl::4cf5125d-f567-4a98-9bb5-4ea9ae908f01" providerId="AD" clId="Web-{341A84B5-8B6E-3EA9-03A3-74F6E9820380}" dt="2023-10-27T15:51:17.925" v="1"/>
        <pc:sldMkLst>
          <pc:docMk/>
          <pc:sldMk cId="242947854" sldId="2076137701"/>
        </pc:sldMkLst>
      </pc:sldChg>
      <pc:sldChg chg="modCm">
        <pc:chgData name="Alejandra Bravo Garcia" userId="S::abravo@ciisa.cl::4cf5125d-f567-4a98-9bb5-4ea9ae908f01" providerId="AD" clId="Web-{341A84B5-8B6E-3EA9-03A3-74F6E9820380}" dt="2023-10-27T15:51:06.831" v="0"/>
        <pc:sldMkLst>
          <pc:docMk/>
          <pc:sldMk cId="3631252662" sldId="2076137712"/>
        </pc:sldMkLst>
        <pc:extLst>
          <p:ext xmlns:p="http://schemas.openxmlformats.org/presentationml/2006/main" uri="{D6D511B9-2390-475A-947B-AFAB55BFBCF1}">
            <pc226:cmChg xmlns:pc226="http://schemas.microsoft.com/office/powerpoint/2022/06/main/command" chg="mod">
              <pc226:chgData name="Alejandra Bravo Garcia" userId="S::abravo@ciisa.cl::4cf5125d-f567-4a98-9bb5-4ea9ae908f01" providerId="AD" clId="Web-{341A84B5-8B6E-3EA9-03A3-74F6E9820380}" dt="2023-10-27T15:51:06.831" v="0"/>
              <pc2:cmMkLst xmlns:pc2="http://schemas.microsoft.com/office/powerpoint/2019/9/main/command">
                <pc:docMk/>
                <pc:sldMk cId="3631252662" sldId="2076137712"/>
                <pc2:cmMk id="{0D333014-9AC8-4346-BB09-9D720E4A3858}"/>
              </pc2:cmMkLst>
            </pc226:cmChg>
          </p:ext>
        </pc:extLst>
      </pc:sldChg>
    </pc:docChg>
  </pc:docChgLst>
  <pc:docChgLst>
    <pc:chgData name="Lorena Massone Bresler" userId="S::lmassone@ciisa.cl::02953e08-4597-4d31-a081-9f68326755d8" providerId="AD" clId="Web-{7832FACF-FBFB-899E-B02F-76CAC7478881}"/>
    <pc:docChg chg="modSld">
      <pc:chgData name="Lorena Massone Bresler" userId="S::lmassone@ciisa.cl::02953e08-4597-4d31-a081-9f68326755d8" providerId="AD" clId="Web-{7832FACF-FBFB-899E-B02F-76CAC7478881}" dt="2024-01-23T18:47:57.383" v="6" actId="20577"/>
      <pc:docMkLst>
        <pc:docMk/>
      </pc:docMkLst>
      <pc:sldChg chg="modSp">
        <pc:chgData name="Lorena Massone Bresler" userId="S::lmassone@ciisa.cl::02953e08-4597-4d31-a081-9f68326755d8" providerId="AD" clId="Web-{7832FACF-FBFB-899E-B02F-76CAC7478881}" dt="2024-01-23T18:47:57.383" v="6" actId="20577"/>
        <pc:sldMkLst>
          <pc:docMk/>
          <pc:sldMk cId="2456185182" sldId="2076137716"/>
        </pc:sldMkLst>
      </pc:sldChg>
    </pc:docChg>
  </pc:docChgLst>
  <pc:docChgLst>
    <pc:chgData name="JUAN DELGADO SORNES" userId="S::jdelgado@ciisa.cl::2614d74f-184c-4524-af18-c1f1f5028b6b" providerId="AD" clId="Web-{299C8A89-A739-581B-1A53-3C59E9F3A04F}"/>
    <pc:docChg chg="modSld">
      <pc:chgData name="JUAN DELGADO SORNES" userId="S::jdelgado@ciisa.cl::2614d74f-184c-4524-af18-c1f1f5028b6b" providerId="AD" clId="Web-{299C8A89-A739-581B-1A53-3C59E9F3A04F}" dt="2024-06-26T19:36:21.852" v="14" actId="1076"/>
      <pc:docMkLst>
        <pc:docMk/>
      </pc:docMkLst>
      <pc:sldChg chg="modSp">
        <pc:chgData name="JUAN DELGADO SORNES" userId="S::jdelgado@ciisa.cl::2614d74f-184c-4524-af18-c1f1f5028b6b" providerId="AD" clId="Web-{299C8A89-A739-581B-1A53-3C59E9F3A04F}" dt="2024-06-26T19:35:51.992" v="3" actId="20577"/>
        <pc:sldMkLst>
          <pc:docMk/>
          <pc:sldMk cId="3308352145" sldId="2076137715"/>
        </pc:sldMkLst>
      </pc:sldChg>
      <pc:sldChg chg="modSp">
        <pc:chgData name="JUAN DELGADO SORNES" userId="S::jdelgado@ciisa.cl::2614d74f-184c-4524-af18-c1f1f5028b6b" providerId="AD" clId="Web-{299C8A89-A739-581B-1A53-3C59E9F3A04F}" dt="2024-06-26T19:36:21.852" v="14" actId="1076"/>
        <pc:sldMkLst>
          <pc:docMk/>
          <pc:sldMk cId="3849140702" sldId="2076137726"/>
        </pc:sldMkLst>
      </pc:sldChg>
    </pc:docChg>
  </pc:docChgLst>
  <pc:docChgLst>
    <pc:chgData name="Carolina Lastra Avendaño" userId="S::clastra@ciisa.cl::81d2f08a-669f-4504-b713-9505f7f274c4" providerId="AD" clId="Web-{E63188BA-E8F9-9A81-EE7E-04E7F9755138}"/>
    <pc:docChg chg="modSld">
      <pc:chgData name="Carolina Lastra Avendaño" userId="S::clastra@ciisa.cl::81d2f08a-669f-4504-b713-9505f7f274c4" providerId="AD" clId="Web-{E63188BA-E8F9-9A81-EE7E-04E7F9755138}" dt="2024-05-15T12:51:37.594" v="1"/>
      <pc:docMkLst>
        <pc:docMk/>
      </pc:docMkLst>
    </pc:docChg>
  </pc:docChgLst>
  <pc:docChgLst>
    <pc:chgData name="Carolina Lastra Avendaño" userId="S::clastra@ciisa.cl::81d2f08a-669f-4504-b713-9505f7f274c4" providerId="AD" clId="Web-{B7EA7B0C-D387-C15F-DA2D-603DFC4A3D16}"/>
    <pc:docChg chg="delSld modSld modMainMaster">
      <pc:chgData name="Carolina Lastra Avendaño" userId="S::clastra@ciisa.cl::81d2f08a-669f-4504-b713-9505f7f274c4" providerId="AD" clId="Web-{B7EA7B0C-D387-C15F-DA2D-603DFC4A3D16}" dt="2024-05-22T15:30:27.369" v="34" actId="1076"/>
      <pc:docMkLst>
        <pc:docMk/>
      </pc:docMkLst>
      <pc:sldChg chg="modSp mod">
        <pc:chgData name="Carolina Lastra Avendaño" userId="S::clastra@ciisa.cl::81d2f08a-669f-4504-b713-9505f7f274c4" providerId="AD" clId="Web-{B7EA7B0C-D387-C15F-DA2D-603DFC4A3D16}" dt="2024-05-22T15:28:50.960" v="19" actId="20577"/>
        <pc:sldMkLst>
          <pc:docMk/>
          <pc:sldMk cId="1943926825" sldId="2076137704"/>
        </pc:sldMkLst>
      </pc:sldChg>
      <pc:sldChg chg="modSp mod setBg">
        <pc:chgData name="Carolina Lastra Avendaño" userId="S::clastra@ciisa.cl::81d2f08a-669f-4504-b713-9505f7f274c4" providerId="AD" clId="Web-{B7EA7B0C-D387-C15F-DA2D-603DFC4A3D16}" dt="2024-05-22T15:25:05.345" v="5" actId="1076"/>
        <pc:sldMkLst>
          <pc:docMk/>
          <pc:sldMk cId="3167001994" sldId="2076137705"/>
        </pc:sldMkLst>
      </pc:sldChg>
      <pc:sldChg chg="mod setBg">
        <pc:chgData name="Carolina Lastra Avendaño" userId="S::clastra@ciisa.cl::81d2f08a-669f-4504-b713-9505f7f274c4" providerId="AD" clId="Web-{B7EA7B0C-D387-C15F-DA2D-603DFC4A3D16}" dt="2024-05-22T15:24:34.766" v="2"/>
        <pc:sldMkLst>
          <pc:docMk/>
          <pc:sldMk cId="2328334949" sldId="2076137706"/>
        </pc:sldMkLst>
      </pc:sldChg>
      <pc:sldChg chg="modSp mod setBg">
        <pc:chgData name="Carolina Lastra Avendaño" userId="S::clastra@ciisa.cl::81d2f08a-669f-4504-b713-9505f7f274c4" providerId="AD" clId="Web-{B7EA7B0C-D387-C15F-DA2D-603DFC4A3D16}" dt="2024-05-22T15:27:42.677" v="13" actId="1076"/>
        <pc:sldMkLst>
          <pc:docMk/>
          <pc:sldMk cId="3736436638" sldId="2076137707"/>
        </pc:sldMkLst>
      </pc:sldChg>
      <pc:sldChg chg="modSp mod setBg">
        <pc:chgData name="Carolina Lastra Avendaño" userId="S::clastra@ciisa.cl::81d2f08a-669f-4504-b713-9505f7f274c4" providerId="AD" clId="Web-{B7EA7B0C-D387-C15F-DA2D-603DFC4A3D16}" dt="2024-05-22T15:28:03.115" v="15" actId="1076"/>
        <pc:sldMkLst>
          <pc:docMk/>
          <pc:sldMk cId="829328944" sldId="2076137708"/>
        </pc:sldMkLst>
      </pc:sldChg>
      <pc:sldChg chg="modSp mod setBg">
        <pc:chgData name="Carolina Lastra Avendaño" userId="S::clastra@ciisa.cl::81d2f08a-669f-4504-b713-9505f7f274c4" providerId="AD" clId="Web-{B7EA7B0C-D387-C15F-DA2D-603DFC4A3D16}" dt="2024-05-22T15:26:55.785" v="9" actId="20577"/>
        <pc:sldMkLst>
          <pc:docMk/>
          <pc:sldMk cId="694389719" sldId="2076137709"/>
        </pc:sldMkLst>
      </pc:sldChg>
      <pc:sldChg chg="modSp mod">
        <pc:chgData name="Carolina Lastra Avendaño" userId="S::clastra@ciisa.cl::81d2f08a-669f-4504-b713-9505f7f274c4" providerId="AD" clId="Web-{B7EA7B0C-D387-C15F-DA2D-603DFC4A3D16}" dt="2024-05-22T15:30:16.088" v="32" actId="1076"/>
        <pc:sldMkLst>
          <pc:docMk/>
          <pc:sldMk cId="3631252662" sldId="2076137712"/>
        </pc:sldMkLst>
      </pc:sldChg>
      <pc:sldChg chg="modSp mod">
        <pc:chgData name="Carolina Lastra Avendaño" userId="S::clastra@ciisa.cl::81d2f08a-669f-4504-b713-9505f7f274c4" providerId="AD" clId="Web-{B7EA7B0C-D387-C15F-DA2D-603DFC4A3D16}" dt="2024-05-22T15:30:21.604" v="33" actId="1076"/>
        <pc:sldMkLst>
          <pc:docMk/>
          <pc:sldMk cId="3308352145" sldId="2076137715"/>
        </pc:sldMkLst>
      </pc:sldChg>
      <pc:sldChg chg="modSp mod">
        <pc:chgData name="Carolina Lastra Avendaño" userId="S::clastra@ciisa.cl::81d2f08a-669f-4504-b713-9505f7f274c4" providerId="AD" clId="Web-{B7EA7B0C-D387-C15F-DA2D-603DFC4A3D16}" dt="2024-05-22T15:30:01.744" v="31" actId="1076"/>
        <pc:sldMkLst>
          <pc:docMk/>
          <pc:sldMk cId="2456185182" sldId="2076137716"/>
        </pc:sldMkLst>
      </pc:sldChg>
      <pc:sldChg chg="modSp mod">
        <pc:chgData name="Carolina Lastra Avendaño" userId="S::clastra@ciisa.cl::81d2f08a-669f-4504-b713-9505f7f274c4" providerId="AD" clId="Web-{B7EA7B0C-D387-C15F-DA2D-603DFC4A3D16}" dt="2024-05-22T15:30:27.369" v="34" actId="1076"/>
        <pc:sldMkLst>
          <pc:docMk/>
          <pc:sldMk cId="2869556707" sldId="2076137719"/>
        </pc:sldMkLst>
      </pc:sldChg>
      <pc:sldChg chg="del mod setBg">
        <pc:chgData name="Carolina Lastra Avendaño" userId="S::clastra@ciisa.cl::81d2f08a-669f-4504-b713-9505f7f274c4" providerId="AD" clId="Web-{B7EA7B0C-D387-C15F-DA2D-603DFC4A3D16}" dt="2024-05-22T15:27:23.895" v="11"/>
        <pc:sldMkLst>
          <pc:docMk/>
          <pc:sldMk cId="3604545036" sldId="2076137720"/>
        </pc:sldMkLst>
      </pc:sldChg>
      <pc:sldChg chg="modSp mod">
        <pc:chgData name="Carolina Lastra Avendaño" userId="S::clastra@ciisa.cl::81d2f08a-669f-4504-b713-9505f7f274c4" providerId="AD" clId="Web-{B7EA7B0C-D387-C15F-DA2D-603DFC4A3D16}" dt="2024-05-22T15:29:47.196" v="29" actId="1076"/>
        <pc:sldMkLst>
          <pc:docMk/>
          <pc:sldMk cId="2590429962" sldId="2076137721"/>
        </pc:sldMkLst>
      </pc:sldChg>
      <pc:sldMasterChg chg="mod setBg modSldLayout">
        <pc:chgData name="Carolina Lastra Avendaño" userId="S::clastra@ciisa.cl::81d2f08a-669f-4504-b713-9505f7f274c4" providerId="AD" clId="Web-{B7EA7B0C-D387-C15F-DA2D-603DFC4A3D16}" dt="2024-05-22T15:24:34.766" v="2"/>
        <pc:sldMasterMkLst>
          <pc:docMk/>
          <pc:sldMasterMk cId="2491898207" sldId="2147483660"/>
        </pc:sldMasterMkLst>
        <pc:sldLayoutChg chg="mod">
          <pc:chgData name="Carolina Lastra Avendaño" userId="S::clastra@ciisa.cl::81d2f08a-669f-4504-b713-9505f7f274c4" providerId="AD" clId="Web-{B7EA7B0C-D387-C15F-DA2D-603DFC4A3D16}" dt="2024-05-22T15:24:34.766" v="2"/>
          <pc:sldLayoutMkLst>
            <pc:docMk/>
            <pc:sldMasterMk cId="2491898207" sldId="2147483660"/>
            <pc:sldLayoutMk cId="193636416" sldId="2147483661"/>
          </pc:sldLayoutMkLst>
        </pc:sldLayoutChg>
        <pc:sldLayoutChg chg="mod">
          <pc:chgData name="Carolina Lastra Avendaño" userId="S::clastra@ciisa.cl::81d2f08a-669f-4504-b713-9505f7f274c4" providerId="AD" clId="Web-{B7EA7B0C-D387-C15F-DA2D-603DFC4A3D16}" dt="2024-05-22T15:24:34.766" v="2"/>
          <pc:sldLayoutMkLst>
            <pc:docMk/>
            <pc:sldMasterMk cId="2491898207" sldId="2147483660"/>
            <pc:sldLayoutMk cId="639590872" sldId="2147483662"/>
          </pc:sldLayoutMkLst>
        </pc:sldLayoutChg>
        <pc:sldLayoutChg chg="mod">
          <pc:chgData name="Carolina Lastra Avendaño" userId="S::clastra@ciisa.cl::81d2f08a-669f-4504-b713-9505f7f274c4" providerId="AD" clId="Web-{B7EA7B0C-D387-C15F-DA2D-603DFC4A3D16}" dt="2024-05-22T15:24:34.766" v="2"/>
          <pc:sldLayoutMkLst>
            <pc:docMk/>
            <pc:sldMasterMk cId="2491898207" sldId="2147483660"/>
            <pc:sldLayoutMk cId="3411197885" sldId="2147483663"/>
          </pc:sldLayoutMkLst>
        </pc:sldLayoutChg>
        <pc:sldLayoutChg chg="mod">
          <pc:chgData name="Carolina Lastra Avendaño" userId="S::clastra@ciisa.cl::81d2f08a-669f-4504-b713-9505f7f274c4" providerId="AD" clId="Web-{B7EA7B0C-D387-C15F-DA2D-603DFC4A3D16}" dt="2024-05-22T15:24:34.766" v="2"/>
          <pc:sldLayoutMkLst>
            <pc:docMk/>
            <pc:sldMasterMk cId="2491898207" sldId="2147483660"/>
            <pc:sldLayoutMk cId="1993959781" sldId="2147483665"/>
          </pc:sldLayoutMkLst>
        </pc:sldLayoutChg>
      </pc:sldMasterChg>
    </pc:docChg>
  </pc:docChgLst>
  <pc:docChgLst>
    <pc:chgData name="Lorena Massone Bresler" userId="02953e08-4597-4d31-a081-9f68326755d8" providerId="ADAL" clId="{A5D962E8-BEDE-481D-ADF9-17E94C5054E7}"/>
    <pc:docChg chg="custSel addSld delSld modSld sldOrd">
      <pc:chgData name="Lorena Massone Bresler" userId="02953e08-4597-4d31-a081-9f68326755d8" providerId="ADAL" clId="{A5D962E8-BEDE-481D-ADF9-17E94C5054E7}" dt="2024-01-23T18:42:58.485" v="1450" actId="478"/>
      <pc:docMkLst>
        <pc:docMk/>
      </pc:docMkLst>
      <pc:sldChg chg="del">
        <pc:chgData name="Lorena Massone Bresler" userId="02953e08-4597-4d31-a081-9f68326755d8" providerId="ADAL" clId="{A5D962E8-BEDE-481D-ADF9-17E94C5054E7}" dt="2024-01-23T18:42:27.353" v="1441" actId="47"/>
        <pc:sldMkLst>
          <pc:docMk/>
          <pc:sldMk cId="242947854" sldId="2076137701"/>
        </pc:sldMkLst>
      </pc:sldChg>
      <pc:sldChg chg="addSp delSp modSp del mod modCm">
        <pc:chgData name="Lorena Massone Bresler" userId="02953e08-4597-4d31-a081-9f68326755d8" providerId="ADAL" clId="{A5D962E8-BEDE-481D-ADF9-17E94C5054E7}" dt="2024-01-23T17:59:36.052" v="786" actId="47"/>
        <pc:sldMkLst>
          <pc:docMk/>
          <pc:sldMk cId="1136515697" sldId="2076137702"/>
        </pc:sldMkLst>
        <pc:extLst>
          <p:ext xmlns:p="http://schemas.openxmlformats.org/presentationml/2006/main" uri="{D6D511B9-2390-475A-947B-AFAB55BFBCF1}">
            <pc226:cmChg xmlns:pc226="http://schemas.microsoft.com/office/powerpoint/2022/06/main/command" chg="mod">
              <pc226:chgData name="Lorena Massone Bresler" userId="02953e08-4597-4d31-a081-9f68326755d8" providerId="ADAL" clId="{A5D962E8-BEDE-481D-ADF9-17E94C5054E7}" dt="2024-01-23T17:59:06.151" v="784" actId="2056"/>
              <pc2:cmMkLst xmlns:pc2="http://schemas.microsoft.com/office/powerpoint/2019/9/main/command">
                <pc:docMk/>
                <pc:sldMk cId="1136515697" sldId="2076137702"/>
                <pc2:cmMk id="{E30EEDB4-A314-47FD-8D64-D776ED46A02F}"/>
              </pc2:cmMkLst>
            </pc226:cmChg>
          </p:ext>
        </pc:extLst>
      </pc:sldChg>
      <pc:sldChg chg="modSp del mod ord modCm">
        <pc:chgData name="Lorena Massone Bresler" userId="02953e08-4597-4d31-a081-9f68326755d8" providerId="ADAL" clId="{A5D962E8-BEDE-481D-ADF9-17E94C5054E7}" dt="2024-01-23T18:02:26.489" v="787" actId="47"/>
        <pc:sldMkLst>
          <pc:docMk/>
          <pc:sldMk cId="868812523" sldId="2076137703"/>
        </pc:sldMkLst>
        <pc:extLst>
          <p:ext xmlns:p="http://schemas.openxmlformats.org/presentationml/2006/main" uri="{D6D511B9-2390-475A-947B-AFAB55BFBCF1}">
            <pc226:cmChg xmlns:pc226="http://schemas.microsoft.com/office/powerpoint/2022/06/main/command" chg="mod">
              <pc226:chgData name="Lorena Massone Bresler" userId="02953e08-4597-4d31-a081-9f68326755d8" providerId="ADAL" clId="{A5D962E8-BEDE-481D-ADF9-17E94C5054E7}" dt="2024-01-23T17:44:09.436" v="237" actId="20577"/>
              <pc2:cmMkLst xmlns:pc2="http://schemas.microsoft.com/office/powerpoint/2019/9/main/command">
                <pc:docMk/>
                <pc:sldMk cId="868812523" sldId="2076137703"/>
                <pc2:cmMk id="{1EA8D883-5044-4AAA-BBAD-F5A58475186B}"/>
              </pc2:cmMkLst>
            </pc226:cmChg>
          </p:ext>
        </pc:extLst>
      </pc:sldChg>
      <pc:sldChg chg="addSp delSp modSp mod ord delCm modCm">
        <pc:chgData name="Lorena Massone Bresler" userId="02953e08-4597-4d31-a081-9f68326755d8" providerId="ADAL" clId="{A5D962E8-BEDE-481D-ADF9-17E94C5054E7}" dt="2024-01-23T18:33:46.920" v="948" actId="20577"/>
        <pc:sldMkLst>
          <pc:docMk/>
          <pc:sldMk cId="1943926825" sldId="2076137704"/>
        </pc:sldMkLst>
        <pc:extLst>
          <p:ext xmlns:p="http://schemas.openxmlformats.org/presentationml/2006/main" uri="{D6D511B9-2390-475A-947B-AFAB55BFBCF1}">
            <pc226:cmChg xmlns:pc226="http://schemas.microsoft.com/office/powerpoint/2022/06/main/command" chg="del mod">
              <pc226:chgData name="Lorena Massone Bresler" userId="02953e08-4597-4d31-a081-9f68326755d8" providerId="ADAL" clId="{A5D962E8-BEDE-481D-ADF9-17E94C5054E7}" dt="2024-01-23T18:08:02.049" v="854"/>
              <pc2:cmMkLst xmlns:pc2="http://schemas.microsoft.com/office/powerpoint/2019/9/main/command">
                <pc:docMk/>
                <pc:sldMk cId="1943926825" sldId="2076137704"/>
                <pc2:cmMk id="{EA16C70D-1923-4304-A5D8-45ADC65883D6}"/>
              </pc2:cmMkLst>
            </pc226:cmChg>
          </p:ext>
        </pc:extLst>
      </pc:sldChg>
      <pc:sldChg chg="modSp mod">
        <pc:chgData name="Lorena Massone Bresler" userId="02953e08-4597-4d31-a081-9f68326755d8" providerId="ADAL" clId="{A5D962E8-BEDE-481D-ADF9-17E94C5054E7}" dt="2024-01-23T17:47:18.246" v="333" actId="20577"/>
        <pc:sldMkLst>
          <pc:docMk/>
          <pc:sldMk cId="3167001994" sldId="2076137705"/>
        </pc:sldMkLst>
      </pc:sldChg>
      <pc:sldChg chg="modSp mod addCm delCm modCm">
        <pc:chgData name="Lorena Massone Bresler" userId="02953e08-4597-4d31-a081-9f68326755d8" providerId="ADAL" clId="{A5D962E8-BEDE-481D-ADF9-17E94C5054E7}" dt="2024-01-23T16:43:55.170" v="171" actId="6549"/>
        <pc:sldMkLst>
          <pc:docMk/>
          <pc:sldMk cId="2328334949" sldId="2076137706"/>
        </pc:sldMkLst>
        <pc:extLst>
          <p:ext xmlns:p="http://schemas.openxmlformats.org/presentationml/2006/main" uri="{D6D511B9-2390-475A-947B-AFAB55BFBCF1}">
            <pc226:cmChg xmlns:pc226="http://schemas.microsoft.com/office/powerpoint/2022/06/main/command" chg="add mod">
              <pc226:chgData name="Lorena Massone Bresler" userId="02953e08-4597-4d31-a081-9f68326755d8" providerId="ADAL" clId="{A5D962E8-BEDE-481D-ADF9-17E94C5054E7}" dt="2024-01-23T16:43:55.170" v="171" actId="6549"/>
              <pc2:cmMkLst xmlns:pc2="http://schemas.microsoft.com/office/powerpoint/2019/9/main/command">
                <pc:docMk/>
                <pc:sldMk cId="2328334949" sldId="2076137706"/>
                <pc2:cmMk id="{DDDD2A36-9F9D-46B0-9740-ACE2DA0449C6}"/>
              </pc2:cmMkLst>
            </pc226:cmChg>
            <pc226:cmChg xmlns:pc226="http://schemas.microsoft.com/office/powerpoint/2022/06/main/command" chg="add mod">
              <pc226:chgData name="Lorena Massone Bresler" userId="02953e08-4597-4d31-a081-9f68326755d8" providerId="ADAL" clId="{A5D962E8-BEDE-481D-ADF9-17E94C5054E7}" dt="2024-01-23T16:43:55.170" v="171" actId="6549"/>
              <pc2:cmMkLst xmlns:pc2="http://schemas.microsoft.com/office/powerpoint/2019/9/main/command">
                <pc:docMk/>
                <pc:sldMk cId="2328334949" sldId="2076137706"/>
                <pc2:cmMk id="{5303A491-74C7-47BF-9DB8-8062F8CB364B}"/>
              </pc2:cmMkLst>
            </pc226:cmChg>
            <pc226:cmChg xmlns:pc226="http://schemas.microsoft.com/office/powerpoint/2022/06/main/command" chg="del">
              <pc226:chgData name="Lorena Massone Bresler" userId="02953e08-4597-4d31-a081-9f68326755d8" providerId="ADAL" clId="{A5D962E8-BEDE-481D-ADF9-17E94C5054E7}" dt="2024-01-23T16:31:38.832" v="0"/>
              <pc2:cmMkLst xmlns:pc2="http://schemas.microsoft.com/office/powerpoint/2019/9/main/command">
                <pc:docMk/>
                <pc:sldMk cId="2328334949" sldId="2076137706"/>
                <pc2:cmMk id="{389693A5-11B2-4C14-A119-775D20B2A22B}"/>
              </pc2:cmMkLst>
            </pc226:cmChg>
          </p:ext>
        </pc:extLst>
      </pc:sldChg>
      <pc:sldChg chg="modSp mod ord addCm delCm modCm">
        <pc:chgData name="Lorena Massone Bresler" userId="02953e08-4597-4d31-a081-9f68326755d8" providerId="ADAL" clId="{A5D962E8-BEDE-481D-ADF9-17E94C5054E7}" dt="2024-01-23T18:07:18.305" v="810"/>
        <pc:sldMkLst>
          <pc:docMk/>
          <pc:sldMk cId="3736436638" sldId="2076137707"/>
        </pc:sldMkLst>
        <pc:extLst>
          <p:ext xmlns:p="http://schemas.openxmlformats.org/presentationml/2006/main" uri="{D6D511B9-2390-475A-947B-AFAB55BFBCF1}">
            <pc226:cmChg xmlns:pc226="http://schemas.microsoft.com/office/powerpoint/2022/06/main/command" chg="add">
              <pc226:chgData name="Lorena Massone Bresler" userId="02953e08-4597-4d31-a081-9f68326755d8" providerId="ADAL" clId="{A5D962E8-BEDE-481D-ADF9-17E94C5054E7}" dt="2024-01-23T18:07:18.305" v="810"/>
              <pc2:cmMkLst xmlns:pc2="http://schemas.microsoft.com/office/powerpoint/2019/9/main/command">
                <pc:docMk/>
                <pc:sldMk cId="3736436638" sldId="2076137707"/>
                <pc2:cmMk id="{326E5C59-F1E7-4AFE-B099-07E8A2F25533}"/>
              </pc2:cmMkLst>
            </pc226:cmChg>
            <pc226:cmChg xmlns:pc226="http://schemas.microsoft.com/office/powerpoint/2022/06/main/command" chg="del mod">
              <pc226:chgData name="Lorena Massone Bresler" userId="02953e08-4597-4d31-a081-9f68326755d8" providerId="ADAL" clId="{A5D962E8-BEDE-481D-ADF9-17E94C5054E7}" dt="2024-01-23T18:06:50.846" v="809"/>
              <pc2:cmMkLst xmlns:pc2="http://schemas.microsoft.com/office/powerpoint/2019/9/main/command">
                <pc:docMk/>
                <pc:sldMk cId="3736436638" sldId="2076137707"/>
                <pc2:cmMk id="{07EF16F2-FDF7-459F-8065-373D6580A19D}"/>
              </pc2:cmMkLst>
            </pc226:cmChg>
          </p:ext>
        </pc:extLst>
      </pc:sldChg>
      <pc:sldChg chg="modSp mod ord delCm modCm">
        <pc:chgData name="Lorena Massone Bresler" userId="02953e08-4597-4d31-a081-9f68326755d8" providerId="ADAL" clId="{A5D962E8-BEDE-481D-ADF9-17E94C5054E7}" dt="2024-01-23T18:30:25.763" v="938"/>
        <pc:sldMkLst>
          <pc:docMk/>
          <pc:sldMk cId="829328944" sldId="2076137708"/>
        </pc:sldMkLst>
        <pc:extLst>
          <p:ext xmlns:p="http://schemas.openxmlformats.org/presentationml/2006/main" uri="{D6D511B9-2390-475A-947B-AFAB55BFBCF1}">
            <pc226:cmChg xmlns:pc226="http://schemas.microsoft.com/office/powerpoint/2022/06/main/command" chg="del mod">
              <pc226:chgData name="Lorena Massone Bresler" userId="02953e08-4597-4d31-a081-9f68326755d8" providerId="ADAL" clId="{A5D962E8-BEDE-481D-ADF9-17E94C5054E7}" dt="2024-01-23T18:30:25.763" v="938"/>
              <pc2:cmMkLst xmlns:pc2="http://schemas.microsoft.com/office/powerpoint/2019/9/main/command">
                <pc:docMk/>
                <pc:sldMk cId="829328944" sldId="2076137708"/>
                <pc2:cmMk id="{D267BE4A-61DE-40D3-A24C-59F6D7967C8C}"/>
              </pc2:cmMkLst>
            </pc226:cmChg>
          </p:ext>
        </pc:extLst>
      </pc:sldChg>
      <pc:sldChg chg="modSp mod ord">
        <pc:chgData name="Lorena Massone Bresler" userId="02953e08-4597-4d31-a081-9f68326755d8" providerId="ADAL" clId="{A5D962E8-BEDE-481D-ADF9-17E94C5054E7}" dt="2024-01-23T18:36:00.862" v="974" actId="20577"/>
        <pc:sldMkLst>
          <pc:docMk/>
          <pc:sldMk cId="694389719" sldId="2076137709"/>
        </pc:sldMkLst>
      </pc:sldChg>
      <pc:sldChg chg="del">
        <pc:chgData name="Lorena Massone Bresler" userId="02953e08-4597-4d31-a081-9f68326755d8" providerId="ADAL" clId="{A5D962E8-BEDE-481D-ADF9-17E94C5054E7}" dt="2024-01-23T18:42:26.133" v="1438" actId="47"/>
        <pc:sldMkLst>
          <pc:docMk/>
          <pc:sldMk cId="3734186721" sldId="2076137710"/>
        </pc:sldMkLst>
      </pc:sldChg>
      <pc:sldChg chg="del">
        <pc:chgData name="Lorena Massone Bresler" userId="02953e08-4597-4d31-a081-9f68326755d8" providerId="ADAL" clId="{A5D962E8-BEDE-481D-ADF9-17E94C5054E7}" dt="2024-01-23T18:42:27.094" v="1440" actId="47"/>
        <pc:sldMkLst>
          <pc:docMk/>
          <pc:sldMk cId="571905608" sldId="2076137711"/>
        </pc:sldMkLst>
      </pc:sldChg>
      <pc:sldChg chg="addSp delSp modSp mod ord addCm delCm modCm">
        <pc:chgData name="Lorena Massone Bresler" userId="02953e08-4597-4d31-a081-9f68326755d8" providerId="ADAL" clId="{A5D962E8-BEDE-481D-ADF9-17E94C5054E7}" dt="2024-01-23T18:35:36.672" v="960" actId="20577"/>
        <pc:sldMkLst>
          <pc:docMk/>
          <pc:sldMk cId="3631252662" sldId="2076137712"/>
        </pc:sldMkLst>
        <pc:extLst>
          <p:ext xmlns:p="http://schemas.openxmlformats.org/presentationml/2006/main" uri="{D6D511B9-2390-475A-947B-AFAB55BFBCF1}">
            <pc226:cmChg xmlns:pc226="http://schemas.microsoft.com/office/powerpoint/2022/06/main/command" chg="del mod">
              <pc226:chgData name="Lorena Massone Bresler" userId="02953e08-4597-4d31-a081-9f68326755d8" providerId="ADAL" clId="{A5D962E8-BEDE-481D-ADF9-17E94C5054E7}" dt="2024-01-23T16:45:24.007" v="198"/>
              <pc2:cmMkLst xmlns:pc2="http://schemas.microsoft.com/office/powerpoint/2019/9/main/command">
                <pc:docMk/>
                <pc:sldMk cId="3631252662" sldId="2076137712"/>
                <pc2:cmMk id="{0D333014-9AC8-4346-BB09-9D720E4A3858}"/>
              </pc2:cmMkLst>
            </pc226:cmChg>
            <pc226:cmChg xmlns:pc226="http://schemas.microsoft.com/office/powerpoint/2022/06/main/command" chg="add">
              <pc226:chgData name="Lorena Massone Bresler" userId="02953e08-4597-4d31-a081-9f68326755d8" providerId="ADAL" clId="{A5D962E8-BEDE-481D-ADF9-17E94C5054E7}" dt="2024-01-23T16:50:15.257" v="199"/>
              <pc2:cmMkLst xmlns:pc2="http://schemas.microsoft.com/office/powerpoint/2019/9/main/command">
                <pc:docMk/>
                <pc:sldMk cId="3631252662" sldId="2076137712"/>
                <pc2:cmMk id="{D7D08D38-9E41-4BBB-B023-2528C2B3ECD2}"/>
              </pc2:cmMkLst>
            </pc226:cmChg>
          </p:ext>
        </pc:extLst>
      </pc:sldChg>
      <pc:sldChg chg="del">
        <pc:chgData name="Lorena Massone Bresler" userId="02953e08-4597-4d31-a081-9f68326755d8" providerId="ADAL" clId="{A5D962E8-BEDE-481D-ADF9-17E94C5054E7}" dt="2024-01-23T18:42:24.460" v="1437" actId="47"/>
        <pc:sldMkLst>
          <pc:docMk/>
          <pc:sldMk cId="536104298" sldId="2076137713"/>
        </pc:sldMkLst>
      </pc:sldChg>
      <pc:sldChg chg="del">
        <pc:chgData name="Lorena Massone Bresler" userId="02953e08-4597-4d31-a081-9f68326755d8" providerId="ADAL" clId="{A5D962E8-BEDE-481D-ADF9-17E94C5054E7}" dt="2024-01-23T18:42:26.653" v="1439" actId="47"/>
        <pc:sldMkLst>
          <pc:docMk/>
          <pc:sldMk cId="4073713596" sldId="2076137714"/>
        </pc:sldMkLst>
      </pc:sldChg>
      <pc:sldChg chg="addSp delSp modSp mod ord addCm modCm">
        <pc:chgData name="Lorena Massone Bresler" userId="02953e08-4597-4d31-a081-9f68326755d8" providerId="ADAL" clId="{A5D962E8-BEDE-481D-ADF9-17E94C5054E7}" dt="2024-01-23T18:05:48.300" v="790"/>
        <pc:sldMkLst>
          <pc:docMk/>
          <pc:sldMk cId="3308352145" sldId="2076137715"/>
        </pc:sldMkLst>
        <pc:extLst>
          <p:ext xmlns:p="http://schemas.openxmlformats.org/presentationml/2006/main" uri="{D6D511B9-2390-475A-947B-AFAB55BFBCF1}">
            <pc226:cmChg xmlns:pc226="http://schemas.microsoft.com/office/powerpoint/2022/06/main/command" chg="add mod">
              <pc226:chgData name="Lorena Massone Bresler" userId="02953e08-4597-4d31-a081-9f68326755d8" providerId="ADAL" clId="{A5D962E8-BEDE-481D-ADF9-17E94C5054E7}" dt="2024-01-23T18:05:48.300" v="790"/>
              <pc2:cmMkLst xmlns:pc2="http://schemas.microsoft.com/office/powerpoint/2019/9/main/command">
                <pc:docMk/>
                <pc:sldMk cId="3308352145" sldId="2076137715"/>
                <pc2:cmMk id="{E22FC1A5-F160-4DFB-B400-E8CBE696AF51}"/>
              </pc2:cmMkLst>
            </pc226:cmChg>
          </p:ext>
        </pc:extLst>
      </pc:sldChg>
      <pc:sldChg chg="addSp delSp modSp mod addCm">
        <pc:chgData name="Lorena Massone Bresler" userId="02953e08-4597-4d31-a081-9f68326755d8" providerId="ADAL" clId="{A5D962E8-BEDE-481D-ADF9-17E94C5054E7}" dt="2024-01-23T18:42:19.800" v="1436"/>
        <pc:sldMkLst>
          <pc:docMk/>
          <pc:sldMk cId="2456185182" sldId="2076137716"/>
        </pc:sldMkLst>
        <pc:extLst>
          <p:ext xmlns:p="http://schemas.openxmlformats.org/presentationml/2006/main" uri="{D6D511B9-2390-475A-947B-AFAB55BFBCF1}">
            <pc226:cmChg xmlns:pc226="http://schemas.microsoft.com/office/powerpoint/2022/06/main/command" chg="add">
              <pc226:chgData name="Lorena Massone Bresler" userId="02953e08-4597-4d31-a081-9f68326755d8" providerId="ADAL" clId="{A5D962E8-BEDE-481D-ADF9-17E94C5054E7}" dt="2024-01-23T18:42:19.800" v="1436"/>
              <pc2:cmMkLst xmlns:pc2="http://schemas.microsoft.com/office/powerpoint/2019/9/main/command">
                <pc:docMk/>
                <pc:sldMk cId="2456185182" sldId="2076137716"/>
                <pc2:cmMk id="{C247FA65-3057-44A9-BB5E-266EC7A71879}"/>
              </pc2:cmMkLst>
            </pc226:cmChg>
          </p:ext>
        </pc:extLst>
      </pc:sldChg>
      <pc:sldChg chg="delSp modSp del mod delCm">
        <pc:chgData name="Lorena Massone Bresler" userId="02953e08-4597-4d31-a081-9f68326755d8" providerId="ADAL" clId="{A5D962E8-BEDE-481D-ADF9-17E94C5054E7}" dt="2024-01-23T17:58:56.224" v="782" actId="47"/>
        <pc:sldMkLst>
          <pc:docMk/>
          <pc:sldMk cId="2546042947" sldId="2076137717"/>
        </pc:sldMkLst>
        <pc:extLst>
          <p:ext xmlns:p="http://schemas.openxmlformats.org/presentationml/2006/main" uri="{D6D511B9-2390-475A-947B-AFAB55BFBCF1}">
            <pc226:cmChg xmlns:pc226="http://schemas.microsoft.com/office/powerpoint/2022/06/main/command" chg="del">
              <pc226:chgData name="Lorena Massone Bresler" userId="02953e08-4597-4d31-a081-9f68326755d8" providerId="ADAL" clId="{A5D962E8-BEDE-481D-ADF9-17E94C5054E7}" dt="2024-01-23T17:44:39.079" v="239"/>
              <pc2:cmMkLst xmlns:pc2="http://schemas.microsoft.com/office/powerpoint/2019/9/main/command">
                <pc:docMk/>
                <pc:sldMk cId="2546042947" sldId="2076137717"/>
                <pc2:cmMk id="{C1737562-6C8A-463E-B045-4829F6317B19}"/>
              </pc2:cmMkLst>
            </pc226:cmChg>
          </p:ext>
        </pc:extLst>
      </pc:sldChg>
      <pc:sldChg chg="del">
        <pc:chgData name="Lorena Massone Bresler" userId="02953e08-4597-4d31-a081-9f68326755d8" providerId="ADAL" clId="{A5D962E8-BEDE-481D-ADF9-17E94C5054E7}" dt="2024-01-23T18:42:28.451" v="1442" actId="47"/>
        <pc:sldMkLst>
          <pc:docMk/>
          <pc:sldMk cId="729372892" sldId="2076137718"/>
        </pc:sldMkLst>
      </pc:sldChg>
      <pc:sldChg chg="modSp add mod addCm">
        <pc:chgData name="Lorena Massone Bresler" userId="02953e08-4597-4d31-a081-9f68326755d8" providerId="ADAL" clId="{A5D962E8-BEDE-481D-ADF9-17E94C5054E7}" dt="2024-01-23T18:06:35.316" v="808" actId="20577"/>
        <pc:sldMkLst>
          <pc:docMk/>
          <pc:sldMk cId="2869556707" sldId="2076137719"/>
        </pc:sldMkLst>
        <pc:extLst>
          <p:ext xmlns:p="http://schemas.openxmlformats.org/presentationml/2006/main" uri="{D6D511B9-2390-475A-947B-AFAB55BFBCF1}">
            <pc226:cmChg xmlns:pc226="http://schemas.microsoft.com/office/powerpoint/2022/06/main/command" chg="add">
              <pc226:chgData name="Lorena Massone Bresler" userId="02953e08-4597-4d31-a081-9f68326755d8" providerId="ADAL" clId="{A5D962E8-BEDE-481D-ADF9-17E94C5054E7}" dt="2024-01-23T18:03:59.577" v="789"/>
              <pc2:cmMkLst xmlns:pc2="http://schemas.microsoft.com/office/powerpoint/2019/9/main/command">
                <pc:docMk/>
                <pc:sldMk cId="2869556707" sldId="2076137719"/>
                <pc2:cmMk id="{12DF777B-AE67-4416-93D4-91A88AC0D256}"/>
              </pc2:cmMkLst>
            </pc226:cmChg>
          </p:ext>
        </pc:extLst>
      </pc:sldChg>
      <pc:sldChg chg="addSp delSp modSp add mod ord">
        <pc:chgData name="Lorena Massone Bresler" userId="02953e08-4597-4d31-a081-9f68326755d8" providerId="ADAL" clId="{A5D962E8-BEDE-481D-ADF9-17E94C5054E7}" dt="2024-01-23T18:42:58.485" v="1450" actId="478"/>
        <pc:sldMkLst>
          <pc:docMk/>
          <pc:sldMk cId="3604545036" sldId="2076137720"/>
        </pc:sldMkLst>
      </pc:sldChg>
    </pc:docChg>
  </pc:docChgLst>
  <pc:docChgLst>
    <pc:chgData name="César Díaz" userId="ed34fad7-0c20-4e51-b35e-19bd778b9593" providerId="ADAL" clId="{6AA14F88-E02C-4444-8F5B-F91059C2D162}"/>
    <pc:docChg chg="undo custSel addSld delSld modSld sldOrd modMainMaster">
      <pc:chgData name="César Díaz" userId="ed34fad7-0c20-4e51-b35e-19bd778b9593" providerId="ADAL" clId="{6AA14F88-E02C-4444-8F5B-F91059C2D162}" dt="2023-08-05T09:40:54.473" v="265"/>
      <pc:docMkLst>
        <pc:docMk/>
      </pc:docMkLst>
      <pc:sldChg chg="modSp del mod">
        <pc:chgData name="César Díaz" userId="ed34fad7-0c20-4e51-b35e-19bd778b9593" providerId="ADAL" clId="{6AA14F88-E02C-4444-8F5B-F91059C2D162}" dt="2023-08-05T08:21:58.323" v="103" actId="2696"/>
        <pc:sldMkLst>
          <pc:docMk/>
          <pc:sldMk cId="2180290103" sldId="263"/>
        </pc:sldMkLst>
      </pc:sldChg>
      <pc:sldChg chg="del">
        <pc:chgData name="César Díaz" userId="ed34fad7-0c20-4e51-b35e-19bd778b9593" providerId="ADAL" clId="{6AA14F88-E02C-4444-8F5B-F91059C2D162}" dt="2023-08-05T08:21:18.507" v="97" actId="2696"/>
        <pc:sldMkLst>
          <pc:docMk/>
          <pc:sldMk cId="2380871566" sldId="2076137697"/>
        </pc:sldMkLst>
      </pc:sldChg>
      <pc:sldChg chg="delSp mod">
        <pc:chgData name="César Díaz" userId="ed34fad7-0c20-4e51-b35e-19bd778b9593" providerId="ADAL" clId="{6AA14F88-E02C-4444-8F5B-F91059C2D162}" dt="2023-08-05T08:14:58.901" v="2" actId="478"/>
        <pc:sldMkLst>
          <pc:docMk/>
          <pc:sldMk cId="242947854" sldId="2076137701"/>
        </pc:sldMkLst>
      </pc:sldChg>
      <pc:sldChg chg="new">
        <pc:chgData name="César Díaz" userId="ed34fad7-0c20-4e51-b35e-19bd778b9593" providerId="ADAL" clId="{6AA14F88-E02C-4444-8F5B-F91059C2D162}" dt="2023-08-05T08:21:26.339" v="98" actId="680"/>
        <pc:sldMkLst>
          <pc:docMk/>
          <pc:sldMk cId="1136515697" sldId="2076137702"/>
        </pc:sldMkLst>
      </pc:sldChg>
      <pc:sldChg chg="new">
        <pc:chgData name="César Díaz" userId="ed34fad7-0c20-4e51-b35e-19bd778b9593" providerId="ADAL" clId="{6AA14F88-E02C-4444-8F5B-F91059C2D162}" dt="2023-08-05T08:21:31.335" v="99" actId="680"/>
        <pc:sldMkLst>
          <pc:docMk/>
          <pc:sldMk cId="868812523" sldId="2076137703"/>
        </pc:sldMkLst>
      </pc:sldChg>
      <pc:sldChg chg="new ord">
        <pc:chgData name="César Díaz" userId="ed34fad7-0c20-4e51-b35e-19bd778b9593" providerId="ADAL" clId="{6AA14F88-E02C-4444-8F5B-F91059C2D162}" dt="2023-08-05T08:21:41.090" v="102"/>
        <pc:sldMkLst>
          <pc:docMk/>
          <pc:sldMk cId="1943926825" sldId="2076137704"/>
        </pc:sldMkLst>
      </pc:sldChg>
      <pc:sldChg chg="modSp new mod ord">
        <pc:chgData name="César Díaz" userId="ed34fad7-0c20-4e51-b35e-19bd778b9593" providerId="ADAL" clId="{6AA14F88-E02C-4444-8F5B-F91059C2D162}" dt="2023-08-05T08:32:15.067" v="108" actId="27636"/>
        <pc:sldMkLst>
          <pc:docMk/>
          <pc:sldMk cId="3167001994" sldId="2076137705"/>
        </pc:sldMkLst>
      </pc:sldChg>
      <pc:sldChg chg="modSp new mod ord">
        <pc:chgData name="César Díaz" userId="ed34fad7-0c20-4e51-b35e-19bd778b9593" providerId="ADAL" clId="{6AA14F88-E02C-4444-8F5B-F91059C2D162}" dt="2023-08-05T09:40:54.473" v="265"/>
        <pc:sldMkLst>
          <pc:docMk/>
          <pc:sldMk cId="2328334949" sldId="2076137706"/>
        </pc:sldMkLst>
      </pc:sldChg>
      <pc:sldChg chg="del">
        <pc:chgData name="César Díaz" userId="ed34fad7-0c20-4e51-b35e-19bd778b9593" providerId="ADAL" clId="{6AA14F88-E02C-4444-8F5B-F91059C2D162}" dt="2023-08-05T08:21:18.507" v="97" actId="2696"/>
        <pc:sldMkLst>
          <pc:docMk/>
          <pc:sldMk cId="3093188721" sldId="2076137721"/>
        </pc:sldMkLst>
      </pc:sldChg>
      <pc:sldChg chg="new del">
        <pc:chgData name="César Díaz" userId="ed34fad7-0c20-4e51-b35e-19bd778b9593" providerId="ADAL" clId="{6AA14F88-E02C-4444-8F5B-F91059C2D162}" dt="2023-08-05T08:21:18.507" v="97" actId="2696"/>
        <pc:sldMkLst>
          <pc:docMk/>
          <pc:sldMk cId="824086885" sldId="2076137722"/>
        </pc:sldMkLst>
      </pc:sldChg>
      <pc:sldChg chg="del">
        <pc:chgData name="César Díaz" userId="ed34fad7-0c20-4e51-b35e-19bd778b9593" providerId="ADAL" clId="{6AA14F88-E02C-4444-8F5B-F91059C2D162}" dt="2023-08-05T08:14:27.881" v="0" actId="2696"/>
        <pc:sldMkLst>
          <pc:docMk/>
          <pc:sldMk cId="2375113497" sldId="2076137722"/>
        </pc:sldMkLst>
      </pc:sldChg>
      <pc:sldChg chg="del">
        <pc:chgData name="César Díaz" userId="ed34fad7-0c20-4e51-b35e-19bd778b9593" providerId="ADAL" clId="{6AA14F88-E02C-4444-8F5B-F91059C2D162}" dt="2023-08-05T08:14:27.881" v="0" actId="2696"/>
        <pc:sldMkLst>
          <pc:docMk/>
          <pc:sldMk cId="2561145371" sldId="2076137723"/>
        </pc:sldMkLst>
      </pc:sldChg>
      <pc:sldChg chg="del">
        <pc:chgData name="César Díaz" userId="ed34fad7-0c20-4e51-b35e-19bd778b9593" providerId="ADAL" clId="{6AA14F88-E02C-4444-8F5B-F91059C2D162}" dt="2023-08-05T08:14:27.881" v="0" actId="2696"/>
        <pc:sldMkLst>
          <pc:docMk/>
          <pc:sldMk cId="1882251725" sldId="2076137724"/>
        </pc:sldMkLst>
      </pc:sldChg>
      <pc:sldChg chg="del">
        <pc:chgData name="César Díaz" userId="ed34fad7-0c20-4e51-b35e-19bd778b9593" providerId="ADAL" clId="{6AA14F88-E02C-4444-8F5B-F91059C2D162}" dt="2023-08-05T08:14:27.881" v="0" actId="2696"/>
        <pc:sldMkLst>
          <pc:docMk/>
          <pc:sldMk cId="720776564" sldId="2076137725"/>
        </pc:sldMkLst>
      </pc:sldChg>
      <pc:sldChg chg="del">
        <pc:chgData name="César Díaz" userId="ed34fad7-0c20-4e51-b35e-19bd778b9593" providerId="ADAL" clId="{6AA14F88-E02C-4444-8F5B-F91059C2D162}" dt="2023-08-05T08:14:27.881" v="0" actId="2696"/>
        <pc:sldMkLst>
          <pc:docMk/>
          <pc:sldMk cId="2090911809" sldId="2076137726"/>
        </pc:sldMkLst>
      </pc:sldChg>
      <pc:sldChg chg="del">
        <pc:chgData name="César Díaz" userId="ed34fad7-0c20-4e51-b35e-19bd778b9593" providerId="ADAL" clId="{6AA14F88-E02C-4444-8F5B-F91059C2D162}" dt="2023-08-05T08:14:27.881" v="0" actId="2696"/>
        <pc:sldMkLst>
          <pc:docMk/>
          <pc:sldMk cId="1135814727" sldId="2076137727"/>
        </pc:sldMkLst>
      </pc:sldChg>
      <pc:sldChg chg="del">
        <pc:chgData name="César Díaz" userId="ed34fad7-0c20-4e51-b35e-19bd778b9593" providerId="ADAL" clId="{6AA14F88-E02C-4444-8F5B-F91059C2D162}" dt="2023-08-05T08:14:27.881" v="0" actId="2696"/>
        <pc:sldMkLst>
          <pc:docMk/>
          <pc:sldMk cId="1872769915" sldId="2076137728"/>
        </pc:sldMkLst>
      </pc:sldChg>
      <pc:sldChg chg="del">
        <pc:chgData name="César Díaz" userId="ed34fad7-0c20-4e51-b35e-19bd778b9593" providerId="ADAL" clId="{6AA14F88-E02C-4444-8F5B-F91059C2D162}" dt="2023-08-05T08:14:27.881" v="0" actId="2696"/>
        <pc:sldMkLst>
          <pc:docMk/>
          <pc:sldMk cId="399057769" sldId="2076137732"/>
        </pc:sldMkLst>
      </pc:sldChg>
      <pc:sldChg chg="del">
        <pc:chgData name="César Díaz" userId="ed34fad7-0c20-4e51-b35e-19bd778b9593" providerId="ADAL" clId="{6AA14F88-E02C-4444-8F5B-F91059C2D162}" dt="2023-08-05T08:14:27.881" v="0" actId="2696"/>
        <pc:sldMkLst>
          <pc:docMk/>
          <pc:sldMk cId="3395306383" sldId="2076137733"/>
        </pc:sldMkLst>
      </pc:sldChg>
      <pc:sldChg chg="del">
        <pc:chgData name="César Díaz" userId="ed34fad7-0c20-4e51-b35e-19bd778b9593" providerId="ADAL" clId="{6AA14F88-E02C-4444-8F5B-F91059C2D162}" dt="2023-08-05T08:14:27.881" v="0" actId="2696"/>
        <pc:sldMkLst>
          <pc:docMk/>
          <pc:sldMk cId="1561499501" sldId="2076137734"/>
        </pc:sldMkLst>
      </pc:sldChg>
      <pc:sldChg chg="del">
        <pc:chgData name="César Díaz" userId="ed34fad7-0c20-4e51-b35e-19bd778b9593" providerId="ADAL" clId="{6AA14F88-E02C-4444-8F5B-F91059C2D162}" dt="2023-08-05T08:14:27.881" v="0" actId="2696"/>
        <pc:sldMkLst>
          <pc:docMk/>
          <pc:sldMk cId="265105091" sldId="2076137735"/>
        </pc:sldMkLst>
      </pc:sldChg>
      <pc:sldChg chg="del">
        <pc:chgData name="César Díaz" userId="ed34fad7-0c20-4e51-b35e-19bd778b9593" providerId="ADAL" clId="{6AA14F88-E02C-4444-8F5B-F91059C2D162}" dt="2023-08-05T08:14:27.881" v="0" actId="2696"/>
        <pc:sldMkLst>
          <pc:docMk/>
          <pc:sldMk cId="3501716721" sldId="2076137736"/>
        </pc:sldMkLst>
      </pc:sldChg>
      <pc:sldMasterChg chg="mod addSldLayout delSldLayout modSldLayout sldLayoutOrd">
        <pc:chgData name="César Díaz" userId="ed34fad7-0c20-4e51-b35e-19bd778b9593" providerId="ADAL" clId="{6AA14F88-E02C-4444-8F5B-F91059C2D162}" dt="2023-08-05T09:39:40.309" v="255"/>
        <pc:sldMasterMkLst>
          <pc:docMk/>
          <pc:sldMasterMk cId="2491898207" sldId="2147483660"/>
        </pc:sldMasterMkLst>
        <pc:sldLayoutChg chg="addSp delSp modSp mod ord">
          <pc:chgData name="César Díaz" userId="ed34fad7-0c20-4e51-b35e-19bd778b9593" providerId="ADAL" clId="{6AA14F88-E02C-4444-8F5B-F91059C2D162}" dt="2023-08-05T09:25:25.794" v="209"/>
          <pc:sldLayoutMkLst>
            <pc:docMk/>
            <pc:sldMasterMk cId="2491898207" sldId="2147483660"/>
            <pc:sldLayoutMk cId="193636416" sldId="2147483661"/>
          </pc:sldLayoutMkLst>
        </pc:sldLayoutChg>
        <pc:sldLayoutChg chg="addSp modSp mod">
          <pc:chgData name="César Díaz" userId="ed34fad7-0c20-4e51-b35e-19bd778b9593" providerId="ADAL" clId="{6AA14F88-E02C-4444-8F5B-F91059C2D162}" dt="2023-08-05T08:32:31.880" v="110" actId="14100"/>
          <pc:sldLayoutMkLst>
            <pc:docMk/>
            <pc:sldMasterMk cId="2491898207" sldId="2147483660"/>
            <pc:sldLayoutMk cId="639590872" sldId="2147483662"/>
          </pc:sldLayoutMkLst>
        </pc:sldLayoutChg>
        <pc:sldLayoutChg chg="modSp mod">
          <pc:chgData name="César Díaz" userId="ed34fad7-0c20-4e51-b35e-19bd778b9593" providerId="ADAL" clId="{6AA14F88-E02C-4444-8F5B-F91059C2D162}" dt="2023-08-05T09:30:56.244" v="240" actId="6014"/>
          <pc:sldLayoutMkLst>
            <pc:docMk/>
            <pc:sldMasterMk cId="2491898207" sldId="2147483660"/>
            <pc:sldLayoutMk cId="3411197885" sldId="2147483663"/>
          </pc:sldLayoutMkLst>
        </pc:sldLayoutChg>
        <pc:sldLayoutChg chg="add del mod ord modTransition">
          <pc:chgData name="César Díaz" userId="ed34fad7-0c20-4e51-b35e-19bd778b9593" providerId="ADAL" clId="{6AA14F88-E02C-4444-8F5B-F91059C2D162}" dt="2023-08-05T09:25:35.226" v="210" actId="2696"/>
          <pc:sldLayoutMkLst>
            <pc:docMk/>
            <pc:sldMasterMk cId="2491898207" sldId="2147483660"/>
            <pc:sldLayoutMk cId="3986583989" sldId="2147483664"/>
          </pc:sldLayoutMkLst>
        </pc:sldLayoutChg>
        <pc:sldLayoutChg chg="addSp delSp modSp add mod ord modTransition">
          <pc:chgData name="César Díaz" userId="ed34fad7-0c20-4e51-b35e-19bd778b9593" providerId="ADAL" clId="{6AA14F88-E02C-4444-8F5B-F91059C2D162}" dt="2023-08-05T09:39:40.309" v="255"/>
          <pc:sldLayoutMkLst>
            <pc:docMk/>
            <pc:sldMasterMk cId="2491898207" sldId="2147483660"/>
            <pc:sldLayoutMk cId="1993959781" sldId="2147483665"/>
          </pc:sldLayoutMkLst>
        </pc:sldLayoutChg>
      </pc:sldMasterChg>
    </pc:docChg>
  </pc:docChgLst>
  <pc:docChgLst>
    <pc:chgData name="JUAN DELGADO SORNES" userId="S::jdelgado@ciisa.cl::2614d74f-184c-4524-af18-c1f1f5028b6b" providerId="AD" clId="Web-{13FEFFDF-5EF5-74AE-8165-A6AF052C95A7}"/>
    <pc:docChg chg="addSld delSld modSld">
      <pc:chgData name="JUAN DELGADO SORNES" userId="S::jdelgado@ciisa.cl::2614d74f-184c-4524-af18-c1f1f5028b6b" providerId="AD" clId="Web-{13FEFFDF-5EF5-74AE-8165-A6AF052C95A7}" dt="2024-06-26T18:58:31.528" v="289"/>
      <pc:docMkLst>
        <pc:docMk/>
      </pc:docMkLst>
      <pc:sldChg chg="modSp">
        <pc:chgData name="JUAN DELGADO SORNES" userId="S::jdelgado@ciisa.cl::2614d74f-184c-4524-af18-c1f1f5028b6b" providerId="AD" clId="Web-{13FEFFDF-5EF5-74AE-8165-A6AF052C95A7}" dt="2024-06-26T18:30:56.903" v="115" actId="20577"/>
        <pc:sldMkLst>
          <pc:docMk/>
          <pc:sldMk cId="3631252662" sldId="2076137712"/>
        </pc:sldMkLst>
      </pc:sldChg>
      <pc:sldChg chg="modSp">
        <pc:chgData name="JUAN DELGADO SORNES" userId="S::jdelgado@ciisa.cl::2614d74f-184c-4524-af18-c1f1f5028b6b" providerId="AD" clId="Web-{13FEFFDF-5EF5-74AE-8165-A6AF052C95A7}" dt="2024-06-26T18:56:12.165" v="246" actId="20577"/>
        <pc:sldMkLst>
          <pc:docMk/>
          <pc:sldMk cId="2869556707" sldId="2076137719"/>
        </pc:sldMkLst>
      </pc:sldChg>
      <pc:sldChg chg="modSp">
        <pc:chgData name="JUAN DELGADO SORNES" userId="S::jdelgado@ciisa.cl::2614d74f-184c-4524-af18-c1f1f5028b6b" providerId="AD" clId="Web-{13FEFFDF-5EF5-74AE-8165-A6AF052C95A7}" dt="2024-06-26T18:54:25.881" v="226" actId="20577"/>
        <pc:sldMkLst>
          <pc:docMk/>
          <pc:sldMk cId="2528609949" sldId="2076137722"/>
        </pc:sldMkLst>
      </pc:sldChg>
      <pc:sldChg chg="del">
        <pc:chgData name="JUAN DELGADO SORNES" userId="S::jdelgado@ciisa.cl::2614d74f-184c-4524-af18-c1f1f5028b6b" providerId="AD" clId="Web-{13FEFFDF-5EF5-74AE-8165-A6AF052C95A7}" dt="2024-06-26T18:57:46.746" v="272"/>
        <pc:sldMkLst>
          <pc:docMk/>
          <pc:sldMk cId="5889407" sldId="2076137723"/>
        </pc:sldMkLst>
      </pc:sldChg>
      <pc:sldChg chg="del">
        <pc:chgData name="JUAN DELGADO SORNES" userId="S::jdelgado@ciisa.cl::2614d74f-184c-4524-af18-c1f1f5028b6b" providerId="AD" clId="Web-{13FEFFDF-5EF5-74AE-8165-A6AF052C95A7}" dt="2024-06-26T18:58:31.528" v="289"/>
        <pc:sldMkLst>
          <pc:docMk/>
          <pc:sldMk cId="4167999151" sldId="2076137724"/>
        </pc:sldMkLst>
      </pc:sldChg>
      <pc:sldChg chg="modSp add replId">
        <pc:chgData name="JUAN DELGADO SORNES" userId="S::jdelgado@ciisa.cl::2614d74f-184c-4524-af18-c1f1f5028b6b" providerId="AD" clId="Web-{13FEFFDF-5EF5-74AE-8165-A6AF052C95A7}" dt="2024-06-26T18:40:28.044" v="158" actId="20577"/>
        <pc:sldMkLst>
          <pc:docMk/>
          <pc:sldMk cId="3454640114" sldId="2076137725"/>
        </pc:sldMkLst>
      </pc:sldChg>
      <pc:sldChg chg="modSp add replId">
        <pc:chgData name="JUAN DELGADO SORNES" userId="S::jdelgado@ciisa.cl::2614d74f-184c-4524-af18-c1f1f5028b6b" providerId="AD" clId="Web-{13FEFFDF-5EF5-74AE-8165-A6AF052C95A7}" dt="2024-06-26T18:58:11.965" v="285" actId="20577"/>
        <pc:sldMkLst>
          <pc:docMk/>
          <pc:sldMk cId="3849140702" sldId="2076137726"/>
        </pc:sldMkLst>
      </pc:sldChg>
      <pc:sldChg chg="modSp add replId">
        <pc:chgData name="JUAN DELGADO SORNES" userId="S::jdelgado@ciisa.cl::2614d74f-184c-4524-af18-c1f1f5028b6b" providerId="AD" clId="Web-{13FEFFDF-5EF5-74AE-8165-A6AF052C95A7}" dt="2024-06-26T18:58:27.106" v="288" actId="20577"/>
        <pc:sldMkLst>
          <pc:docMk/>
          <pc:sldMk cId="1895873583" sldId="2076137727"/>
        </pc:sldMkLst>
      </pc:sldChg>
    </pc:docChg>
  </pc:docChgLst>
  <pc:docChgLst>
    <pc:chgData name="Tatiana Zuñiga Vicencio" userId="b48abb43-3ff2-40b8-9511-c9e27fc14ae3" providerId="ADAL" clId="{7606E808-2BD5-478E-A96E-2F6638FBD443}"/>
    <pc:docChg chg="delSld modSld">
      <pc:chgData name="Tatiana Zuñiga Vicencio" userId="b48abb43-3ff2-40b8-9511-c9e27fc14ae3" providerId="ADAL" clId="{7606E808-2BD5-478E-A96E-2F6638FBD443}" dt="2025-04-20T15:27:55.849" v="35" actId="2696"/>
      <pc:docMkLst>
        <pc:docMk/>
      </pc:docMkLst>
      <pc:sldChg chg="modSp mod">
        <pc:chgData name="Tatiana Zuñiga Vicencio" userId="b48abb43-3ff2-40b8-9511-c9e27fc14ae3" providerId="ADAL" clId="{7606E808-2BD5-478E-A96E-2F6638FBD443}" dt="2025-04-20T15:27:43.661" v="33" actId="20577"/>
        <pc:sldMkLst>
          <pc:docMk/>
          <pc:sldMk cId="2328334949" sldId="2076137706"/>
        </pc:sldMkLst>
        <pc:spChg chg="mod">
          <ac:chgData name="Tatiana Zuñiga Vicencio" userId="b48abb43-3ff2-40b8-9511-c9e27fc14ae3" providerId="ADAL" clId="{7606E808-2BD5-478E-A96E-2F6638FBD443}" dt="2025-04-20T15:27:43.661" v="33" actId="20577"/>
          <ac:spMkLst>
            <pc:docMk/>
            <pc:sldMk cId="2328334949" sldId="2076137706"/>
            <ac:spMk id="3" creationId="{E13EDA60-EA13-DE58-247C-0BA1927DF33E}"/>
          </ac:spMkLst>
        </pc:spChg>
      </pc:sldChg>
      <pc:sldChg chg="del">
        <pc:chgData name="Tatiana Zuñiga Vicencio" userId="b48abb43-3ff2-40b8-9511-c9e27fc14ae3" providerId="ADAL" clId="{7606E808-2BD5-478E-A96E-2F6638FBD443}" dt="2025-04-20T15:27:52.624" v="34" actId="2696"/>
        <pc:sldMkLst>
          <pc:docMk/>
          <pc:sldMk cId="694389719" sldId="2076137709"/>
        </pc:sldMkLst>
      </pc:sldChg>
      <pc:sldChg chg="del">
        <pc:chgData name="Tatiana Zuñiga Vicencio" userId="b48abb43-3ff2-40b8-9511-c9e27fc14ae3" providerId="ADAL" clId="{7606E808-2BD5-478E-A96E-2F6638FBD443}" dt="2025-04-20T15:27:55.849" v="35" actId="2696"/>
        <pc:sldMkLst>
          <pc:docMk/>
          <pc:sldMk cId="2456185182" sldId="2076137716"/>
        </pc:sldMkLst>
      </pc:sldChg>
    </pc:docChg>
  </pc:docChgLst>
  <pc:docChgLst>
    <pc:chgData name="Alejandra Bravo Garcia" userId="S::abravo@ciisa.cl::4cf5125d-f567-4a98-9bb5-4ea9ae908f01" providerId="AD" clId="Web-{7BA15F0B-029B-E7C7-F931-CF0999763482}"/>
    <pc:docChg chg="mod addSld modSld">
      <pc:chgData name="Alejandra Bravo Garcia" userId="S::abravo@ciisa.cl::4cf5125d-f567-4a98-9bb5-4ea9ae908f01" providerId="AD" clId="Web-{7BA15F0B-029B-E7C7-F931-CF0999763482}" dt="2023-09-12T03:31:41.921" v="155" actId="20577"/>
      <pc:docMkLst>
        <pc:docMk/>
      </pc:docMkLst>
      <pc:sldChg chg="addCm">
        <pc:chgData name="Alejandra Bravo Garcia" userId="S::abravo@ciisa.cl::4cf5125d-f567-4a98-9bb5-4ea9ae908f01" providerId="AD" clId="Web-{7BA15F0B-029B-E7C7-F931-CF0999763482}" dt="2023-09-12T03:28:52.463" v="136"/>
        <pc:sldMkLst>
          <pc:docMk/>
          <pc:sldMk cId="1136515697" sldId="2076137702"/>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8:52.463" v="136"/>
              <pc2:cmMkLst xmlns:pc2="http://schemas.microsoft.com/office/powerpoint/2019/9/main/command">
                <pc:docMk/>
                <pc:sldMk cId="1136515697" sldId="2076137702"/>
                <pc2:cmMk id="{E30EEDB4-A314-47FD-8D64-D776ED46A02F}"/>
              </pc2:cmMkLst>
            </pc226:cmChg>
          </p:ext>
        </pc:extLst>
      </pc:sldChg>
      <pc:sldChg chg="addCm">
        <pc:chgData name="Alejandra Bravo Garcia" userId="S::abravo@ciisa.cl::4cf5125d-f567-4a98-9bb5-4ea9ae908f01" providerId="AD" clId="Web-{7BA15F0B-029B-E7C7-F931-CF0999763482}" dt="2023-09-12T03:26:05.270" v="133"/>
        <pc:sldMkLst>
          <pc:docMk/>
          <pc:sldMk cId="868812523" sldId="2076137703"/>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6:05.270" v="133"/>
              <pc2:cmMkLst xmlns:pc2="http://schemas.microsoft.com/office/powerpoint/2019/9/main/command">
                <pc:docMk/>
                <pc:sldMk cId="868812523" sldId="2076137703"/>
                <pc2:cmMk id="{1EA8D883-5044-4AAA-BBAD-F5A58475186B}"/>
              </pc2:cmMkLst>
            </pc226:cmChg>
          </p:ext>
        </pc:extLst>
      </pc:sldChg>
      <pc:sldChg chg="addCm">
        <pc:chgData name="Alejandra Bravo Garcia" userId="S::abravo@ciisa.cl::4cf5125d-f567-4a98-9bb5-4ea9ae908f01" providerId="AD" clId="Web-{7BA15F0B-029B-E7C7-F931-CF0999763482}" dt="2023-09-12T03:29:58.371" v="138"/>
        <pc:sldMkLst>
          <pc:docMk/>
          <pc:sldMk cId="1943926825" sldId="2076137704"/>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9:58.371" v="138"/>
              <pc2:cmMkLst xmlns:pc2="http://schemas.microsoft.com/office/powerpoint/2019/9/main/command">
                <pc:docMk/>
                <pc:sldMk cId="1943926825" sldId="2076137704"/>
                <pc2:cmMk id="{EA16C70D-1923-4304-A5D8-45ADC65883D6}"/>
              </pc2:cmMkLst>
            </pc226:cmChg>
          </p:ext>
        </pc:extLst>
      </pc:sldChg>
      <pc:sldChg chg="addCm">
        <pc:chgData name="Alejandra Bravo Garcia" userId="S::abravo@ciisa.cl::4cf5125d-f567-4a98-9bb5-4ea9ae908f01" providerId="AD" clId="Web-{7BA15F0B-029B-E7C7-F931-CF0999763482}" dt="2023-09-12T03:24:24.908" v="130"/>
        <pc:sldMkLst>
          <pc:docMk/>
          <pc:sldMk cId="3167001994" sldId="2076137705"/>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4:12.908" v="129"/>
              <pc2:cmMkLst xmlns:pc2="http://schemas.microsoft.com/office/powerpoint/2019/9/main/command">
                <pc:docMk/>
                <pc:sldMk cId="3167001994" sldId="2076137705"/>
                <pc2:cmMk id="{FDA31033-C313-481E-B661-B5FAF3DCBAFF}"/>
              </pc2:cmMkLst>
            </pc226:cmChg>
            <pc226:cmChg xmlns:pc226="http://schemas.microsoft.com/office/powerpoint/2022/06/main/command" chg="add">
              <pc226:chgData name="Alejandra Bravo Garcia" userId="S::abravo@ciisa.cl::4cf5125d-f567-4a98-9bb5-4ea9ae908f01" providerId="AD" clId="Web-{7BA15F0B-029B-E7C7-F931-CF0999763482}" dt="2023-09-12T03:24:24.908" v="130"/>
              <pc2:cmMkLst xmlns:pc2="http://schemas.microsoft.com/office/powerpoint/2019/9/main/command">
                <pc:docMk/>
                <pc:sldMk cId="3167001994" sldId="2076137705"/>
                <pc2:cmMk id="{6ACC9BD5-3395-4EED-95E2-0F111C252A4D}"/>
              </pc2:cmMkLst>
            </pc226:cmChg>
          </p:ext>
        </pc:extLst>
      </pc:sldChg>
      <pc:sldChg chg="modSp addCm">
        <pc:chgData name="Alejandra Bravo Garcia" userId="S::abravo@ciisa.cl::4cf5125d-f567-4a98-9bb5-4ea9ae908f01" providerId="AD" clId="Web-{7BA15F0B-029B-E7C7-F931-CF0999763482}" dt="2023-09-12T03:24:54.581" v="131"/>
        <pc:sldMkLst>
          <pc:docMk/>
          <pc:sldMk cId="2328334949" sldId="2076137706"/>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4:54.581" v="131"/>
              <pc2:cmMkLst xmlns:pc2="http://schemas.microsoft.com/office/powerpoint/2019/9/main/command">
                <pc:docMk/>
                <pc:sldMk cId="2328334949" sldId="2076137706"/>
                <pc2:cmMk id="{389693A5-11B2-4C14-A119-775D20B2A22B}"/>
              </pc2:cmMkLst>
            </pc226:cmChg>
          </p:ext>
        </pc:extLst>
      </pc:sldChg>
      <pc:sldChg chg="addCm">
        <pc:chgData name="Alejandra Bravo Garcia" userId="S::abravo@ciisa.cl::4cf5125d-f567-4a98-9bb5-4ea9ae908f01" providerId="AD" clId="Web-{7BA15F0B-029B-E7C7-F931-CF0999763482}" dt="2023-09-12T03:26:16.771" v="134"/>
        <pc:sldMkLst>
          <pc:docMk/>
          <pc:sldMk cId="3736436638" sldId="2076137707"/>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6:16.771" v="134"/>
              <pc2:cmMkLst xmlns:pc2="http://schemas.microsoft.com/office/powerpoint/2019/9/main/command">
                <pc:docMk/>
                <pc:sldMk cId="3736436638" sldId="2076137707"/>
                <pc2:cmMk id="{07EF16F2-FDF7-459F-8065-373D6580A19D}"/>
              </pc2:cmMkLst>
            </pc226:cmChg>
          </p:ext>
        </pc:extLst>
      </pc:sldChg>
      <pc:sldChg chg="addCm">
        <pc:chgData name="Alejandra Bravo Garcia" userId="S::abravo@ciisa.cl::4cf5125d-f567-4a98-9bb5-4ea9ae908f01" providerId="AD" clId="Web-{7BA15F0B-029B-E7C7-F931-CF0999763482}" dt="2023-09-12T03:29:35.370" v="137"/>
        <pc:sldMkLst>
          <pc:docMk/>
          <pc:sldMk cId="829328944" sldId="2076137708"/>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9:35.370" v="137"/>
              <pc2:cmMkLst xmlns:pc2="http://schemas.microsoft.com/office/powerpoint/2019/9/main/command">
                <pc:docMk/>
                <pc:sldMk cId="829328944" sldId="2076137708"/>
                <pc2:cmMk id="{D267BE4A-61DE-40D3-A24C-59F6D7967C8C}"/>
              </pc2:cmMkLst>
            </pc226:cmChg>
          </p:ext>
        </pc:extLst>
      </pc:sldChg>
      <pc:sldChg chg="addCm">
        <pc:chgData name="Alejandra Bravo Garcia" userId="S::abravo@ciisa.cl::4cf5125d-f567-4a98-9bb5-4ea9ae908f01" providerId="AD" clId="Web-{7BA15F0B-029B-E7C7-F931-CF0999763482}" dt="2023-09-12T03:28:28.478" v="135"/>
        <pc:sldMkLst>
          <pc:docMk/>
          <pc:sldMk cId="3631252662" sldId="2076137712"/>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8:28.478" v="135"/>
              <pc2:cmMkLst xmlns:pc2="http://schemas.microsoft.com/office/powerpoint/2019/9/main/command">
                <pc:docMk/>
                <pc:sldMk cId="3631252662" sldId="2076137712"/>
                <pc2:cmMk id="{0D333014-9AC8-4346-BB09-9D720E4A3858}"/>
              </pc2:cmMkLst>
            </pc226:cmChg>
          </p:ext>
        </pc:extLst>
      </pc:sldChg>
      <pc:sldChg chg="modSp add replId addCm">
        <pc:chgData name="Alejandra Bravo Garcia" userId="S::abravo@ciisa.cl::4cf5125d-f567-4a98-9bb5-4ea9ae908f01" providerId="AD" clId="Web-{7BA15F0B-029B-E7C7-F931-CF0999763482}" dt="2023-09-12T03:25:38.613" v="132"/>
        <pc:sldMkLst>
          <pc:docMk/>
          <pc:sldMk cId="2546042947" sldId="2076137717"/>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25:38.613" v="132"/>
              <pc2:cmMkLst xmlns:pc2="http://schemas.microsoft.com/office/powerpoint/2019/9/main/command">
                <pc:docMk/>
                <pc:sldMk cId="2546042947" sldId="2076137717"/>
                <pc2:cmMk id="{C1737562-6C8A-463E-B045-4829F6317B19}"/>
              </pc2:cmMkLst>
            </pc226:cmChg>
          </p:ext>
        </pc:extLst>
      </pc:sldChg>
      <pc:sldChg chg="addSp delSp modSp add replId addCm">
        <pc:chgData name="Alejandra Bravo Garcia" userId="S::abravo@ciisa.cl::4cf5125d-f567-4a98-9bb5-4ea9ae908f01" providerId="AD" clId="Web-{7BA15F0B-029B-E7C7-F931-CF0999763482}" dt="2023-09-12T03:31:41.921" v="155" actId="20577"/>
        <pc:sldMkLst>
          <pc:docMk/>
          <pc:sldMk cId="729372892" sldId="2076137718"/>
        </pc:sldMkLst>
        <pc:extLst>
          <p:ext xmlns:p="http://schemas.openxmlformats.org/presentationml/2006/main" uri="{D6D511B9-2390-475A-947B-AFAB55BFBCF1}">
            <pc226:cmChg xmlns:pc226="http://schemas.microsoft.com/office/powerpoint/2022/06/main/command" chg="add">
              <pc226:chgData name="Alejandra Bravo Garcia" userId="S::abravo@ciisa.cl::4cf5125d-f567-4a98-9bb5-4ea9ae908f01" providerId="AD" clId="Web-{7BA15F0B-029B-E7C7-F931-CF0999763482}" dt="2023-09-12T03:31:39.765" v="154"/>
              <pc2:cmMkLst xmlns:pc2="http://schemas.microsoft.com/office/powerpoint/2019/9/main/command">
                <pc:docMk/>
                <pc:sldMk cId="729372892" sldId="2076137718"/>
                <pc2:cmMk id="{A4CF5ACE-D39B-432C-8A7B-88D220DC3AF0}"/>
              </pc2:cmMkLst>
            </pc226:cmChg>
          </p:ext>
        </pc:extLst>
      </pc:sldChg>
    </pc:docChg>
  </pc:docChgLst>
  <pc:docChgLst>
    <pc:chgData name="Alvaro Gajardo Rozas" userId="S::agajardo@ciisa.cl::b3fbea3f-f2a8-486d-aa1c-9a9bc80c7b05" providerId="AD" clId="Web-{81A78B22-6EB1-4333-B29B-3AA70FB3DE9C}"/>
    <pc:docChg chg="modSld">
      <pc:chgData name="Alvaro Gajardo Rozas" userId="S::agajardo@ciisa.cl::b3fbea3f-f2a8-486d-aa1c-9a9bc80c7b05" providerId="AD" clId="Web-{81A78B22-6EB1-4333-B29B-3AA70FB3DE9C}" dt="2023-08-17T18:58:22.310" v="1" actId="20577"/>
      <pc:docMkLst>
        <pc:docMk/>
      </pc:docMkLst>
      <pc:sldChg chg="modSp">
        <pc:chgData name="Alvaro Gajardo Rozas" userId="S::agajardo@ciisa.cl::b3fbea3f-f2a8-486d-aa1c-9a9bc80c7b05" providerId="AD" clId="Web-{81A78B22-6EB1-4333-B29B-3AA70FB3DE9C}" dt="2023-08-17T18:58:22.310" v="1" actId="20577"/>
        <pc:sldMkLst>
          <pc:docMk/>
          <pc:sldMk cId="1136515697" sldId="2076137702"/>
        </pc:sldMkLst>
      </pc:sldChg>
    </pc:docChg>
  </pc:docChgLst>
  <pc:docChgLst>
    <pc:chgData name="Alejandra Bravo Garcia" userId="4cf5125d-f567-4a98-9bb5-4ea9ae908f01" providerId="ADAL" clId="{20B9C4F6-F537-4BE7-987D-554A3B4B781E}"/>
    <pc:docChg chg="undo redo custSel addSld delSld modSld sldOrd">
      <pc:chgData name="Alejandra Bravo Garcia" userId="4cf5125d-f567-4a98-9bb5-4ea9ae908f01" providerId="ADAL" clId="{20B9C4F6-F537-4BE7-987D-554A3B4B781E}" dt="2023-09-05T02:53:38.287" v="444" actId="207"/>
      <pc:docMkLst>
        <pc:docMk/>
      </pc:docMkLst>
      <pc:sldChg chg="delSp modSp add del mod">
        <pc:chgData name="Alejandra Bravo Garcia" userId="4cf5125d-f567-4a98-9bb5-4ea9ae908f01" providerId="ADAL" clId="{20B9C4F6-F537-4BE7-987D-554A3B4B781E}" dt="2023-09-05T02:05:50.448" v="206" actId="2696"/>
        <pc:sldMkLst>
          <pc:docMk/>
          <pc:sldMk cId="1405910239" sldId="256"/>
        </pc:sldMkLst>
      </pc:sldChg>
      <pc:sldChg chg="modSp mod">
        <pc:chgData name="Alejandra Bravo Garcia" userId="4cf5125d-f567-4a98-9bb5-4ea9ae908f01" providerId="ADAL" clId="{20B9C4F6-F537-4BE7-987D-554A3B4B781E}" dt="2023-09-05T02:22:50.420" v="431" actId="20577"/>
        <pc:sldMkLst>
          <pc:docMk/>
          <pc:sldMk cId="242947854" sldId="2076137701"/>
        </pc:sldMkLst>
      </pc:sldChg>
      <pc:sldChg chg="addSp delSp modSp mod">
        <pc:chgData name="Alejandra Bravo Garcia" userId="4cf5125d-f567-4a98-9bb5-4ea9ae908f01" providerId="ADAL" clId="{20B9C4F6-F537-4BE7-987D-554A3B4B781E}" dt="2023-09-05T02:04:49.891" v="195" actId="1076"/>
        <pc:sldMkLst>
          <pc:docMk/>
          <pc:sldMk cId="1136515697" sldId="2076137702"/>
        </pc:sldMkLst>
      </pc:sldChg>
      <pc:sldChg chg="modSp mod ord">
        <pc:chgData name="Alejandra Bravo Garcia" userId="4cf5125d-f567-4a98-9bb5-4ea9ae908f01" providerId="ADAL" clId="{20B9C4F6-F537-4BE7-987D-554A3B4B781E}" dt="2023-09-05T02:03:21.324" v="182" actId="14100"/>
        <pc:sldMkLst>
          <pc:docMk/>
          <pc:sldMk cId="868812523" sldId="2076137703"/>
        </pc:sldMkLst>
      </pc:sldChg>
      <pc:sldChg chg="addSp delSp modSp mod ord">
        <pc:chgData name="Alejandra Bravo Garcia" userId="4cf5125d-f567-4a98-9bb5-4ea9ae908f01" providerId="ADAL" clId="{20B9C4F6-F537-4BE7-987D-554A3B4B781E}" dt="2023-09-05T02:12:32.721" v="318" actId="113"/>
        <pc:sldMkLst>
          <pc:docMk/>
          <pc:sldMk cId="1943926825" sldId="2076137704"/>
        </pc:sldMkLst>
      </pc:sldChg>
      <pc:sldChg chg="addSp modSp mod setBg">
        <pc:chgData name="Alejandra Bravo Garcia" userId="4cf5125d-f567-4a98-9bb5-4ea9ae908f01" providerId="ADAL" clId="{20B9C4F6-F537-4BE7-987D-554A3B4B781E}" dt="2023-09-05T02:53:38.287" v="444" actId="207"/>
        <pc:sldMkLst>
          <pc:docMk/>
          <pc:sldMk cId="2328334949" sldId="2076137706"/>
        </pc:sldMkLst>
      </pc:sldChg>
      <pc:sldChg chg="modSp add mod ord">
        <pc:chgData name="Alejandra Bravo Garcia" userId="4cf5125d-f567-4a98-9bb5-4ea9ae908f01" providerId="ADAL" clId="{20B9C4F6-F537-4BE7-987D-554A3B4B781E}" dt="2023-09-05T02:05:38.074" v="202" actId="14100"/>
        <pc:sldMkLst>
          <pc:docMk/>
          <pc:sldMk cId="3736436638" sldId="2076137707"/>
        </pc:sldMkLst>
      </pc:sldChg>
      <pc:sldChg chg="modSp add mod ord">
        <pc:chgData name="Alejandra Bravo Garcia" userId="4cf5125d-f567-4a98-9bb5-4ea9ae908f01" providerId="ADAL" clId="{20B9C4F6-F537-4BE7-987D-554A3B4B781E}" dt="2023-09-05T02:07:55.535" v="238" actId="20577"/>
        <pc:sldMkLst>
          <pc:docMk/>
          <pc:sldMk cId="829328944" sldId="2076137708"/>
        </pc:sldMkLst>
      </pc:sldChg>
      <pc:sldChg chg="modSp add mod">
        <pc:chgData name="Alejandra Bravo Garcia" userId="4cf5125d-f567-4a98-9bb5-4ea9ae908f01" providerId="ADAL" clId="{20B9C4F6-F537-4BE7-987D-554A3B4B781E}" dt="2023-09-05T02:08:29.494" v="243" actId="20577"/>
        <pc:sldMkLst>
          <pc:docMk/>
          <pc:sldMk cId="694389719" sldId="2076137709"/>
        </pc:sldMkLst>
      </pc:sldChg>
      <pc:sldChg chg="modSp add mod">
        <pc:chgData name="Alejandra Bravo Garcia" userId="4cf5125d-f567-4a98-9bb5-4ea9ae908f01" providerId="ADAL" clId="{20B9C4F6-F537-4BE7-987D-554A3B4B781E}" dt="2023-09-05T02:08:53.284" v="250" actId="20577"/>
        <pc:sldMkLst>
          <pc:docMk/>
          <pc:sldMk cId="3734186721" sldId="2076137710"/>
        </pc:sldMkLst>
      </pc:sldChg>
      <pc:sldChg chg="modSp add mod">
        <pc:chgData name="Alejandra Bravo Garcia" userId="4cf5125d-f567-4a98-9bb5-4ea9ae908f01" providerId="ADAL" clId="{20B9C4F6-F537-4BE7-987D-554A3B4B781E}" dt="2023-09-05T02:10:39.157" v="303" actId="20577"/>
        <pc:sldMkLst>
          <pc:docMk/>
          <pc:sldMk cId="571905608" sldId="2076137711"/>
        </pc:sldMkLst>
      </pc:sldChg>
      <pc:sldChg chg="add del">
        <pc:chgData name="Alejandra Bravo Garcia" userId="4cf5125d-f567-4a98-9bb5-4ea9ae908f01" providerId="ADAL" clId="{20B9C4F6-F537-4BE7-987D-554A3B4B781E}" dt="2023-09-05T02:06:17.425" v="211" actId="2696"/>
        <pc:sldMkLst>
          <pc:docMk/>
          <pc:sldMk cId="1618824746" sldId="2076137712"/>
        </pc:sldMkLst>
      </pc:sldChg>
      <pc:sldChg chg="addSp delSp modSp add mod ord">
        <pc:chgData name="Alejandra Bravo Garcia" userId="4cf5125d-f567-4a98-9bb5-4ea9ae908f01" providerId="ADAL" clId="{20B9C4F6-F537-4BE7-987D-554A3B4B781E}" dt="2023-09-05T02:11:25.147" v="305"/>
        <pc:sldMkLst>
          <pc:docMk/>
          <pc:sldMk cId="3631252662" sldId="2076137712"/>
        </pc:sldMkLst>
      </pc:sldChg>
      <pc:sldChg chg="addSp delSp modSp add mod ord">
        <pc:chgData name="Alejandra Bravo Garcia" userId="4cf5125d-f567-4a98-9bb5-4ea9ae908f01" providerId="ADAL" clId="{20B9C4F6-F537-4BE7-987D-554A3B4B781E}" dt="2023-09-05T02:17:56.182" v="351" actId="1076"/>
        <pc:sldMkLst>
          <pc:docMk/>
          <pc:sldMk cId="536104298" sldId="2076137713"/>
        </pc:sldMkLst>
      </pc:sldChg>
      <pc:sldChg chg="addSp delSp modSp add mod ord">
        <pc:chgData name="Alejandra Bravo Garcia" userId="4cf5125d-f567-4a98-9bb5-4ea9ae908f01" providerId="ADAL" clId="{20B9C4F6-F537-4BE7-987D-554A3B4B781E}" dt="2023-09-05T02:20:31.766" v="368" actId="113"/>
        <pc:sldMkLst>
          <pc:docMk/>
          <pc:sldMk cId="4073713596" sldId="2076137714"/>
        </pc:sldMkLst>
      </pc:sldChg>
      <pc:sldChg chg="addSp delSp modSp add mod ord">
        <pc:chgData name="Alejandra Bravo Garcia" userId="4cf5125d-f567-4a98-9bb5-4ea9ae908f01" providerId="ADAL" clId="{20B9C4F6-F537-4BE7-987D-554A3B4B781E}" dt="2023-09-05T02:22:00.112" v="379" actId="207"/>
        <pc:sldMkLst>
          <pc:docMk/>
          <pc:sldMk cId="3308352145" sldId="2076137715"/>
        </pc:sldMkLst>
      </pc:sldChg>
      <pc:sldChg chg="addSp delSp modSp add mod">
        <pc:chgData name="Alejandra Bravo Garcia" userId="4cf5125d-f567-4a98-9bb5-4ea9ae908f01" providerId="ADAL" clId="{20B9C4F6-F537-4BE7-987D-554A3B4B781E}" dt="2023-09-05T02:14:13.054" v="331" actId="14100"/>
        <pc:sldMkLst>
          <pc:docMk/>
          <pc:sldMk cId="2456185182" sldId="2076137716"/>
        </pc:sldMkLst>
      </pc:sldChg>
      <pc:sldMasterChg chg="delSldLayout">
        <pc:chgData name="Alejandra Bravo Garcia" userId="4cf5125d-f567-4a98-9bb5-4ea9ae908f01" providerId="ADAL" clId="{20B9C4F6-F537-4BE7-987D-554A3B4B781E}" dt="2023-09-05T02:05:50.448" v="206" actId="2696"/>
        <pc:sldMasterMkLst>
          <pc:docMk/>
          <pc:sldMasterMk cId="2491898207" sldId="2147483660"/>
        </pc:sldMasterMkLst>
        <pc:sldLayoutChg chg="del">
          <pc:chgData name="Alejandra Bravo Garcia" userId="4cf5125d-f567-4a98-9bb5-4ea9ae908f01" providerId="ADAL" clId="{20B9C4F6-F537-4BE7-987D-554A3B4B781E}" dt="2023-09-05T02:05:50.448" v="206" actId="2696"/>
          <pc:sldLayoutMkLst>
            <pc:docMk/>
            <pc:sldMasterMk cId="2491898207" sldId="2147483660"/>
            <pc:sldLayoutMk cId="1493273478" sldId="2147483666"/>
          </pc:sldLayoutMkLst>
        </pc:sldLayoutChg>
      </pc:sldMasterChg>
    </pc:docChg>
  </pc:docChgLst>
  <pc:docChgLst>
    <pc:chgData name="Alejandra Bravo Garcia" userId="S::alejandra.bravo@ipss.cl::4cf5125d-f567-4a98-9bb5-4ea9ae908f01" providerId="AD" clId="Web-{CAAEB48F-0F8F-3925-E3B5-323918FCE29A}"/>
    <pc:docChg chg="mod modSld">
      <pc:chgData name="Alejandra Bravo Garcia" userId="S::alejandra.bravo@ipss.cl::4cf5125d-f567-4a98-9bb5-4ea9ae908f01" providerId="AD" clId="Web-{CAAEB48F-0F8F-3925-E3B5-323918FCE29A}" dt="2024-05-27T22:21:28.098" v="2"/>
      <pc:docMkLst>
        <pc:docMk/>
      </pc:docMkLst>
      <pc:sldChg chg="modSp addCm">
        <pc:chgData name="Alejandra Bravo Garcia" userId="S::alejandra.bravo@ipss.cl::4cf5125d-f567-4a98-9bb5-4ea9ae908f01" providerId="AD" clId="Web-{CAAEB48F-0F8F-3925-E3B5-323918FCE29A}" dt="2024-05-27T22:21:28.098" v="2"/>
        <pc:sldMkLst>
          <pc:docMk/>
          <pc:sldMk cId="2456185182" sldId="2076137716"/>
        </pc:sldMkLst>
        <pc:extLst>
          <p:ext xmlns:p="http://schemas.openxmlformats.org/presentationml/2006/main" uri="{D6D511B9-2390-475A-947B-AFAB55BFBCF1}">
            <pc226:cmChg xmlns:pc226="http://schemas.microsoft.com/office/powerpoint/2022/06/main/command" chg="add">
              <pc226:chgData name="Alejandra Bravo Garcia" userId="S::alejandra.bravo@ipss.cl::4cf5125d-f567-4a98-9bb5-4ea9ae908f01" providerId="AD" clId="Web-{CAAEB48F-0F8F-3925-E3B5-323918FCE29A}" dt="2024-05-27T22:21:28.098" v="2"/>
              <pc2:cmMkLst xmlns:pc2="http://schemas.microsoft.com/office/powerpoint/2019/9/main/command">
                <pc:docMk/>
                <pc:sldMk cId="2456185182" sldId="2076137716"/>
                <pc2:cmMk id="{3A15BF6B-262F-46D6-8AE3-7D4E762751AC}"/>
              </pc2:cmMkLst>
            </pc226:cmChg>
          </p:ext>
        </pc:extLst>
      </pc:sldChg>
    </pc:docChg>
  </pc:docChgLst>
  <pc:docChgLst>
    <pc:chgData name="Lorena Massone Bresler" userId="S::lmassone@ciisa.cl::02953e08-4597-4d31-a081-9f68326755d8" providerId="AD" clId="Web-{14B7B713-082C-F377-6F54-89836EDE3A44}"/>
    <pc:docChg chg="modSld">
      <pc:chgData name="Lorena Massone Bresler" userId="S::lmassone@ciisa.cl::02953e08-4597-4d31-a081-9f68326755d8" providerId="AD" clId="Web-{14B7B713-082C-F377-6F54-89836EDE3A44}" dt="2024-01-23T16:29:42.669" v="22" actId="20577"/>
      <pc:docMkLst>
        <pc:docMk/>
      </pc:docMkLst>
      <pc:sldChg chg="modSp">
        <pc:chgData name="Lorena Massone Bresler" userId="S::lmassone@ciisa.cl::02953e08-4597-4d31-a081-9f68326755d8" providerId="AD" clId="Web-{14B7B713-082C-F377-6F54-89836EDE3A44}" dt="2024-01-23T16:29:42.669" v="22" actId="20577"/>
        <pc:sldMkLst>
          <pc:docMk/>
          <pc:sldMk cId="2328334949" sldId="2076137706"/>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A500E61-EB54-4C5D-AE7A-772729FF23B9}" type="doc">
      <dgm:prSet loTypeId="urn:microsoft.com/office/officeart/2005/8/layout/bProcess3" loCatId="process" qsTypeId="urn:microsoft.com/office/officeart/2005/8/quickstyle/simple1" qsCatId="simple" csTypeId="urn:microsoft.com/office/officeart/2005/8/colors/accent1_2" csCatId="accent1" phldr="1"/>
      <dgm:spPr/>
      <dgm:t>
        <a:bodyPr/>
        <a:lstStyle/>
        <a:p>
          <a:endParaRPr lang="en-US"/>
        </a:p>
      </dgm:t>
    </dgm:pt>
    <dgm:pt modelId="{C07598F3-A4BA-43B9-B654-766F6D7C6C19}">
      <dgm:prSet phldrT="[Text]" phldr="0"/>
      <dgm:spPr>
        <a:solidFill>
          <a:srgbClr val="304B61"/>
        </a:solidFill>
      </dgm:spPr>
      <dgm:t>
        <a:bodyPr/>
        <a:lstStyle/>
        <a:p>
          <a:pPr rtl="0"/>
          <a:r>
            <a:rPr lang="es-ES" dirty="0">
              <a:solidFill>
                <a:schemeClr val="bg1"/>
              </a:solidFill>
              <a:latin typeface="Arial"/>
              <a:cs typeface="Arial"/>
            </a:rPr>
            <a:t>Uso del método POST para la creación de registros</a:t>
          </a:r>
          <a:endParaRPr lang="en-US" dirty="0">
            <a:solidFill>
              <a:schemeClr val="bg1"/>
            </a:solidFill>
            <a:latin typeface="Arial"/>
            <a:cs typeface="Arial"/>
          </a:endParaRPr>
        </a:p>
      </dgm:t>
    </dgm:pt>
    <dgm:pt modelId="{4568AAB7-BD40-423D-85F4-D7343E581934}" type="parTrans" cxnId="{EFA06D49-0BB7-4728-A93E-141D234B32E1}">
      <dgm:prSet/>
      <dgm:spPr/>
      <dgm:t>
        <a:bodyPr/>
        <a:lstStyle/>
        <a:p>
          <a:endParaRPr lang="en-US"/>
        </a:p>
      </dgm:t>
    </dgm:pt>
    <dgm:pt modelId="{2DAE1DBB-E5A1-48E7-A2A6-86DE4598511B}" type="sibTrans" cxnId="{EFA06D49-0BB7-4728-A93E-141D234B32E1}">
      <dgm:prSet/>
      <dgm:spPr/>
      <dgm:t>
        <a:bodyPr/>
        <a:lstStyle/>
        <a:p>
          <a:endParaRPr lang="en-US"/>
        </a:p>
      </dgm:t>
    </dgm:pt>
    <dgm:pt modelId="{2F204C4D-F3FF-4141-AD5F-DA7E05E104CD}">
      <dgm:prSet phldrT="[Text]" phldr="0"/>
      <dgm:spPr>
        <a:solidFill>
          <a:srgbClr val="304B61"/>
        </a:solidFill>
      </dgm:spPr>
      <dgm:t>
        <a:bodyPr/>
        <a:lstStyle/>
        <a:p>
          <a:pPr rtl="0"/>
          <a:r>
            <a:rPr lang="es-ES" dirty="0">
              <a:solidFill>
                <a:schemeClr val="bg1"/>
              </a:solidFill>
              <a:latin typeface="Calibri"/>
              <a:cs typeface="Calibri"/>
            </a:rPr>
            <a:t> Uso del método GET para la búsqueda de registros</a:t>
          </a:r>
          <a:endParaRPr lang="es-ES" dirty="0">
            <a:solidFill>
              <a:schemeClr val="bg1"/>
            </a:solidFill>
          </a:endParaRPr>
        </a:p>
      </dgm:t>
    </dgm:pt>
    <dgm:pt modelId="{E0A75A93-83EB-413A-85DD-3DCEE66E723C}" type="parTrans" cxnId="{150D60B2-BE28-4FE2-A64B-320D308C8F44}">
      <dgm:prSet/>
      <dgm:spPr/>
      <dgm:t>
        <a:bodyPr/>
        <a:lstStyle/>
        <a:p>
          <a:endParaRPr lang="en-US"/>
        </a:p>
      </dgm:t>
    </dgm:pt>
    <dgm:pt modelId="{784633D0-1734-461F-80FB-99A37F928D9A}" type="sibTrans" cxnId="{150D60B2-BE28-4FE2-A64B-320D308C8F44}">
      <dgm:prSet/>
      <dgm:spPr/>
      <dgm:t>
        <a:bodyPr/>
        <a:lstStyle/>
        <a:p>
          <a:endParaRPr lang="en-US"/>
        </a:p>
      </dgm:t>
    </dgm:pt>
    <dgm:pt modelId="{F7C9A729-B8BA-4645-BB62-40EF2DFD13A0}">
      <dgm:prSet phldrT="[Text]" phldr="0"/>
      <dgm:spPr>
        <a:solidFill>
          <a:srgbClr val="304B61"/>
        </a:solidFill>
      </dgm:spPr>
      <dgm:t>
        <a:bodyPr/>
        <a:lstStyle/>
        <a:p>
          <a:pPr rtl="0"/>
          <a:r>
            <a:rPr lang="es-ES" dirty="0">
              <a:solidFill>
                <a:schemeClr val="bg1"/>
              </a:solidFill>
              <a:latin typeface="Calibri"/>
              <a:cs typeface="Calibri"/>
            </a:rPr>
            <a:t> Uso de los métodos PATCH y PUT para la actualización de registros</a:t>
          </a:r>
          <a:r>
            <a:rPr lang="es-ES" dirty="0">
              <a:solidFill>
                <a:schemeClr val="bg1"/>
              </a:solidFill>
              <a:latin typeface="Arial"/>
              <a:cs typeface="Arial"/>
            </a:rPr>
            <a:t>.</a:t>
          </a:r>
        </a:p>
      </dgm:t>
    </dgm:pt>
    <dgm:pt modelId="{E3511648-DB9F-4AB9-82D1-F5CBC8F79649}" type="parTrans" cxnId="{2BF10CF3-8D72-4330-BBC6-F3DED97D85C6}">
      <dgm:prSet/>
      <dgm:spPr/>
      <dgm:t>
        <a:bodyPr/>
        <a:lstStyle/>
        <a:p>
          <a:endParaRPr lang="en-US"/>
        </a:p>
      </dgm:t>
    </dgm:pt>
    <dgm:pt modelId="{59AE5095-785A-41D6-ABFC-1EB8BCCC0083}" type="sibTrans" cxnId="{2BF10CF3-8D72-4330-BBC6-F3DED97D85C6}">
      <dgm:prSet/>
      <dgm:spPr/>
      <dgm:t>
        <a:bodyPr/>
        <a:lstStyle/>
        <a:p>
          <a:endParaRPr lang="en-US"/>
        </a:p>
      </dgm:t>
    </dgm:pt>
    <dgm:pt modelId="{5ADE8CD2-AD35-4489-A0C9-97B939C72460}">
      <dgm:prSet phldr="0"/>
      <dgm:spPr/>
      <dgm:t>
        <a:bodyPr/>
        <a:lstStyle/>
        <a:p>
          <a:pPr rtl="0"/>
          <a:r>
            <a:rPr lang="es-ES" dirty="0">
              <a:solidFill>
                <a:schemeClr val="bg1"/>
              </a:solidFill>
              <a:latin typeface="Calibri"/>
              <a:cs typeface="Calibri"/>
            </a:rPr>
            <a:t> Uso del método DELETE para la eliminación de registros</a:t>
          </a:r>
        </a:p>
      </dgm:t>
    </dgm:pt>
    <dgm:pt modelId="{D8C40A77-A35A-4456-9FD1-C222A53207B6}" type="parTrans" cxnId="{E053F077-CE46-4DA6-92F4-D7B3B637E649}">
      <dgm:prSet/>
      <dgm:spPr/>
    </dgm:pt>
    <dgm:pt modelId="{90CA3B33-F0EC-40CD-B0B5-EB472026C740}" type="sibTrans" cxnId="{E053F077-CE46-4DA6-92F4-D7B3B637E649}">
      <dgm:prSet/>
      <dgm:spPr/>
    </dgm:pt>
    <dgm:pt modelId="{BD238BFD-C3F3-4361-9B33-35B5DADCB794}" type="pres">
      <dgm:prSet presAssocID="{9A500E61-EB54-4C5D-AE7A-772729FF23B9}" presName="Name0" presStyleCnt="0">
        <dgm:presLayoutVars>
          <dgm:dir/>
          <dgm:resizeHandles val="exact"/>
        </dgm:presLayoutVars>
      </dgm:prSet>
      <dgm:spPr/>
    </dgm:pt>
    <dgm:pt modelId="{935357E2-36A7-4EE6-8B8A-4DBD2492AA1F}" type="pres">
      <dgm:prSet presAssocID="{C07598F3-A4BA-43B9-B654-766F6D7C6C19}" presName="node" presStyleLbl="node1" presStyleIdx="0" presStyleCnt="4">
        <dgm:presLayoutVars>
          <dgm:bulletEnabled val="1"/>
        </dgm:presLayoutVars>
      </dgm:prSet>
      <dgm:spPr/>
    </dgm:pt>
    <dgm:pt modelId="{D5116D66-9774-4109-B5EF-1AB8579C9A5D}" type="pres">
      <dgm:prSet presAssocID="{2DAE1DBB-E5A1-48E7-A2A6-86DE4598511B}" presName="sibTrans" presStyleLbl="sibTrans1D1" presStyleIdx="0" presStyleCnt="3"/>
      <dgm:spPr/>
    </dgm:pt>
    <dgm:pt modelId="{47EFBEDD-26A3-4F3A-9D26-3CC223D6EDA0}" type="pres">
      <dgm:prSet presAssocID="{2DAE1DBB-E5A1-48E7-A2A6-86DE4598511B}" presName="connectorText" presStyleLbl="sibTrans1D1" presStyleIdx="0" presStyleCnt="3"/>
      <dgm:spPr/>
    </dgm:pt>
    <dgm:pt modelId="{4CCED82D-1EF8-4247-87CE-E0AF8B1D78A7}" type="pres">
      <dgm:prSet presAssocID="{2F204C4D-F3FF-4141-AD5F-DA7E05E104CD}" presName="node" presStyleLbl="node1" presStyleIdx="1" presStyleCnt="4">
        <dgm:presLayoutVars>
          <dgm:bulletEnabled val="1"/>
        </dgm:presLayoutVars>
      </dgm:prSet>
      <dgm:spPr/>
    </dgm:pt>
    <dgm:pt modelId="{F75632A4-8B7F-4EDC-B39C-06B746E5C1B4}" type="pres">
      <dgm:prSet presAssocID="{784633D0-1734-461F-80FB-99A37F928D9A}" presName="sibTrans" presStyleLbl="sibTrans1D1" presStyleIdx="1" presStyleCnt="3"/>
      <dgm:spPr/>
    </dgm:pt>
    <dgm:pt modelId="{B1DB072A-DD56-4461-86D2-5FE61255C69C}" type="pres">
      <dgm:prSet presAssocID="{784633D0-1734-461F-80FB-99A37F928D9A}" presName="connectorText" presStyleLbl="sibTrans1D1" presStyleIdx="1" presStyleCnt="3"/>
      <dgm:spPr/>
    </dgm:pt>
    <dgm:pt modelId="{515B5F9B-A11F-413D-A8E8-E2FCAC70B4FB}" type="pres">
      <dgm:prSet presAssocID="{F7C9A729-B8BA-4645-BB62-40EF2DFD13A0}" presName="node" presStyleLbl="node1" presStyleIdx="2" presStyleCnt="4">
        <dgm:presLayoutVars>
          <dgm:bulletEnabled val="1"/>
        </dgm:presLayoutVars>
      </dgm:prSet>
      <dgm:spPr/>
    </dgm:pt>
    <dgm:pt modelId="{42BEEBED-3ED5-47A0-8439-CF1F88236D5E}" type="pres">
      <dgm:prSet presAssocID="{59AE5095-785A-41D6-ABFC-1EB8BCCC0083}" presName="sibTrans" presStyleLbl="sibTrans1D1" presStyleIdx="2" presStyleCnt="3"/>
      <dgm:spPr/>
    </dgm:pt>
    <dgm:pt modelId="{CC2FEC02-0560-4D73-A559-41723DD5ECB2}" type="pres">
      <dgm:prSet presAssocID="{59AE5095-785A-41D6-ABFC-1EB8BCCC0083}" presName="connectorText" presStyleLbl="sibTrans1D1" presStyleIdx="2" presStyleCnt="3"/>
      <dgm:spPr/>
    </dgm:pt>
    <dgm:pt modelId="{85927DBE-72DB-4AF2-BFD8-9EF3E48AC612}" type="pres">
      <dgm:prSet presAssocID="{5ADE8CD2-AD35-4489-A0C9-97B939C72460}" presName="node" presStyleLbl="node1" presStyleIdx="3" presStyleCnt="4">
        <dgm:presLayoutVars>
          <dgm:bulletEnabled val="1"/>
        </dgm:presLayoutVars>
      </dgm:prSet>
      <dgm:spPr>
        <a:solidFill>
          <a:srgbClr val="304B61"/>
        </a:solidFill>
      </dgm:spPr>
    </dgm:pt>
  </dgm:ptLst>
  <dgm:cxnLst>
    <dgm:cxn modelId="{5DE34B0A-E817-4283-A275-4871A36BAEA1}" type="presOf" srcId="{2DAE1DBB-E5A1-48E7-A2A6-86DE4598511B}" destId="{D5116D66-9774-4109-B5EF-1AB8579C9A5D}" srcOrd="0" destOrd="0" presId="urn:microsoft.com/office/officeart/2005/8/layout/bProcess3"/>
    <dgm:cxn modelId="{83570314-7F1D-41B9-8B3E-51C316A9AEDB}" type="presOf" srcId="{F7C9A729-B8BA-4645-BB62-40EF2DFD13A0}" destId="{515B5F9B-A11F-413D-A8E8-E2FCAC70B4FB}" srcOrd="0" destOrd="0" presId="urn:microsoft.com/office/officeart/2005/8/layout/bProcess3"/>
    <dgm:cxn modelId="{33FF0E1C-56EF-4098-B42D-CD316933678A}" type="presOf" srcId="{2F204C4D-F3FF-4141-AD5F-DA7E05E104CD}" destId="{4CCED82D-1EF8-4247-87CE-E0AF8B1D78A7}" srcOrd="0" destOrd="0" presId="urn:microsoft.com/office/officeart/2005/8/layout/bProcess3"/>
    <dgm:cxn modelId="{D62B715B-E176-4226-96E5-1D9D9DA1EB1A}" type="presOf" srcId="{C07598F3-A4BA-43B9-B654-766F6D7C6C19}" destId="{935357E2-36A7-4EE6-8B8A-4DBD2492AA1F}" srcOrd="0" destOrd="0" presId="urn:microsoft.com/office/officeart/2005/8/layout/bProcess3"/>
    <dgm:cxn modelId="{EFA06D49-0BB7-4728-A93E-141D234B32E1}" srcId="{9A500E61-EB54-4C5D-AE7A-772729FF23B9}" destId="{C07598F3-A4BA-43B9-B654-766F6D7C6C19}" srcOrd="0" destOrd="0" parTransId="{4568AAB7-BD40-423D-85F4-D7343E581934}" sibTransId="{2DAE1DBB-E5A1-48E7-A2A6-86DE4598511B}"/>
    <dgm:cxn modelId="{8174854A-DD38-43E8-8215-9E0CCF1A486D}" type="presOf" srcId="{784633D0-1734-461F-80FB-99A37F928D9A}" destId="{B1DB072A-DD56-4461-86D2-5FE61255C69C}" srcOrd="1" destOrd="0" presId="urn:microsoft.com/office/officeart/2005/8/layout/bProcess3"/>
    <dgm:cxn modelId="{00690974-605F-4377-9992-A93CD99C45D1}" type="presOf" srcId="{59AE5095-785A-41D6-ABFC-1EB8BCCC0083}" destId="{CC2FEC02-0560-4D73-A559-41723DD5ECB2}" srcOrd="1" destOrd="0" presId="urn:microsoft.com/office/officeart/2005/8/layout/bProcess3"/>
    <dgm:cxn modelId="{E053F077-CE46-4DA6-92F4-D7B3B637E649}" srcId="{9A500E61-EB54-4C5D-AE7A-772729FF23B9}" destId="{5ADE8CD2-AD35-4489-A0C9-97B939C72460}" srcOrd="3" destOrd="0" parTransId="{D8C40A77-A35A-4456-9FD1-C222A53207B6}" sibTransId="{90CA3B33-F0EC-40CD-B0B5-EB472026C740}"/>
    <dgm:cxn modelId="{BC484C94-E8A9-4F77-89B9-FDDDB1A8A4C0}" type="presOf" srcId="{2DAE1DBB-E5A1-48E7-A2A6-86DE4598511B}" destId="{47EFBEDD-26A3-4F3A-9D26-3CC223D6EDA0}" srcOrd="1" destOrd="0" presId="urn:microsoft.com/office/officeart/2005/8/layout/bProcess3"/>
    <dgm:cxn modelId="{BBC454A2-0C78-40EE-B5D8-02489552A474}" type="presOf" srcId="{59AE5095-785A-41D6-ABFC-1EB8BCCC0083}" destId="{42BEEBED-3ED5-47A0-8439-CF1F88236D5E}" srcOrd="0" destOrd="0" presId="urn:microsoft.com/office/officeart/2005/8/layout/bProcess3"/>
    <dgm:cxn modelId="{150D60B2-BE28-4FE2-A64B-320D308C8F44}" srcId="{9A500E61-EB54-4C5D-AE7A-772729FF23B9}" destId="{2F204C4D-F3FF-4141-AD5F-DA7E05E104CD}" srcOrd="1" destOrd="0" parTransId="{E0A75A93-83EB-413A-85DD-3DCEE66E723C}" sibTransId="{784633D0-1734-461F-80FB-99A37F928D9A}"/>
    <dgm:cxn modelId="{969834D4-78CA-4327-B99C-A65DE0546FF0}" type="presOf" srcId="{784633D0-1734-461F-80FB-99A37F928D9A}" destId="{F75632A4-8B7F-4EDC-B39C-06B746E5C1B4}" srcOrd="0" destOrd="0" presId="urn:microsoft.com/office/officeart/2005/8/layout/bProcess3"/>
    <dgm:cxn modelId="{6656A6E0-82AC-4ABE-A76A-7FB82E67BFE9}" type="presOf" srcId="{5ADE8CD2-AD35-4489-A0C9-97B939C72460}" destId="{85927DBE-72DB-4AF2-BFD8-9EF3E48AC612}" srcOrd="0" destOrd="0" presId="urn:microsoft.com/office/officeart/2005/8/layout/bProcess3"/>
    <dgm:cxn modelId="{1931A7E1-8FC4-467E-B629-7992A896DCC5}" type="presOf" srcId="{9A500E61-EB54-4C5D-AE7A-772729FF23B9}" destId="{BD238BFD-C3F3-4361-9B33-35B5DADCB794}" srcOrd="0" destOrd="0" presId="urn:microsoft.com/office/officeart/2005/8/layout/bProcess3"/>
    <dgm:cxn modelId="{2BF10CF3-8D72-4330-BBC6-F3DED97D85C6}" srcId="{9A500E61-EB54-4C5D-AE7A-772729FF23B9}" destId="{F7C9A729-B8BA-4645-BB62-40EF2DFD13A0}" srcOrd="2" destOrd="0" parTransId="{E3511648-DB9F-4AB9-82D1-F5CBC8F79649}" sibTransId="{59AE5095-785A-41D6-ABFC-1EB8BCCC0083}"/>
    <dgm:cxn modelId="{033039B4-0B4F-48E1-A98F-0A029CE9190E}" type="presParOf" srcId="{BD238BFD-C3F3-4361-9B33-35B5DADCB794}" destId="{935357E2-36A7-4EE6-8B8A-4DBD2492AA1F}" srcOrd="0" destOrd="0" presId="urn:microsoft.com/office/officeart/2005/8/layout/bProcess3"/>
    <dgm:cxn modelId="{7D6432A4-A681-4FCA-8530-D08AE00B8B98}" type="presParOf" srcId="{BD238BFD-C3F3-4361-9B33-35B5DADCB794}" destId="{D5116D66-9774-4109-B5EF-1AB8579C9A5D}" srcOrd="1" destOrd="0" presId="urn:microsoft.com/office/officeart/2005/8/layout/bProcess3"/>
    <dgm:cxn modelId="{EF139A60-1330-4FD9-919E-6F95B5CEDDC2}" type="presParOf" srcId="{D5116D66-9774-4109-B5EF-1AB8579C9A5D}" destId="{47EFBEDD-26A3-4F3A-9D26-3CC223D6EDA0}" srcOrd="0" destOrd="0" presId="urn:microsoft.com/office/officeart/2005/8/layout/bProcess3"/>
    <dgm:cxn modelId="{94EDCA84-ABD2-4425-BC6C-8219970C89AD}" type="presParOf" srcId="{BD238BFD-C3F3-4361-9B33-35B5DADCB794}" destId="{4CCED82D-1EF8-4247-87CE-E0AF8B1D78A7}" srcOrd="2" destOrd="0" presId="urn:microsoft.com/office/officeart/2005/8/layout/bProcess3"/>
    <dgm:cxn modelId="{DCC4BC39-AC3D-4FA8-916B-EBCF59D4977A}" type="presParOf" srcId="{BD238BFD-C3F3-4361-9B33-35B5DADCB794}" destId="{F75632A4-8B7F-4EDC-B39C-06B746E5C1B4}" srcOrd="3" destOrd="0" presId="urn:microsoft.com/office/officeart/2005/8/layout/bProcess3"/>
    <dgm:cxn modelId="{2AA4D5AF-22B2-45FC-BF39-884A5FD1129D}" type="presParOf" srcId="{F75632A4-8B7F-4EDC-B39C-06B746E5C1B4}" destId="{B1DB072A-DD56-4461-86D2-5FE61255C69C}" srcOrd="0" destOrd="0" presId="urn:microsoft.com/office/officeart/2005/8/layout/bProcess3"/>
    <dgm:cxn modelId="{30B943FA-5B78-40B6-BBFD-FDDA66F62569}" type="presParOf" srcId="{BD238BFD-C3F3-4361-9B33-35B5DADCB794}" destId="{515B5F9B-A11F-413D-A8E8-E2FCAC70B4FB}" srcOrd="4" destOrd="0" presId="urn:microsoft.com/office/officeart/2005/8/layout/bProcess3"/>
    <dgm:cxn modelId="{F65C390C-20CC-4A46-939B-803A697E3C5B}" type="presParOf" srcId="{BD238BFD-C3F3-4361-9B33-35B5DADCB794}" destId="{42BEEBED-3ED5-47A0-8439-CF1F88236D5E}" srcOrd="5" destOrd="0" presId="urn:microsoft.com/office/officeart/2005/8/layout/bProcess3"/>
    <dgm:cxn modelId="{205A3135-1E55-4385-B3F1-1A7F6FD7AD96}" type="presParOf" srcId="{42BEEBED-3ED5-47A0-8439-CF1F88236D5E}" destId="{CC2FEC02-0560-4D73-A559-41723DD5ECB2}" srcOrd="0" destOrd="0" presId="urn:microsoft.com/office/officeart/2005/8/layout/bProcess3"/>
    <dgm:cxn modelId="{DEC5551D-F167-451D-B2EF-22C92C456E1A}" type="presParOf" srcId="{BD238BFD-C3F3-4361-9B33-35B5DADCB794}" destId="{85927DBE-72DB-4AF2-BFD8-9EF3E48AC612}" srcOrd="6"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116D66-9774-4109-B5EF-1AB8579C9A5D}">
      <dsp:nvSpPr>
        <dsp:cNvPr id="0" name=""/>
        <dsp:cNvSpPr/>
      </dsp:nvSpPr>
      <dsp:spPr>
        <a:xfrm>
          <a:off x="2974635" y="1084046"/>
          <a:ext cx="653659" cy="91440"/>
        </a:xfrm>
        <a:custGeom>
          <a:avLst/>
          <a:gdLst/>
          <a:ahLst/>
          <a:cxnLst/>
          <a:rect l="0" t="0" r="0" b="0"/>
          <a:pathLst>
            <a:path>
              <a:moveTo>
                <a:pt x="0" y="45720"/>
              </a:moveTo>
              <a:lnTo>
                <a:pt x="653659" y="45720"/>
              </a:lnTo>
            </a:path>
          </a:pathLst>
        </a:custGeom>
        <a:noFill/>
        <a:ln w="127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84358" y="1126344"/>
        <a:ext cx="34212" cy="6842"/>
      </dsp:txXfrm>
    </dsp:sp>
    <dsp:sp modelId="{935357E2-36A7-4EE6-8B8A-4DBD2492AA1F}">
      <dsp:nvSpPr>
        <dsp:cNvPr id="0" name=""/>
        <dsp:cNvSpPr/>
      </dsp:nvSpPr>
      <dsp:spPr>
        <a:xfrm>
          <a:off x="1393" y="237253"/>
          <a:ext cx="2975041" cy="1785025"/>
        </a:xfrm>
        <a:prstGeom prst="rect">
          <a:avLst/>
        </a:prstGeom>
        <a:solidFill>
          <a:srgbClr val="304B61"/>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rtl="0">
            <a:lnSpc>
              <a:spcPct val="90000"/>
            </a:lnSpc>
            <a:spcBef>
              <a:spcPct val="0"/>
            </a:spcBef>
            <a:spcAft>
              <a:spcPct val="35000"/>
            </a:spcAft>
            <a:buNone/>
          </a:pPr>
          <a:r>
            <a:rPr lang="es-ES" sz="2500" kern="1200" dirty="0">
              <a:solidFill>
                <a:schemeClr val="bg1"/>
              </a:solidFill>
              <a:latin typeface="Arial"/>
              <a:cs typeface="Arial"/>
            </a:rPr>
            <a:t>Uso del método POST para la creación de registros</a:t>
          </a:r>
          <a:endParaRPr lang="en-US" sz="2500" kern="1200" dirty="0">
            <a:solidFill>
              <a:schemeClr val="bg1"/>
            </a:solidFill>
            <a:latin typeface="Arial"/>
            <a:cs typeface="Arial"/>
          </a:endParaRPr>
        </a:p>
      </dsp:txBody>
      <dsp:txXfrm>
        <a:off x="1393" y="237253"/>
        <a:ext cx="2975041" cy="1785025"/>
      </dsp:txXfrm>
    </dsp:sp>
    <dsp:sp modelId="{F75632A4-8B7F-4EDC-B39C-06B746E5C1B4}">
      <dsp:nvSpPr>
        <dsp:cNvPr id="0" name=""/>
        <dsp:cNvSpPr/>
      </dsp:nvSpPr>
      <dsp:spPr>
        <a:xfrm>
          <a:off x="1488914" y="2020478"/>
          <a:ext cx="3659301" cy="653659"/>
        </a:xfrm>
        <a:custGeom>
          <a:avLst/>
          <a:gdLst/>
          <a:ahLst/>
          <a:cxnLst/>
          <a:rect l="0" t="0" r="0" b="0"/>
          <a:pathLst>
            <a:path>
              <a:moveTo>
                <a:pt x="3659301" y="0"/>
              </a:moveTo>
              <a:lnTo>
                <a:pt x="3659301" y="343929"/>
              </a:lnTo>
              <a:lnTo>
                <a:pt x="0" y="343929"/>
              </a:lnTo>
              <a:lnTo>
                <a:pt x="0" y="653659"/>
              </a:lnTo>
            </a:path>
          </a:pathLst>
        </a:custGeom>
        <a:noFill/>
        <a:ln w="127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25496" y="2343887"/>
        <a:ext cx="186136" cy="6842"/>
      </dsp:txXfrm>
    </dsp:sp>
    <dsp:sp modelId="{4CCED82D-1EF8-4247-87CE-E0AF8B1D78A7}">
      <dsp:nvSpPr>
        <dsp:cNvPr id="0" name=""/>
        <dsp:cNvSpPr/>
      </dsp:nvSpPr>
      <dsp:spPr>
        <a:xfrm>
          <a:off x="3660694" y="237253"/>
          <a:ext cx="2975041" cy="1785025"/>
        </a:xfrm>
        <a:prstGeom prst="rect">
          <a:avLst/>
        </a:prstGeom>
        <a:solidFill>
          <a:srgbClr val="304B61"/>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rtl="0">
            <a:lnSpc>
              <a:spcPct val="90000"/>
            </a:lnSpc>
            <a:spcBef>
              <a:spcPct val="0"/>
            </a:spcBef>
            <a:spcAft>
              <a:spcPct val="35000"/>
            </a:spcAft>
            <a:buNone/>
          </a:pPr>
          <a:r>
            <a:rPr lang="es-ES" sz="2500" kern="1200" dirty="0">
              <a:solidFill>
                <a:schemeClr val="bg1"/>
              </a:solidFill>
              <a:latin typeface="Calibri"/>
              <a:cs typeface="Calibri"/>
            </a:rPr>
            <a:t> Uso del método GET para la búsqueda de registros</a:t>
          </a:r>
          <a:endParaRPr lang="es-ES" sz="2500" kern="1200" dirty="0">
            <a:solidFill>
              <a:schemeClr val="bg1"/>
            </a:solidFill>
          </a:endParaRPr>
        </a:p>
      </dsp:txBody>
      <dsp:txXfrm>
        <a:off x="3660694" y="237253"/>
        <a:ext cx="2975041" cy="1785025"/>
      </dsp:txXfrm>
    </dsp:sp>
    <dsp:sp modelId="{42BEEBED-3ED5-47A0-8439-CF1F88236D5E}">
      <dsp:nvSpPr>
        <dsp:cNvPr id="0" name=""/>
        <dsp:cNvSpPr/>
      </dsp:nvSpPr>
      <dsp:spPr>
        <a:xfrm>
          <a:off x="2974635" y="3553330"/>
          <a:ext cx="653659" cy="91440"/>
        </a:xfrm>
        <a:custGeom>
          <a:avLst/>
          <a:gdLst/>
          <a:ahLst/>
          <a:cxnLst/>
          <a:rect l="0" t="0" r="0" b="0"/>
          <a:pathLst>
            <a:path>
              <a:moveTo>
                <a:pt x="0" y="45720"/>
              </a:moveTo>
              <a:lnTo>
                <a:pt x="653659" y="45720"/>
              </a:lnTo>
            </a:path>
          </a:pathLst>
        </a:custGeom>
        <a:noFill/>
        <a:ln w="12700"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84358" y="3595629"/>
        <a:ext cx="34212" cy="6842"/>
      </dsp:txXfrm>
    </dsp:sp>
    <dsp:sp modelId="{515B5F9B-A11F-413D-A8E8-E2FCAC70B4FB}">
      <dsp:nvSpPr>
        <dsp:cNvPr id="0" name=""/>
        <dsp:cNvSpPr/>
      </dsp:nvSpPr>
      <dsp:spPr>
        <a:xfrm>
          <a:off x="1393" y="2706538"/>
          <a:ext cx="2975041" cy="1785025"/>
        </a:xfrm>
        <a:prstGeom prst="rect">
          <a:avLst/>
        </a:prstGeom>
        <a:solidFill>
          <a:srgbClr val="304B61"/>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rtl="0">
            <a:lnSpc>
              <a:spcPct val="90000"/>
            </a:lnSpc>
            <a:spcBef>
              <a:spcPct val="0"/>
            </a:spcBef>
            <a:spcAft>
              <a:spcPct val="35000"/>
            </a:spcAft>
            <a:buNone/>
          </a:pPr>
          <a:r>
            <a:rPr lang="es-ES" sz="2500" kern="1200" dirty="0">
              <a:solidFill>
                <a:schemeClr val="bg1"/>
              </a:solidFill>
              <a:latin typeface="Calibri"/>
              <a:cs typeface="Calibri"/>
            </a:rPr>
            <a:t> Uso de los métodos PATCH y PUT para la actualización de registros</a:t>
          </a:r>
          <a:r>
            <a:rPr lang="es-ES" sz="2500" kern="1200" dirty="0">
              <a:solidFill>
                <a:schemeClr val="bg1"/>
              </a:solidFill>
              <a:latin typeface="Arial"/>
              <a:cs typeface="Arial"/>
            </a:rPr>
            <a:t>.</a:t>
          </a:r>
        </a:p>
      </dsp:txBody>
      <dsp:txXfrm>
        <a:off x="1393" y="2706538"/>
        <a:ext cx="2975041" cy="1785025"/>
      </dsp:txXfrm>
    </dsp:sp>
    <dsp:sp modelId="{85927DBE-72DB-4AF2-BFD8-9EF3E48AC612}">
      <dsp:nvSpPr>
        <dsp:cNvPr id="0" name=""/>
        <dsp:cNvSpPr/>
      </dsp:nvSpPr>
      <dsp:spPr>
        <a:xfrm>
          <a:off x="3660694" y="2706538"/>
          <a:ext cx="2975041" cy="1785025"/>
        </a:xfrm>
        <a:prstGeom prst="rect">
          <a:avLst/>
        </a:prstGeom>
        <a:solidFill>
          <a:srgbClr val="304B61"/>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77800" rIns="177800" bIns="177800" numCol="1" spcCol="1270" anchor="ctr" anchorCtr="0">
          <a:noAutofit/>
        </a:bodyPr>
        <a:lstStyle/>
        <a:p>
          <a:pPr marL="0" lvl="0" indent="0" algn="ctr" defTabSz="1111250" rtl="0">
            <a:lnSpc>
              <a:spcPct val="90000"/>
            </a:lnSpc>
            <a:spcBef>
              <a:spcPct val="0"/>
            </a:spcBef>
            <a:spcAft>
              <a:spcPct val="35000"/>
            </a:spcAft>
            <a:buNone/>
          </a:pPr>
          <a:r>
            <a:rPr lang="es-ES" sz="2500" kern="1200" dirty="0">
              <a:solidFill>
                <a:schemeClr val="bg1"/>
              </a:solidFill>
              <a:latin typeface="Calibri"/>
              <a:cs typeface="Calibri"/>
            </a:rPr>
            <a:t> Uso del método DELETE para la eliminación de registros</a:t>
          </a:r>
        </a:p>
      </dsp:txBody>
      <dsp:txXfrm>
        <a:off x="3660694" y="2706538"/>
        <a:ext cx="2975041" cy="1785025"/>
      </dsp:txXfrm>
    </dsp:sp>
  </dsp:spTree>
</dsp:drawing>
</file>

<file path=ppt/diagrams/layout1.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FC2656-D0C9-4458-96E2-63B8D593F054}" type="datetimeFigureOut">
              <a:rPr lang="es-CL" smtClean="0"/>
              <a:t>14-09-2025</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F38C6D-1E16-459A-B4A2-B354227B25CE}" type="slidenum">
              <a:rPr lang="es-CL" smtClean="0"/>
              <a:t>‹Nº›</a:t>
            </a:fld>
            <a:endParaRPr lang="es-CL"/>
          </a:p>
        </p:txBody>
      </p:sp>
    </p:spTree>
    <p:extLst>
      <p:ext uri="{BB962C8B-B14F-4D97-AF65-F5344CB8AC3E}">
        <p14:creationId xmlns:p14="http://schemas.microsoft.com/office/powerpoint/2010/main" val="15274825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rtada">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F39BCFA7-EFF0-AE3A-4D5A-F54C59C5A639}"/>
              </a:ext>
            </a:extLst>
          </p:cNvPr>
          <p:cNvSpPr>
            <a:spLocks noGrp="1"/>
          </p:cNvSpPr>
          <p:nvPr>
            <p:ph type="ctrTitle" hasCustomPrompt="1"/>
          </p:nvPr>
        </p:nvSpPr>
        <p:spPr>
          <a:xfrm>
            <a:off x="6372790" y="3107113"/>
            <a:ext cx="5113194" cy="643773"/>
          </a:xfrm>
        </p:spPr>
        <p:txBody>
          <a:bodyPr anchor="ctr">
            <a:normAutofit/>
          </a:bodyPr>
          <a:lstStyle/>
          <a:p>
            <a:pPr algn="l"/>
            <a:r>
              <a:rPr lang="es-CL" sz="3600" b="1" err="1">
                <a:solidFill>
                  <a:schemeClr val="bg1"/>
                </a:solidFill>
                <a:latin typeface="Gotham" panose="02000603040000020004" pitchFamily="50" charset="0"/>
              </a:rPr>
              <a:t>Lorem</a:t>
            </a:r>
            <a:r>
              <a:rPr lang="es-CL" sz="3600" b="1">
                <a:solidFill>
                  <a:schemeClr val="bg1"/>
                </a:solidFill>
                <a:latin typeface="Gotham" panose="02000603040000020004" pitchFamily="50" charset="0"/>
              </a:rPr>
              <a:t> </a:t>
            </a:r>
            <a:r>
              <a:rPr lang="es-CL" sz="3600" b="1" err="1">
                <a:solidFill>
                  <a:schemeClr val="bg1"/>
                </a:solidFill>
                <a:latin typeface="Gotham" panose="02000603040000020004" pitchFamily="50" charset="0"/>
              </a:rPr>
              <a:t>ipsum</a:t>
            </a:r>
            <a:endParaRPr lang="es-CL" sz="3600" b="1">
              <a:solidFill>
                <a:schemeClr val="bg1"/>
              </a:solidFill>
              <a:latin typeface="Gotham" panose="02000603040000020004" pitchFamily="50" charset="0"/>
            </a:endParaRPr>
          </a:p>
        </p:txBody>
      </p:sp>
      <p:sp>
        <p:nvSpPr>
          <p:cNvPr id="5" name="Subtítulo 2">
            <a:extLst>
              <a:ext uri="{FF2B5EF4-FFF2-40B4-BE49-F238E27FC236}">
                <a16:creationId xmlns:a16="http://schemas.microsoft.com/office/drawing/2014/main" id="{4329DCCD-8CF6-9BA5-1F82-4885C19BA23B}"/>
              </a:ext>
            </a:extLst>
          </p:cNvPr>
          <p:cNvSpPr>
            <a:spLocks noGrp="1"/>
          </p:cNvSpPr>
          <p:nvPr>
            <p:ph type="subTitle" idx="1"/>
          </p:nvPr>
        </p:nvSpPr>
        <p:spPr>
          <a:xfrm>
            <a:off x="6372790" y="3839546"/>
            <a:ext cx="5113194" cy="635654"/>
          </a:xfrm>
        </p:spPr>
        <p:txBody>
          <a:bodyPr>
            <a:noAutofit/>
          </a:bodyPr>
          <a:lstStyle/>
          <a:p>
            <a:pPr algn="l"/>
            <a:r>
              <a:rPr lang="es-CL" sz="1800" err="1">
                <a:solidFill>
                  <a:schemeClr val="bg1"/>
                </a:solidFill>
                <a:latin typeface="Gotham" panose="02000603040000020004" pitchFamily="50" charset="0"/>
              </a:rPr>
              <a:t>Lorem</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ipsum</a:t>
            </a:r>
            <a:r>
              <a:rPr lang="es-CL" sz="1800">
                <a:solidFill>
                  <a:schemeClr val="bg1"/>
                </a:solidFill>
                <a:latin typeface="Gotham" panose="02000603040000020004" pitchFamily="50" charset="0"/>
              </a:rPr>
              <a:t> dolor </a:t>
            </a:r>
            <a:r>
              <a:rPr lang="es-CL" sz="1800" err="1">
                <a:solidFill>
                  <a:schemeClr val="bg1"/>
                </a:solidFill>
                <a:latin typeface="Gotham" panose="02000603040000020004" pitchFamily="50" charset="0"/>
              </a:rPr>
              <a:t>sit</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amet</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consectetuer</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adipiscing</a:t>
            </a:r>
            <a:r>
              <a:rPr lang="es-CL" sz="1800">
                <a:solidFill>
                  <a:schemeClr val="bg1"/>
                </a:solidFill>
                <a:latin typeface="Gotham" panose="02000603040000020004" pitchFamily="50" charset="0"/>
              </a:rPr>
              <a:t> </a:t>
            </a:r>
            <a:r>
              <a:rPr lang="es-CL" sz="1800" err="1">
                <a:solidFill>
                  <a:schemeClr val="bg1"/>
                </a:solidFill>
                <a:latin typeface="Gotham" panose="02000603040000020004" pitchFamily="50" charset="0"/>
              </a:rPr>
              <a:t>elit</a:t>
            </a:r>
            <a:r>
              <a:rPr lang="es-CL" sz="1800">
                <a:solidFill>
                  <a:schemeClr val="bg1"/>
                </a:solidFill>
                <a:latin typeface="Gotham" panose="02000603040000020004" pitchFamily="50" charset="0"/>
              </a:rPr>
              <a:t>, sed </a:t>
            </a:r>
            <a:r>
              <a:rPr lang="es-CL" sz="1800" err="1">
                <a:solidFill>
                  <a:schemeClr val="bg1"/>
                </a:solidFill>
                <a:latin typeface="Gotham" panose="02000603040000020004" pitchFamily="50" charset="0"/>
              </a:rPr>
              <a:t>diam</a:t>
            </a:r>
            <a:r>
              <a:rPr lang="es-CL" sz="1800">
                <a:solidFill>
                  <a:schemeClr val="bg1"/>
                </a:solidFill>
                <a:latin typeface="Gotham" panose="02000603040000020004" pitchFamily="50" charset="0"/>
              </a:rPr>
              <a:t>.</a:t>
            </a:r>
          </a:p>
        </p:txBody>
      </p:sp>
      <p:pic>
        <p:nvPicPr>
          <p:cNvPr id="2" name="Imagen 1" descr="Imagen que contiene botella, texto, periódico, firmar&#10;&#10;Descripción generada automáticamente">
            <a:extLst>
              <a:ext uri="{FF2B5EF4-FFF2-40B4-BE49-F238E27FC236}">
                <a16:creationId xmlns:a16="http://schemas.microsoft.com/office/drawing/2014/main" id="{56246E2A-FF94-6B4F-980C-12E7E5DF0CB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94506" y="5579974"/>
            <a:ext cx="2199042" cy="761207"/>
          </a:xfrm>
          <a:prstGeom prst="rect">
            <a:avLst/>
          </a:prstGeom>
        </p:spPr>
      </p:pic>
    </p:spTree>
    <p:extLst>
      <p:ext uri="{BB962C8B-B14F-4D97-AF65-F5344CB8AC3E}">
        <p14:creationId xmlns:p14="http://schemas.microsoft.com/office/powerpoint/2010/main" val="639590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mas">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42219" y="1275824"/>
            <a:ext cx="10113461" cy="602137"/>
          </a:xfrm>
        </p:spPr>
        <p:txBody>
          <a:bodyPr anchor="ctr"/>
          <a:lstStyle>
            <a:lvl1pPr marL="0" algn="ctr">
              <a:defRPr>
                <a:solidFill>
                  <a:srgbClr val="102B42"/>
                </a:solidFill>
                <a:latin typeface="Gotham" panose="02000603040000020004" pitchFamily="50" charset="0"/>
              </a:defRPr>
            </a:lvl1pPr>
          </a:lstStyle>
          <a:p>
            <a:r>
              <a:rPr lang="es-ES" b="1">
                <a:solidFill>
                  <a:srgbClr val="102B42"/>
                </a:solidFill>
                <a:latin typeface="Gotham" panose="02000603040000020004" pitchFamily="2" charset="0"/>
              </a:rPr>
              <a:t>AGENDA</a:t>
            </a:r>
            <a:endParaRPr lang="en-US"/>
          </a:p>
        </p:txBody>
      </p:sp>
      <p:sp>
        <p:nvSpPr>
          <p:cNvPr id="45" name="Rectángulo: esquinas superiores redondeadas 44">
            <a:extLst>
              <a:ext uri="{FF2B5EF4-FFF2-40B4-BE49-F238E27FC236}">
                <a16:creationId xmlns:a16="http://schemas.microsoft.com/office/drawing/2014/main" id="{A669CD1B-0E03-ABA9-763C-5D948F0B8EB8}"/>
              </a:ext>
            </a:extLst>
          </p:cNvPr>
          <p:cNvSpPr/>
          <p:nvPr userDrawn="1"/>
        </p:nvSpPr>
        <p:spPr>
          <a:xfrm rot="16200000">
            <a:off x="-14135" y="3062436"/>
            <a:ext cx="4305299" cy="2180925"/>
          </a:xfrm>
          <a:prstGeom prst="round2SameRect">
            <a:avLst/>
          </a:prstGeom>
          <a:solidFill>
            <a:srgbClr val="304B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7" name="Subtitle 2">
            <a:extLst>
              <a:ext uri="{FF2B5EF4-FFF2-40B4-BE49-F238E27FC236}">
                <a16:creationId xmlns:a16="http://schemas.microsoft.com/office/drawing/2014/main" id="{024370F0-34C6-0E0F-CB33-03242E12CDC9}"/>
              </a:ext>
            </a:extLst>
          </p:cNvPr>
          <p:cNvSpPr txBox="1">
            <a:spLocks/>
          </p:cNvSpPr>
          <p:nvPr userDrawn="1"/>
        </p:nvSpPr>
        <p:spPr>
          <a:xfrm>
            <a:off x="3933825" y="1877961"/>
            <a:ext cx="7221854" cy="4444294"/>
          </a:xfrm>
          <a:prstGeom prst="rect">
            <a:avLst/>
          </a:prstGeom>
        </p:spPr>
        <p:txBody>
          <a:bodyPr vert="horz" wrap="square" lIns="91440" tIns="45720" rIns="91440" bIns="4572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01</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02</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03</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04</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05</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a:p>
            <a:pPr marL="0" marR="0" lvl="0" indent="0" algn="l" defTabSz="1087636" rtl="0" eaLnBrk="1" fontAlgn="auto" latinLnBrk="0" hangingPunct="1">
              <a:lnSpc>
                <a:spcPct val="100000"/>
              </a:lnSpc>
              <a:spcBef>
                <a:spcPct val="20000"/>
              </a:spcBef>
              <a:spcAft>
                <a:spcPts val="0"/>
              </a:spcAft>
              <a:buClrTx/>
              <a:buSzTx/>
              <a:buFont typeface="Arial"/>
              <a:buNone/>
              <a:tabLst/>
              <a:defRPr/>
            </a:pPr>
            <a:r>
              <a:rPr lang="en-US" sz="1400" b="1">
                <a:solidFill>
                  <a:srgbClr val="102B42"/>
                </a:solidFill>
                <a:latin typeface="Gotham" panose="02000603040000020004" pitchFamily="50" charset="0"/>
                <a:ea typeface="League Spartan" charset="0"/>
                <a:cs typeface="Poppins SemiBold" pitchFamily="2" charset="77"/>
              </a:rPr>
              <a:t>Tema 06</a:t>
            </a:r>
          </a:p>
          <a:p>
            <a:pPr algn="l">
              <a:lnSpc>
                <a:spcPct val="100000"/>
              </a:lnSpc>
            </a:pPr>
            <a:r>
              <a:rPr lang="es-ES" sz="1400">
                <a:solidFill>
                  <a:srgbClr val="3C3C3B"/>
                </a:solidFill>
                <a:latin typeface="Gotham" panose="02000603040000020004" pitchFamily="50" charset="0"/>
                <a:ea typeface="Open Sans Light" panose="020B0306030504020204" pitchFamily="34" charset="0"/>
                <a:cs typeface="Open Sans Light" panose="020B0306030504020204" pitchFamily="34" charset="0"/>
              </a:rPr>
              <a:t>Puede personalizar cualquier cosa que vea en este cuadro de texto, solo escriba su información.</a:t>
            </a:r>
            <a:endParaRPr lang="en-US" sz="1400">
              <a:solidFill>
                <a:srgbClr val="3C3C3B"/>
              </a:solidFill>
              <a:latin typeface="Gotham" panose="02000603040000020004" pitchFamily="50" charset="0"/>
              <a:ea typeface="Open Sans Light" panose="020B0306030504020204" pitchFamily="34" charset="0"/>
              <a:cs typeface="Open Sans Light" panose="020B0306030504020204" pitchFamily="34" charset="0"/>
            </a:endParaRPr>
          </a:p>
        </p:txBody>
      </p:sp>
      <p:pic>
        <p:nvPicPr>
          <p:cNvPr id="4" name="Imagen 3" descr="Texto, Icono&#10;&#10;Descripción generada automáticamente">
            <a:extLst>
              <a:ext uri="{FF2B5EF4-FFF2-40B4-BE49-F238E27FC236}">
                <a16:creationId xmlns:a16="http://schemas.microsoft.com/office/drawing/2014/main" id="{EC37FD03-A8F4-6CC0-494F-F7761EB371D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3277" y="3038639"/>
            <a:ext cx="2125701" cy="2122937"/>
          </a:xfrm>
          <a:prstGeom prst="rect">
            <a:avLst/>
          </a:prstGeom>
        </p:spPr>
      </p:pic>
    </p:spTree>
    <p:extLst>
      <p:ext uri="{BB962C8B-B14F-4D97-AF65-F5344CB8AC3E}">
        <p14:creationId xmlns:p14="http://schemas.microsoft.com/office/powerpoint/2010/main" val="19939597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a General">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42219" y="1275824"/>
            <a:ext cx="10113461" cy="602137"/>
          </a:xfrm>
        </p:spPr>
        <p:txBody>
          <a:bodyPr anchor="ctr"/>
          <a:lstStyle>
            <a:lvl1pPr marL="0" algn="ctr">
              <a:defRPr>
                <a:solidFill>
                  <a:srgbClr val="102B42"/>
                </a:solidFill>
                <a:latin typeface="Gotham" panose="02000603040000020004" pitchFamily="50" charset="0"/>
              </a:defRPr>
            </a:lvl1pPr>
          </a:lstStyle>
          <a:p>
            <a:r>
              <a:rPr lang="es-ES" b="1" err="1">
                <a:solidFill>
                  <a:srgbClr val="102B42"/>
                </a:solidFill>
                <a:latin typeface="Gotham" panose="02000603040000020004" pitchFamily="2" charset="0"/>
              </a:rPr>
              <a:t>Lorem</a:t>
            </a:r>
            <a:r>
              <a:rPr lang="es-ES" b="1">
                <a:solidFill>
                  <a:srgbClr val="102B42"/>
                </a:solidFill>
                <a:latin typeface="Gotham" panose="02000603040000020004" pitchFamily="2" charset="0"/>
              </a:rPr>
              <a:t> </a:t>
            </a:r>
            <a:r>
              <a:rPr lang="es-ES" b="1" err="1">
                <a:solidFill>
                  <a:srgbClr val="102B42"/>
                </a:solidFill>
                <a:latin typeface="Gotham" panose="02000603040000020004" pitchFamily="2" charset="0"/>
              </a:rPr>
              <a:t>Ipsum</a:t>
            </a:r>
            <a:endParaRPr lang="en-US"/>
          </a:p>
        </p:txBody>
      </p:sp>
      <p:sp>
        <p:nvSpPr>
          <p:cNvPr id="56" name="Content Placeholder 2">
            <a:extLst>
              <a:ext uri="{FF2B5EF4-FFF2-40B4-BE49-F238E27FC236}">
                <a16:creationId xmlns:a16="http://schemas.microsoft.com/office/drawing/2014/main" id="{25AF31D7-DDAD-AE10-0239-B0B639942F05}"/>
              </a:ext>
            </a:extLst>
          </p:cNvPr>
          <p:cNvSpPr>
            <a:spLocks noGrp="1"/>
          </p:cNvSpPr>
          <p:nvPr>
            <p:ph idx="1"/>
          </p:nvPr>
        </p:nvSpPr>
        <p:spPr>
          <a:xfrm>
            <a:off x="629587" y="1966452"/>
            <a:ext cx="11137692" cy="4359396"/>
          </a:xfrm>
        </p:spPr>
        <p:txBody>
          <a:bodyPr/>
          <a:lstStyle>
            <a:lvl1pPr>
              <a:defRPr>
                <a:solidFill>
                  <a:srgbClr val="3C3C3B"/>
                </a:solidFill>
              </a:defRPr>
            </a:lvl1pPr>
            <a:lvl2pPr>
              <a:defRPr>
                <a:solidFill>
                  <a:srgbClr val="3C3C3B"/>
                </a:solidFill>
              </a:defRPr>
            </a:lvl2pPr>
            <a:lvl3pPr>
              <a:defRPr>
                <a:solidFill>
                  <a:srgbClr val="3C3C3B"/>
                </a:solidFill>
              </a:defRPr>
            </a:lvl3pPr>
            <a:lvl4pPr>
              <a:defRPr>
                <a:solidFill>
                  <a:srgbClr val="3C3C3B"/>
                </a:solidFill>
              </a:defRPr>
            </a:lvl4pPr>
            <a:lvl5pPr>
              <a:defRPr>
                <a:solidFill>
                  <a:srgbClr val="3C3C3B"/>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193636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apositiva Cambio Tem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BA8F40-9B3F-63B9-DD8C-BB01669C23EF}"/>
              </a:ext>
            </a:extLst>
          </p:cNvPr>
          <p:cNvSpPr>
            <a:spLocks noGrp="1"/>
          </p:cNvSpPr>
          <p:nvPr>
            <p:ph type="title" hasCustomPrompt="1"/>
          </p:nvPr>
        </p:nvSpPr>
        <p:spPr>
          <a:xfrm>
            <a:off x="4558721" y="2553043"/>
            <a:ext cx="7286438" cy="1744716"/>
          </a:xfrm>
        </p:spPr>
        <p:txBody>
          <a:bodyPr anchor="ctr"/>
          <a:lstStyle/>
          <a:p>
            <a:r>
              <a:rPr lang="es-CL" sz="4400" b="1" err="1">
                <a:solidFill>
                  <a:schemeClr val="bg1"/>
                </a:solidFill>
                <a:latin typeface="Gotham" panose="02000603040000020004" pitchFamily="50" charset="0"/>
              </a:rPr>
              <a:t>Lorem</a:t>
            </a:r>
            <a:r>
              <a:rPr lang="es-CL" sz="4400" b="1">
                <a:solidFill>
                  <a:schemeClr val="bg1"/>
                </a:solidFill>
                <a:latin typeface="Gotham" panose="02000603040000020004" pitchFamily="50" charset="0"/>
              </a:rPr>
              <a:t> </a:t>
            </a:r>
            <a:r>
              <a:rPr lang="es-CL" sz="4400" b="1" err="1">
                <a:solidFill>
                  <a:schemeClr val="bg1"/>
                </a:solidFill>
                <a:latin typeface="Gotham" panose="02000603040000020004" pitchFamily="50" charset="0"/>
              </a:rPr>
              <a:t>ipsum</a:t>
            </a:r>
            <a:endParaRPr lang="es-CL"/>
          </a:p>
        </p:txBody>
      </p:sp>
    </p:spTree>
    <p:extLst>
      <p:ext uri="{BB962C8B-B14F-4D97-AF65-F5344CB8AC3E}">
        <p14:creationId xmlns:p14="http://schemas.microsoft.com/office/powerpoint/2010/main" val="341119788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29866" y="2203068"/>
            <a:ext cx="4925814" cy="1450757"/>
          </a:xfrm>
          <a:prstGeom prst="rect">
            <a:avLst/>
          </a:prstGeom>
        </p:spPr>
        <p:txBody>
          <a:bodyPr vert="horz" lIns="91440" tIns="45720" rIns="91440" bIns="45720" rtlCol="0" anchor="b">
            <a:noAutofit/>
          </a:bodyPr>
          <a:lstStyle/>
          <a:p>
            <a:r>
              <a:rPr lang="es-ES"/>
              <a:t>Haga clic para modificar el estilo de título del patrón</a:t>
            </a:r>
            <a:endParaRPr lang="en-US"/>
          </a:p>
        </p:txBody>
      </p:sp>
      <p:sp>
        <p:nvSpPr>
          <p:cNvPr id="3" name="Text Placeholder 2"/>
          <p:cNvSpPr>
            <a:spLocks noGrp="1"/>
          </p:cNvSpPr>
          <p:nvPr>
            <p:ph type="body" idx="1"/>
          </p:nvPr>
        </p:nvSpPr>
        <p:spPr>
          <a:xfrm>
            <a:off x="6229866" y="3653824"/>
            <a:ext cx="4925814" cy="1173009"/>
          </a:xfrm>
          <a:prstGeom prst="rect">
            <a:avLst/>
          </a:prstGeom>
        </p:spPr>
        <p:txBody>
          <a:bodyPr vert="horz" lIns="0" tIns="45720" rIns="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2491898207"/>
      </p:ext>
    </p:extLst>
  </p:cSld>
  <p:clrMap bg1="lt1" tx1="dk1" bg2="lt2" tx2="dk2" accent1="accent1" accent2="accent2" accent3="accent3" accent4="accent4" accent5="accent5" accent6="accent6" hlink="hlink" folHlink="folHlink"/>
  <p:sldLayoutIdLst>
    <p:sldLayoutId id="2147483662" r:id="rId1"/>
    <p:sldLayoutId id="2147483665" r:id="rId2"/>
    <p:sldLayoutId id="2147483661" r:id="rId3"/>
    <p:sldLayoutId id="2147483663" r:id="rId4"/>
  </p:sldLayoutIdLst>
  <p:txStyles>
    <p:titleStyle>
      <a:lvl1pPr algn="l" defTabSz="914400" rtl="0" eaLnBrk="1" latinLnBrk="0" hangingPunct="1">
        <a:lnSpc>
          <a:spcPct val="85000"/>
        </a:lnSpc>
        <a:spcBef>
          <a:spcPct val="0"/>
        </a:spcBef>
        <a:buNone/>
        <a:defRPr sz="4400" b="1" kern="1200" spc="-50" baseline="0">
          <a:solidFill>
            <a:schemeClr val="bg1"/>
          </a:solidFill>
          <a:latin typeface="Gotham" panose="02000603040000020004" pitchFamily="50" charset="0"/>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bg1"/>
          </a:solidFill>
          <a:latin typeface="Gotham" panose="02000603040000020004" pitchFamily="50" charset="0"/>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bg1"/>
          </a:solidFill>
          <a:latin typeface="Gotham" panose="02000603040000020004" pitchFamily="50" charset="0"/>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bg1"/>
          </a:solidFill>
          <a:latin typeface="Gotham" panose="02000603040000020004" pitchFamily="50" charset="0"/>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bg1"/>
          </a:solidFill>
          <a:latin typeface="Gotham" panose="02000603040000020004" pitchFamily="50" charset="0"/>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bg1"/>
          </a:solidFill>
          <a:latin typeface="Gotham" panose="02000603040000020004" pitchFamily="50" charset="0"/>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2BB412-0761-08C0-91B5-7D184FDF0428}"/>
              </a:ext>
            </a:extLst>
          </p:cNvPr>
          <p:cNvSpPr>
            <a:spLocks noGrp="1"/>
          </p:cNvSpPr>
          <p:nvPr>
            <p:ph type="ctrTitle"/>
          </p:nvPr>
        </p:nvSpPr>
        <p:spPr>
          <a:xfrm>
            <a:off x="559623" y="3686344"/>
            <a:ext cx="10177645" cy="654356"/>
          </a:xfrm>
        </p:spPr>
        <p:txBody>
          <a:bodyPr>
            <a:normAutofit fontScale="90000"/>
          </a:bodyPr>
          <a:lstStyle/>
          <a:p>
            <a:r>
              <a:rPr lang="es-MX" b="0" dirty="0">
                <a:solidFill>
                  <a:srgbClr val="FFFFFF"/>
                </a:solidFill>
                <a:latin typeface="Gotham"/>
                <a:cs typeface="Arial"/>
              </a:rPr>
              <a:t>Implementa operaciones CRUD (Crear, Leer, Actualizar y Eliminar) para interactuar con la base </a:t>
            </a:r>
            <a:r>
              <a:rPr lang="es-MX" b="0">
                <a:solidFill>
                  <a:srgbClr val="FFFFFF"/>
                </a:solidFill>
                <a:latin typeface="Gotham"/>
                <a:cs typeface="Arial"/>
              </a:rPr>
              <a:t>de datos </a:t>
            </a:r>
            <a:endParaRPr lang="en-US"/>
          </a:p>
        </p:txBody>
      </p:sp>
      <p:sp>
        <p:nvSpPr>
          <p:cNvPr id="3" name="Subtítulo 2">
            <a:extLst>
              <a:ext uri="{FF2B5EF4-FFF2-40B4-BE49-F238E27FC236}">
                <a16:creationId xmlns:a16="http://schemas.microsoft.com/office/drawing/2014/main" id="{317770C8-A12B-436B-AB8E-9FC2932E0DB7}"/>
              </a:ext>
            </a:extLst>
          </p:cNvPr>
          <p:cNvSpPr>
            <a:spLocks noGrp="1"/>
          </p:cNvSpPr>
          <p:nvPr>
            <p:ph type="subTitle" idx="1"/>
          </p:nvPr>
        </p:nvSpPr>
        <p:spPr>
          <a:xfrm>
            <a:off x="563324" y="4871066"/>
            <a:ext cx="5113194" cy="635654"/>
          </a:xfrm>
        </p:spPr>
        <p:txBody>
          <a:bodyPr vert="horz" lIns="0" tIns="45720" rIns="0" bIns="45720" rtlCol="0" anchor="t">
            <a:noAutofit/>
          </a:bodyPr>
          <a:lstStyle/>
          <a:p>
            <a:r>
              <a:rPr lang="es-MX" dirty="0">
                <a:latin typeface="Gotham"/>
              </a:rPr>
              <a:t>Sesión sincrónica S9</a:t>
            </a:r>
          </a:p>
        </p:txBody>
      </p:sp>
    </p:spTree>
    <p:extLst>
      <p:ext uri="{BB962C8B-B14F-4D97-AF65-F5344CB8AC3E}">
        <p14:creationId xmlns:p14="http://schemas.microsoft.com/office/powerpoint/2010/main" val="31670019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EFDCBE-E499-3103-92A5-28F5D6427A64}"/>
              </a:ext>
            </a:extLst>
          </p:cNvPr>
          <p:cNvSpPr>
            <a:spLocks noGrp="1"/>
          </p:cNvSpPr>
          <p:nvPr>
            <p:ph type="title"/>
          </p:nvPr>
        </p:nvSpPr>
        <p:spPr/>
        <p:txBody>
          <a:bodyPr/>
          <a:lstStyle/>
          <a:p>
            <a:r>
              <a:rPr lang="es-ES">
                <a:latin typeface="Gotham"/>
              </a:rPr>
              <a:t>ÍNDICE</a:t>
            </a:r>
            <a:endParaRPr lang="es-ES"/>
          </a:p>
        </p:txBody>
      </p:sp>
      <p:sp>
        <p:nvSpPr>
          <p:cNvPr id="3" name="CuadroTexto 2">
            <a:extLst>
              <a:ext uri="{FF2B5EF4-FFF2-40B4-BE49-F238E27FC236}">
                <a16:creationId xmlns:a16="http://schemas.microsoft.com/office/drawing/2014/main" id="{E13EDA60-EA13-DE58-247C-0BA1927DF33E}"/>
              </a:ext>
            </a:extLst>
          </p:cNvPr>
          <p:cNvSpPr txBox="1"/>
          <p:nvPr/>
        </p:nvSpPr>
        <p:spPr>
          <a:xfrm>
            <a:off x="3906982" y="1877961"/>
            <a:ext cx="7499927" cy="3139321"/>
          </a:xfrm>
          <a:prstGeom prst="rect">
            <a:avLst/>
          </a:prstGeom>
          <a:solidFill>
            <a:schemeClr val="bg1"/>
          </a:solidFill>
        </p:spPr>
        <p:txBody>
          <a:bodyPr wrap="square" lIns="91440" tIns="45720" rIns="91440" bIns="45720" rtlCol="0" anchor="t">
            <a:spAutoFit/>
          </a:bodyPr>
          <a:lstStyle/>
          <a:p>
            <a:pPr marL="285750" indent="-285750">
              <a:buFont typeface="Arial" panose="020B0604020202020204" pitchFamily="34" charset="0"/>
              <a:buChar char="•"/>
            </a:pPr>
            <a:r>
              <a:rPr lang="es-MX" dirty="0">
                <a:solidFill>
                  <a:srgbClr val="102B42"/>
                </a:solidFill>
              </a:rPr>
              <a:t>Tema 1: </a:t>
            </a:r>
            <a:r>
              <a:rPr lang="es-MX" b="1" dirty="0">
                <a:solidFill>
                  <a:srgbClr val="102B42"/>
                </a:solidFill>
                <a:latin typeface="Calibri"/>
                <a:ea typeface="Calibri"/>
                <a:cs typeface="Calibri"/>
              </a:rPr>
              <a:t>diagrama </a:t>
            </a:r>
            <a:r>
              <a:rPr lang="es-MX" dirty="0">
                <a:solidFill>
                  <a:srgbClr val="102B42"/>
                </a:solidFill>
                <a:latin typeface="Calibri"/>
                <a:ea typeface="Calibri"/>
                <a:cs typeface="Calibri"/>
              </a:rPr>
              <a:t>resumen</a:t>
            </a:r>
            <a:endParaRPr lang="es-MX" dirty="0">
              <a:solidFill>
                <a:srgbClr val="102B42"/>
              </a:solidFill>
            </a:endParaRPr>
          </a:p>
          <a:p>
            <a:pPr marL="285750" indent="-285750">
              <a:buFont typeface="Arial" panose="020B0604020202020204" pitchFamily="34" charset="0"/>
              <a:buChar char="•"/>
            </a:pPr>
            <a:endParaRPr lang="es-MX" dirty="0">
              <a:solidFill>
                <a:srgbClr val="102B42"/>
              </a:solidFill>
            </a:endParaRPr>
          </a:p>
          <a:p>
            <a:endParaRPr lang="es-MX" dirty="0">
              <a:solidFill>
                <a:srgbClr val="102B42"/>
              </a:solidFill>
            </a:endParaRPr>
          </a:p>
          <a:p>
            <a:pPr marL="285750" indent="-285750">
              <a:buFont typeface="Arial" panose="020B0604020202020204" pitchFamily="34" charset="0"/>
              <a:buChar char="•"/>
            </a:pPr>
            <a:r>
              <a:rPr lang="es-MX" dirty="0">
                <a:solidFill>
                  <a:srgbClr val="102B42"/>
                </a:solidFill>
              </a:rPr>
              <a:t>Tema 2: </a:t>
            </a:r>
            <a:r>
              <a:rPr lang="es-MX" sz="1800" b="1" i="0" u="none" strike="noStrike" dirty="0">
                <a:solidFill>
                  <a:srgbClr val="102B42"/>
                </a:solidFill>
                <a:effectLst/>
                <a:latin typeface="Calibri" panose="020F0502020204030204" pitchFamily="34" charset="0"/>
              </a:rPr>
              <a:t>retroalimentación</a:t>
            </a:r>
            <a:r>
              <a:rPr lang="es-MX" b="1" dirty="0">
                <a:solidFill>
                  <a:srgbClr val="102B42"/>
                </a:solidFill>
                <a:latin typeface="Calibri" panose="020F0502020204030204" pitchFamily="34" charset="0"/>
              </a:rPr>
              <a:t> preguntas del apunte</a:t>
            </a:r>
          </a:p>
          <a:p>
            <a:endParaRPr lang="es-MX" dirty="0">
              <a:solidFill>
                <a:srgbClr val="102B42"/>
              </a:solidFill>
            </a:endParaRPr>
          </a:p>
          <a:p>
            <a:endParaRPr lang="es-MX" dirty="0">
              <a:solidFill>
                <a:srgbClr val="496073"/>
              </a:solidFill>
            </a:endParaRPr>
          </a:p>
          <a:p>
            <a:pPr marL="285750" indent="-285750">
              <a:buFont typeface="Arial" panose="020B0604020202020204" pitchFamily="34" charset="0"/>
              <a:buChar char="•"/>
            </a:pPr>
            <a:r>
              <a:rPr lang="es-MX" dirty="0">
                <a:solidFill>
                  <a:srgbClr val="102B42"/>
                </a:solidFill>
              </a:rPr>
              <a:t>Tema 3: </a:t>
            </a:r>
            <a:r>
              <a:rPr lang="es-MX" sz="1800" b="1" i="0" u="none" strike="noStrike" dirty="0">
                <a:solidFill>
                  <a:srgbClr val="102B42"/>
                </a:solidFill>
                <a:effectLst/>
                <a:latin typeface="Calibri" panose="020F0502020204030204" pitchFamily="34" charset="0"/>
              </a:rPr>
              <a:t>retroalimentación preguntas del foro</a:t>
            </a:r>
          </a:p>
          <a:p>
            <a:endParaRPr lang="es-MX" dirty="0">
              <a:solidFill>
                <a:srgbClr val="102B42"/>
              </a:solidFill>
            </a:endParaRPr>
          </a:p>
          <a:p>
            <a:pPr marL="285750" indent="-285750">
              <a:buFont typeface="Arial" panose="020B0604020202020204" pitchFamily="34" charset="0"/>
              <a:buChar char="•"/>
            </a:pPr>
            <a:endParaRPr lang="es-MX" dirty="0">
              <a:solidFill>
                <a:srgbClr val="102B42"/>
              </a:solidFill>
            </a:endParaRPr>
          </a:p>
          <a:p>
            <a:pPr marL="285750" indent="-285750">
              <a:buFont typeface="Arial" panose="020B0604020202020204" pitchFamily="34" charset="0"/>
              <a:buChar char="•"/>
            </a:pPr>
            <a:r>
              <a:rPr lang="es-MX" dirty="0">
                <a:solidFill>
                  <a:srgbClr val="102B42"/>
                </a:solidFill>
              </a:rPr>
              <a:t>Tema 4: Taller </a:t>
            </a:r>
            <a:endParaRPr lang="en-US" dirty="0">
              <a:solidFill>
                <a:srgbClr val="102B42"/>
              </a:solidFill>
              <a:latin typeface="Calibri" panose="020F0502020204030204" pitchFamily="34" charset="0"/>
            </a:endParaRPr>
          </a:p>
          <a:p>
            <a:pPr marL="285750" indent="-285750">
              <a:buFont typeface="Arial" panose="020B0604020202020204" pitchFamily="34" charset="0"/>
              <a:buChar char="•"/>
            </a:pPr>
            <a:endParaRPr lang="es-CL" dirty="0"/>
          </a:p>
        </p:txBody>
      </p:sp>
    </p:spTree>
    <p:extLst>
      <p:ext uri="{BB962C8B-B14F-4D97-AF65-F5344CB8AC3E}">
        <p14:creationId xmlns:p14="http://schemas.microsoft.com/office/powerpoint/2010/main" val="2328334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B74C9C-032E-5215-271E-7472146DFFC5}"/>
              </a:ext>
            </a:extLst>
          </p:cNvPr>
          <p:cNvSpPr>
            <a:spLocks noGrp="1"/>
          </p:cNvSpPr>
          <p:nvPr>
            <p:ph type="title"/>
          </p:nvPr>
        </p:nvSpPr>
        <p:spPr>
          <a:xfrm>
            <a:off x="491256" y="324913"/>
            <a:ext cx="10113461" cy="602137"/>
          </a:xfrm>
        </p:spPr>
        <p:txBody>
          <a:bodyPr/>
          <a:lstStyle/>
          <a:p>
            <a:r>
              <a:rPr lang="es-ES">
                <a:solidFill>
                  <a:srgbClr val="00263E"/>
                </a:solidFill>
                <a:latin typeface="Gotham"/>
              </a:rPr>
              <a:t>Resumen unidad</a:t>
            </a:r>
          </a:p>
        </p:txBody>
      </p:sp>
      <p:graphicFrame>
        <p:nvGraphicFramePr>
          <p:cNvPr id="5" name="Diagram 4">
            <a:extLst>
              <a:ext uri="{FF2B5EF4-FFF2-40B4-BE49-F238E27FC236}">
                <a16:creationId xmlns:a16="http://schemas.microsoft.com/office/drawing/2014/main" id="{71916B49-62DA-60EB-01FA-E92598E0BBDE}"/>
              </a:ext>
            </a:extLst>
          </p:cNvPr>
          <p:cNvGraphicFramePr/>
          <p:nvPr/>
        </p:nvGraphicFramePr>
        <p:xfrm>
          <a:off x="3533914" y="1500808"/>
          <a:ext cx="6637130" cy="47288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312526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3052619" y="2843772"/>
            <a:ext cx="7795490" cy="1744716"/>
          </a:xfrm>
        </p:spPr>
        <p:txBody>
          <a:bodyPr/>
          <a:lstStyle/>
          <a:p>
            <a:r>
              <a:rPr lang="es-MX"/>
              <a:t>Fase de retroalimentación</a:t>
            </a:r>
          </a:p>
        </p:txBody>
      </p:sp>
    </p:spTree>
    <p:extLst>
      <p:ext uri="{BB962C8B-B14F-4D97-AF65-F5344CB8AC3E}">
        <p14:creationId xmlns:p14="http://schemas.microsoft.com/office/powerpoint/2010/main" val="8293289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61DC72-8352-BD2B-D466-047E20431EDE}"/>
              </a:ext>
            </a:extLst>
          </p:cNvPr>
          <p:cNvSpPr>
            <a:spLocks noGrp="1"/>
          </p:cNvSpPr>
          <p:nvPr>
            <p:ph type="title"/>
          </p:nvPr>
        </p:nvSpPr>
        <p:spPr>
          <a:xfrm>
            <a:off x="2180908" y="313870"/>
            <a:ext cx="10113461" cy="602137"/>
          </a:xfrm>
        </p:spPr>
        <p:txBody>
          <a:bodyPr/>
          <a:lstStyle/>
          <a:p>
            <a:r>
              <a:rPr lang="es-ES">
                <a:solidFill>
                  <a:srgbClr val="00263E"/>
                </a:solidFill>
                <a:latin typeface="Gotham"/>
              </a:rPr>
              <a:t>Apunte activador de aprendizaje</a:t>
            </a:r>
            <a:endParaRPr lang="es-ES">
              <a:solidFill>
                <a:srgbClr val="00263E"/>
              </a:solidFill>
            </a:endParaRPr>
          </a:p>
        </p:txBody>
      </p:sp>
      <p:sp>
        <p:nvSpPr>
          <p:cNvPr id="3" name="CuadroTexto 2">
            <a:extLst>
              <a:ext uri="{FF2B5EF4-FFF2-40B4-BE49-F238E27FC236}">
                <a16:creationId xmlns:a16="http://schemas.microsoft.com/office/drawing/2014/main" id="{0622F953-4E77-98FF-5569-BBF9A0424ADD}"/>
              </a:ext>
            </a:extLst>
          </p:cNvPr>
          <p:cNvSpPr txBox="1"/>
          <p:nvPr/>
        </p:nvSpPr>
        <p:spPr>
          <a:xfrm>
            <a:off x="707923" y="1106626"/>
            <a:ext cx="11135032" cy="369332"/>
          </a:xfrm>
          <a:prstGeom prst="rect">
            <a:avLst/>
          </a:prstGeom>
          <a:noFill/>
        </p:spPr>
        <p:txBody>
          <a:bodyPr wrap="square" lIns="91440" tIns="45720" rIns="91440" bIns="45720" rtlCol="0" anchor="t">
            <a:spAutoFit/>
          </a:bodyPr>
          <a:lstStyle/>
          <a:p>
            <a:r>
              <a:rPr lang="es-ES"/>
              <a:t>A continuación, se presentan las preguntas del apunte activador del aprendizaje.</a:t>
            </a:r>
          </a:p>
        </p:txBody>
      </p:sp>
      <p:sp>
        <p:nvSpPr>
          <p:cNvPr id="7" name="CuadroTexto 6">
            <a:extLst>
              <a:ext uri="{FF2B5EF4-FFF2-40B4-BE49-F238E27FC236}">
                <a16:creationId xmlns:a16="http://schemas.microsoft.com/office/drawing/2014/main" id="{BC28F638-7AE5-2D6B-8A0B-D6FCECADB96D}"/>
              </a:ext>
            </a:extLst>
          </p:cNvPr>
          <p:cNvSpPr txBox="1"/>
          <p:nvPr/>
        </p:nvSpPr>
        <p:spPr>
          <a:xfrm>
            <a:off x="707923" y="1571787"/>
            <a:ext cx="11135032" cy="3693319"/>
          </a:xfrm>
          <a:prstGeom prst="rect">
            <a:avLst/>
          </a:prstGeom>
          <a:noFill/>
        </p:spPr>
        <p:txBody>
          <a:bodyPr wrap="square" lIns="91440" tIns="45720" rIns="91440" bIns="45720" rtlCol="0" anchor="t">
            <a:spAutoFit/>
          </a:bodyPr>
          <a:lstStyle/>
          <a:p>
            <a:r>
              <a:rPr lang="es-ES" dirty="0"/>
              <a:t>Preguntas:</a:t>
            </a:r>
          </a:p>
          <a:p>
            <a:pPr marL="342900" indent="-342900">
              <a:buAutoNum type="arabicPeriod"/>
            </a:pPr>
            <a:r>
              <a:rPr lang="es-ES" dirty="0">
                <a:ea typeface="+mn-lt"/>
                <a:cs typeface="+mn-lt"/>
              </a:rPr>
              <a:t>¿Qué método HTTP se utiliza para crear un nuevo recurso en una API </a:t>
            </a:r>
            <a:r>
              <a:rPr lang="es-ES" dirty="0" err="1">
                <a:ea typeface="+mn-lt"/>
                <a:cs typeface="+mn-lt"/>
              </a:rPr>
              <a:t>RESTful</a:t>
            </a:r>
            <a:r>
              <a:rPr lang="es-ES" dirty="0">
                <a:ea typeface="+mn-lt"/>
                <a:cs typeface="+mn-lt"/>
              </a:rPr>
              <a:t>? </a:t>
            </a:r>
            <a:endParaRPr lang="es-ES">
              <a:cs typeface="Calibri"/>
            </a:endParaRPr>
          </a:p>
          <a:p>
            <a:r>
              <a:rPr lang="es-CL" b="1" dirty="0"/>
              <a:t>Respuesta:</a:t>
            </a:r>
            <a:r>
              <a:rPr lang="es-CL" dirty="0"/>
              <a:t> </a:t>
            </a:r>
            <a:r>
              <a:rPr lang="es-CL" dirty="0">
                <a:ea typeface="+mn-lt"/>
                <a:cs typeface="+mn-lt"/>
              </a:rPr>
              <a:t>El método HTTP POST se utiliza para enviar datos al servidor con el fin de crear un nuevo recurso. A diferencia de otros métodos HTTP, como GET que se utiliza para recuperar información, POST es ideal para operaciones de creación de datos, ya que permite enviar un cuerpo de solicitud que contiene la información necesaria para crear el nuevo recurso. En una API </a:t>
            </a:r>
            <a:r>
              <a:rPr lang="es-CL" dirty="0" err="1">
                <a:ea typeface="+mn-lt"/>
                <a:cs typeface="+mn-lt"/>
              </a:rPr>
              <a:t>RESTful</a:t>
            </a:r>
            <a:r>
              <a:rPr lang="es-CL" dirty="0">
                <a:ea typeface="+mn-lt"/>
                <a:cs typeface="+mn-lt"/>
              </a:rPr>
              <a:t>, este método es fundamental para operaciones de creación (Crear en CRUD).</a:t>
            </a:r>
            <a:endParaRPr lang="es-CL" dirty="0">
              <a:cs typeface="Calibri"/>
            </a:endParaRPr>
          </a:p>
          <a:p>
            <a:r>
              <a:rPr lang="es-ES" dirty="0"/>
              <a:t>2.</a:t>
            </a:r>
            <a:r>
              <a:rPr lang="es-ES" dirty="0">
                <a:ea typeface="+mn-lt"/>
                <a:cs typeface="+mn-lt"/>
              </a:rPr>
              <a:t>En el contexto de una API </a:t>
            </a:r>
            <a:r>
              <a:rPr lang="es-ES" dirty="0" err="1">
                <a:ea typeface="+mn-lt"/>
                <a:cs typeface="+mn-lt"/>
              </a:rPr>
              <a:t>RESTful</a:t>
            </a:r>
            <a:r>
              <a:rPr lang="es-ES" dirty="0">
                <a:ea typeface="+mn-lt"/>
                <a:cs typeface="+mn-lt"/>
              </a:rPr>
              <a:t>, ¿cuál es la mejor práctica para manejar la eliminación de un recurso? </a:t>
            </a:r>
            <a:r>
              <a:rPr lang="es-ES" dirty="0"/>
              <a:t> </a:t>
            </a:r>
            <a:endParaRPr lang="es-ES" dirty="0">
              <a:ea typeface="Calibri" panose="020F0502020204030204"/>
              <a:cs typeface="Calibri" panose="020F0502020204030204"/>
            </a:endParaRPr>
          </a:p>
          <a:p>
            <a:r>
              <a:rPr lang="es-ES" b="1" dirty="0">
                <a:ea typeface="Calibri" panose="020F0502020204030204"/>
                <a:cs typeface="Calibri" panose="020F0502020204030204"/>
              </a:rPr>
              <a:t>Respuesta:</a:t>
            </a:r>
            <a:r>
              <a:rPr lang="es-ES" dirty="0">
                <a:ea typeface="Calibri" panose="020F0502020204030204"/>
                <a:cs typeface="Calibri" panose="020F0502020204030204"/>
              </a:rPr>
              <a:t> </a:t>
            </a:r>
            <a:r>
              <a:rPr lang="es-ES" dirty="0">
                <a:ea typeface="+mn-lt"/>
                <a:cs typeface="+mn-lt"/>
              </a:rPr>
              <a:t>En una API </a:t>
            </a:r>
            <a:r>
              <a:rPr lang="es-ES" dirty="0" err="1">
                <a:ea typeface="+mn-lt"/>
                <a:cs typeface="+mn-lt"/>
              </a:rPr>
              <a:t>RESTful</a:t>
            </a:r>
            <a:r>
              <a:rPr lang="es-ES" dirty="0">
                <a:ea typeface="+mn-lt"/>
                <a:cs typeface="+mn-lt"/>
              </a:rPr>
              <a:t>, la mejor práctica para manejar la eliminación de un recurso es utilizar el método HTTP DELETE. Este método está específicamente diseñado para solicitar al servidor que elimine el recurso identificado por la URI de la solicitud. Usar DELETE asegura que la operación es semánticamente correcta y permite que el servidor entienda claramente que la solicitud es para eliminar un recurso, en lugar de realizar otras operaciones como crear, actualizar o leer datos.</a:t>
            </a:r>
            <a:endParaRPr lang="es-ES"/>
          </a:p>
        </p:txBody>
      </p:sp>
    </p:spTree>
    <p:extLst>
      <p:ext uri="{BB962C8B-B14F-4D97-AF65-F5344CB8AC3E}">
        <p14:creationId xmlns:p14="http://schemas.microsoft.com/office/powerpoint/2010/main" val="3308352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61DC72-8352-BD2B-D466-047E20431EDE}"/>
              </a:ext>
            </a:extLst>
          </p:cNvPr>
          <p:cNvSpPr>
            <a:spLocks noGrp="1"/>
          </p:cNvSpPr>
          <p:nvPr>
            <p:ph type="title"/>
          </p:nvPr>
        </p:nvSpPr>
        <p:spPr>
          <a:xfrm>
            <a:off x="2180908" y="313870"/>
            <a:ext cx="10113461" cy="602137"/>
          </a:xfrm>
        </p:spPr>
        <p:txBody>
          <a:bodyPr/>
          <a:lstStyle/>
          <a:p>
            <a:r>
              <a:rPr lang="es-ES">
                <a:solidFill>
                  <a:srgbClr val="00263E"/>
                </a:solidFill>
                <a:latin typeface="Gotham"/>
              </a:rPr>
              <a:t>Apunte activador de aprendizaje</a:t>
            </a:r>
            <a:endParaRPr lang="es-ES">
              <a:solidFill>
                <a:srgbClr val="00263E"/>
              </a:solidFill>
            </a:endParaRPr>
          </a:p>
        </p:txBody>
      </p:sp>
      <p:sp>
        <p:nvSpPr>
          <p:cNvPr id="3" name="CuadroTexto 2">
            <a:extLst>
              <a:ext uri="{FF2B5EF4-FFF2-40B4-BE49-F238E27FC236}">
                <a16:creationId xmlns:a16="http://schemas.microsoft.com/office/drawing/2014/main" id="{0622F953-4E77-98FF-5569-BBF9A0424ADD}"/>
              </a:ext>
            </a:extLst>
          </p:cNvPr>
          <p:cNvSpPr txBox="1"/>
          <p:nvPr/>
        </p:nvSpPr>
        <p:spPr>
          <a:xfrm>
            <a:off x="707923" y="1106626"/>
            <a:ext cx="11135032" cy="369332"/>
          </a:xfrm>
          <a:prstGeom prst="rect">
            <a:avLst/>
          </a:prstGeom>
          <a:noFill/>
        </p:spPr>
        <p:txBody>
          <a:bodyPr wrap="square" lIns="91440" tIns="45720" rIns="91440" bIns="45720" rtlCol="0" anchor="t">
            <a:spAutoFit/>
          </a:bodyPr>
          <a:lstStyle/>
          <a:p>
            <a:r>
              <a:rPr lang="es-ES"/>
              <a:t>A continuación, se presentan las preguntas del apunte activador del aprendizaje.</a:t>
            </a:r>
          </a:p>
        </p:txBody>
      </p:sp>
      <p:sp>
        <p:nvSpPr>
          <p:cNvPr id="7" name="CuadroTexto 6">
            <a:extLst>
              <a:ext uri="{FF2B5EF4-FFF2-40B4-BE49-F238E27FC236}">
                <a16:creationId xmlns:a16="http://schemas.microsoft.com/office/drawing/2014/main" id="{BC28F638-7AE5-2D6B-8A0B-D6FCECADB96D}"/>
              </a:ext>
            </a:extLst>
          </p:cNvPr>
          <p:cNvSpPr txBox="1"/>
          <p:nvPr/>
        </p:nvSpPr>
        <p:spPr>
          <a:xfrm>
            <a:off x="707923" y="1571787"/>
            <a:ext cx="11135032" cy="3416320"/>
          </a:xfrm>
          <a:prstGeom prst="rect">
            <a:avLst/>
          </a:prstGeom>
          <a:noFill/>
        </p:spPr>
        <p:txBody>
          <a:bodyPr wrap="square" lIns="91440" tIns="45720" rIns="91440" bIns="45720" rtlCol="0" anchor="t">
            <a:spAutoFit/>
          </a:bodyPr>
          <a:lstStyle/>
          <a:p>
            <a:r>
              <a:rPr lang="es-ES" dirty="0"/>
              <a:t>Preguntas:</a:t>
            </a:r>
          </a:p>
          <a:p>
            <a:r>
              <a:rPr lang="es-ES" dirty="0">
                <a:ea typeface="Calibri"/>
                <a:cs typeface="Calibri"/>
              </a:rPr>
              <a:t>3. </a:t>
            </a:r>
            <a:r>
              <a:rPr lang="es-ES" dirty="0">
                <a:ea typeface="+mn-lt"/>
                <a:cs typeface="+mn-lt"/>
              </a:rPr>
              <a:t>¿Qué código de estado HTTP debería retornar una API </a:t>
            </a:r>
            <a:r>
              <a:rPr lang="es-ES" dirty="0" err="1">
                <a:ea typeface="+mn-lt"/>
                <a:cs typeface="+mn-lt"/>
              </a:rPr>
              <a:t>RESTful</a:t>
            </a:r>
            <a:r>
              <a:rPr lang="es-ES" dirty="0">
                <a:ea typeface="+mn-lt"/>
                <a:cs typeface="+mn-lt"/>
              </a:rPr>
              <a:t> cuando un recurso solicitado no es encontrado?</a:t>
            </a:r>
          </a:p>
          <a:p>
            <a:r>
              <a:rPr lang="es-CL" b="1" dirty="0"/>
              <a:t>Respuesta</a:t>
            </a:r>
            <a:r>
              <a:rPr lang="es-CL" dirty="0"/>
              <a:t>: </a:t>
            </a:r>
            <a:r>
              <a:rPr lang="es-CL" dirty="0">
                <a:ea typeface="+mn-lt"/>
                <a:cs typeface="+mn-lt"/>
              </a:rPr>
              <a:t>En una API </a:t>
            </a:r>
            <a:r>
              <a:rPr lang="es-CL" dirty="0" err="1">
                <a:ea typeface="+mn-lt"/>
                <a:cs typeface="+mn-lt"/>
              </a:rPr>
              <a:t>RESTful</a:t>
            </a:r>
            <a:r>
              <a:rPr lang="es-CL" dirty="0">
                <a:ea typeface="+mn-lt"/>
                <a:cs typeface="+mn-lt"/>
              </a:rPr>
              <a:t>, cuando un recurso solicitado no se encuentra, el servidor debería retornar el código de estado HTTP 404 </a:t>
            </a:r>
            <a:r>
              <a:rPr lang="es-CL" dirty="0" err="1">
                <a:ea typeface="+mn-lt"/>
                <a:cs typeface="+mn-lt"/>
              </a:rPr>
              <a:t>Not</a:t>
            </a:r>
            <a:r>
              <a:rPr lang="es-CL" dirty="0">
                <a:ea typeface="+mn-lt"/>
                <a:cs typeface="+mn-lt"/>
              </a:rPr>
              <a:t> </a:t>
            </a:r>
            <a:r>
              <a:rPr lang="es-CL" dirty="0" err="1">
                <a:ea typeface="+mn-lt"/>
                <a:cs typeface="+mn-lt"/>
              </a:rPr>
              <a:t>Found</a:t>
            </a:r>
            <a:r>
              <a:rPr lang="es-CL" dirty="0">
                <a:ea typeface="+mn-lt"/>
                <a:cs typeface="+mn-lt"/>
              </a:rPr>
              <a:t>. Este código indica que el servidor no pudo encontrar el recurso solicitado. Es una forma estándar y clara de comunicar al cliente que el recurso que está intentando acceder no existe en el servidor.</a:t>
            </a:r>
          </a:p>
          <a:p>
            <a:endParaRPr lang="es-CL"/>
          </a:p>
          <a:p>
            <a:r>
              <a:rPr lang="es-CL" dirty="0"/>
              <a:t>4. </a:t>
            </a:r>
            <a:r>
              <a:rPr lang="es-CL" dirty="0">
                <a:ea typeface="+mn-lt"/>
                <a:cs typeface="+mn-lt"/>
              </a:rPr>
              <a:t>¿Cuál es el propósito principal del método HTTP PUT en una API </a:t>
            </a:r>
            <a:r>
              <a:rPr lang="es-CL" dirty="0" err="1">
                <a:ea typeface="+mn-lt"/>
                <a:cs typeface="+mn-lt"/>
              </a:rPr>
              <a:t>RESTful</a:t>
            </a:r>
            <a:r>
              <a:rPr lang="es-CL" dirty="0">
                <a:ea typeface="+mn-lt"/>
                <a:cs typeface="+mn-lt"/>
              </a:rPr>
              <a:t>?</a:t>
            </a:r>
            <a:endParaRPr lang="es-CL" dirty="0">
              <a:cs typeface="Calibri"/>
            </a:endParaRPr>
          </a:p>
          <a:p>
            <a:r>
              <a:rPr lang="es-CL" b="1" dirty="0"/>
              <a:t>Respuesta</a:t>
            </a:r>
            <a:r>
              <a:rPr lang="es-CL" dirty="0"/>
              <a:t>: </a:t>
            </a:r>
            <a:r>
              <a:rPr lang="es-CL" dirty="0">
                <a:ea typeface="+mn-lt"/>
                <a:cs typeface="+mn-lt"/>
              </a:rPr>
              <a:t>El método HTTP PUT en una API </a:t>
            </a:r>
            <a:r>
              <a:rPr lang="es-CL" dirty="0" err="1">
                <a:ea typeface="+mn-lt"/>
                <a:cs typeface="+mn-lt"/>
              </a:rPr>
              <a:t>RESTful</a:t>
            </a:r>
            <a:r>
              <a:rPr lang="es-CL" dirty="0">
                <a:ea typeface="+mn-lt"/>
                <a:cs typeface="+mn-lt"/>
              </a:rPr>
              <a:t> se utiliza principalmente para crear un nuevo recurso si no existe, o actualizar un recurso existente. Cuando se envía una solicitud PUT, se proporciona una representación completa del recurso. Si el recurso no existe, se crea; si ya existe, se reemplaza completamente con la nueva representación proporcionada en la solicitud. Esta operación es idempotente, lo que significa que realizar la misma solicitud PUT varias veces producirá el mismo resultado</a:t>
            </a:r>
          </a:p>
        </p:txBody>
      </p:sp>
    </p:spTree>
    <p:extLst>
      <p:ext uri="{BB962C8B-B14F-4D97-AF65-F5344CB8AC3E}">
        <p14:creationId xmlns:p14="http://schemas.microsoft.com/office/powerpoint/2010/main" val="34546401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61DC72-8352-BD2B-D466-047E20431EDE}"/>
              </a:ext>
            </a:extLst>
          </p:cNvPr>
          <p:cNvSpPr>
            <a:spLocks noGrp="1"/>
          </p:cNvSpPr>
          <p:nvPr>
            <p:ph type="title"/>
          </p:nvPr>
        </p:nvSpPr>
        <p:spPr>
          <a:xfrm>
            <a:off x="921951" y="302827"/>
            <a:ext cx="10113461" cy="602137"/>
          </a:xfrm>
        </p:spPr>
        <p:txBody>
          <a:bodyPr/>
          <a:lstStyle/>
          <a:p>
            <a:r>
              <a:rPr lang="es-ES">
                <a:solidFill>
                  <a:srgbClr val="00263E"/>
                </a:solidFill>
                <a:latin typeface="Gotham"/>
              </a:rPr>
              <a:t>Foro crítico reflexivo</a:t>
            </a:r>
            <a:endParaRPr lang="es-ES">
              <a:solidFill>
                <a:srgbClr val="00263E"/>
              </a:solidFill>
            </a:endParaRPr>
          </a:p>
        </p:txBody>
      </p:sp>
      <p:sp>
        <p:nvSpPr>
          <p:cNvPr id="3" name="CuadroTexto 2">
            <a:extLst>
              <a:ext uri="{FF2B5EF4-FFF2-40B4-BE49-F238E27FC236}">
                <a16:creationId xmlns:a16="http://schemas.microsoft.com/office/drawing/2014/main" id="{0622F953-4E77-98FF-5569-BBF9A0424ADD}"/>
              </a:ext>
            </a:extLst>
          </p:cNvPr>
          <p:cNvSpPr txBox="1"/>
          <p:nvPr/>
        </p:nvSpPr>
        <p:spPr>
          <a:xfrm>
            <a:off x="707923" y="1386348"/>
            <a:ext cx="11135032" cy="646331"/>
          </a:xfrm>
          <a:prstGeom prst="rect">
            <a:avLst/>
          </a:prstGeom>
          <a:noFill/>
        </p:spPr>
        <p:txBody>
          <a:bodyPr wrap="square" rtlCol="0">
            <a:spAutoFit/>
          </a:bodyPr>
          <a:lstStyle/>
          <a:p>
            <a:r>
              <a:rPr lang="es-ES"/>
              <a:t>A continuación, se presentan las preguntas de la sección “Foro”. El objetivo es que se puedan resolver las dudas, entregando las respuestas esperadas o correctas para orientar el aprendizaje de los y las estudiantes. </a:t>
            </a:r>
          </a:p>
        </p:txBody>
      </p:sp>
      <p:sp>
        <p:nvSpPr>
          <p:cNvPr id="7" name="CuadroTexto 6">
            <a:extLst>
              <a:ext uri="{FF2B5EF4-FFF2-40B4-BE49-F238E27FC236}">
                <a16:creationId xmlns:a16="http://schemas.microsoft.com/office/drawing/2014/main" id="{BC28F638-7AE5-2D6B-8A0B-D6FCECADB96D}"/>
              </a:ext>
            </a:extLst>
          </p:cNvPr>
          <p:cNvSpPr txBox="1"/>
          <p:nvPr/>
        </p:nvSpPr>
        <p:spPr>
          <a:xfrm>
            <a:off x="707923" y="2623154"/>
            <a:ext cx="11135032" cy="3139321"/>
          </a:xfrm>
          <a:prstGeom prst="rect">
            <a:avLst/>
          </a:prstGeom>
          <a:noFill/>
        </p:spPr>
        <p:txBody>
          <a:bodyPr wrap="square" lIns="91440" tIns="45720" rIns="91440" bIns="45720" rtlCol="0" anchor="t">
            <a:spAutoFit/>
          </a:bodyPr>
          <a:lstStyle/>
          <a:p>
            <a:r>
              <a:rPr lang="es-ES" dirty="0"/>
              <a:t>Preguntas:</a:t>
            </a:r>
          </a:p>
          <a:p>
            <a:pPr marL="342900" indent="-342900">
              <a:buAutoNum type="arabicPeriod"/>
            </a:pPr>
            <a:r>
              <a:rPr lang="es-ES" dirty="0"/>
              <a:t>Describe el proceso que seguiste para implementar la operación de "Crear" en tu base de datos. ¿Qué consideraciones de validación y seguridad tuviste en cuenta? </a:t>
            </a:r>
            <a:endParaRPr lang="es-ES" dirty="0">
              <a:cs typeface="Calibri"/>
            </a:endParaRPr>
          </a:p>
          <a:p>
            <a:endParaRPr lang="es-MX" dirty="0">
              <a:cs typeface="Calibri"/>
            </a:endParaRPr>
          </a:p>
          <a:p>
            <a:r>
              <a:rPr lang="es-ES" b="1" dirty="0"/>
              <a:t>Respuesta</a:t>
            </a:r>
            <a:r>
              <a:rPr lang="es-ES" dirty="0"/>
              <a:t>: </a:t>
            </a:r>
            <a:r>
              <a:rPr lang="es-CL" dirty="0">
                <a:ea typeface="+mn-lt"/>
                <a:cs typeface="+mn-lt"/>
              </a:rPr>
              <a:t>Para implementar la operación de "Crear" en la base de datos, seguí estos pasos: Definí un modelo en Laravel para la entidad correspondiente y configuré una ruta para manejar solicitudes POST. Implementé un método en el controlador que valida y guarda los datos en la base de datos usando el modelo. Utilicé la clase `</a:t>
            </a:r>
            <a:r>
              <a:rPr lang="es-CL" dirty="0" err="1">
                <a:ea typeface="+mn-lt"/>
                <a:cs typeface="+mn-lt"/>
              </a:rPr>
              <a:t>Request</a:t>
            </a:r>
            <a:r>
              <a:rPr lang="es-CL" dirty="0">
                <a:ea typeface="+mn-lt"/>
                <a:cs typeface="+mn-lt"/>
              </a:rPr>
              <a:t>` para validar los datos de entrada, asegurando que todos los campos obligatorios estuvieran presentes y correctos. Apliqué medidas de seguridad como protección contra CSRF, sanitización de datos y controles de autenticación y autorización para asegurar que solo usuarios autorizados puedan crear nuevos recursos.</a:t>
            </a:r>
            <a:endParaRPr lang="es-ES" dirty="0">
              <a:ea typeface="+mn-lt"/>
              <a:cs typeface="+mn-lt"/>
            </a:endParaRPr>
          </a:p>
          <a:p>
            <a:endParaRPr lang="es-ES" dirty="0">
              <a:cs typeface="Calibri"/>
            </a:endParaRPr>
          </a:p>
        </p:txBody>
      </p:sp>
    </p:spTree>
    <p:extLst>
      <p:ext uri="{BB962C8B-B14F-4D97-AF65-F5344CB8AC3E}">
        <p14:creationId xmlns:p14="http://schemas.microsoft.com/office/powerpoint/2010/main" val="25286099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61DC72-8352-BD2B-D466-047E20431EDE}"/>
              </a:ext>
            </a:extLst>
          </p:cNvPr>
          <p:cNvSpPr>
            <a:spLocks noGrp="1"/>
          </p:cNvSpPr>
          <p:nvPr>
            <p:ph type="title"/>
          </p:nvPr>
        </p:nvSpPr>
        <p:spPr>
          <a:xfrm>
            <a:off x="921951" y="302827"/>
            <a:ext cx="10113461" cy="602137"/>
          </a:xfrm>
        </p:spPr>
        <p:txBody>
          <a:bodyPr/>
          <a:lstStyle/>
          <a:p>
            <a:r>
              <a:rPr lang="es-ES">
                <a:solidFill>
                  <a:srgbClr val="00263E"/>
                </a:solidFill>
                <a:latin typeface="Gotham"/>
              </a:rPr>
              <a:t>Foro crítico reflexivo</a:t>
            </a:r>
            <a:endParaRPr lang="es-ES">
              <a:solidFill>
                <a:srgbClr val="00263E"/>
              </a:solidFill>
            </a:endParaRPr>
          </a:p>
        </p:txBody>
      </p:sp>
      <p:sp>
        <p:nvSpPr>
          <p:cNvPr id="3" name="CuadroTexto 2">
            <a:extLst>
              <a:ext uri="{FF2B5EF4-FFF2-40B4-BE49-F238E27FC236}">
                <a16:creationId xmlns:a16="http://schemas.microsoft.com/office/drawing/2014/main" id="{0622F953-4E77-98FF-5569-BBF9A0424ADD}"/>
              </a:ext>
            </a:extLst>
          </p:cNvPr>
          <p:cNvSpPr txBox="1"/>
          <p:nvPr/>
        </p:nvSpPr>
        <p:spPr>
          <a:xfrm>
            <a:off x="707923" y="1386348"/>
            <a:ext cx="11135032" cy="646331"/>
          </a:xfrm>
          <a:prstGeom prst="rect">
            <a:avLst/>
          </a:prstGeom>
          <a:noFill/>
        </p:spPr>
        <p:txBody>
          <a:bodyPr wrap="square" rtlCol="0">
            <a:spAutoFit/>
          </a:bodyPr>
          <a:lstStyle/>
          <a:p>
            <a:r>
              <a:rPr lang="es-ES"/>
              <a:t>A continuación, se presentan las preguntas de la sección “Foro”. El objetivo es que se puedan resolver las dudas, entregando las respuestas esperadas o correctas para orientar el aprendizaje de los y las estudiantes. </a:t>
            </a:r>
          </a:p>
        </p:txBody>
      </p:sp>
      <p:sp>
        <p:nvSpPr>
          <p:cNvPr id="7" name="CuadroTexto 6">
            <a:extLst>
              <a:ext uri="{FF2B5EF4-FFF2-40B4-BE49-F238E27FC236}">
                <a16:creationId xmlns:a16="http://schemas.microsoft.com/office/drawing/2014/main" id="{BC28F638-7AE5-2D6B-8A0B-D6FCECADB96D}"/>
              </a:ext>
            </a:extLst>
          </p:cNvPr>
          <p:cNvSpPr txBox="1"/>
          <p:nvPr/>
        </p:nvSpPr>
        <p:spPr>
          <a:xfrm>
            <a:off x="707923" y="2333787"/>
            <a:ext cx="11135032" cy="3416320"/>
          </a:xfrm>
          <a:prstGeom prst="rect">
            <a:avLst/>
          </a:prstGeom>
          <a:noFill/>
        </p:spPr>
        <p:txBody>
          <a:bodyPr wrap="square" lIns="91440" tIns="45720" rIns="91440" bIns="45720" rtlCol="0" anchor="t">
            <a:spAutoFit/>
          </a:bodyPr>
          <a:lstStyle/>
          <a:p>
            <a:r>
              <a:rPr lang="es-ES" dirty="0"/>
              <a:t>Preguntas:</a:t>
            </a:r>
          </a:p>
          <a:p>
            <a:r>
              <a:rPr lang="es-MX" dirty="0">
                <a:latin typeface="Calibri"/>
                <a:ea typeface="Calibri"/>
                <a:cs typeface="Calibri"/>
              </a:rPr>
              <a:t>2</a:t>
            </a:r>
            <a:r>
              <a:rPr lang="es-MX" dirty="0">
                <a:ea typeface="+mn-lt"/>
                <a:cs typeface="+mn-lt"/>
              </a:rPr>
              <a:t>. Analiza los retos y soluciones que encontraste al implementar las operaciones de "Actualizar" y "Eliminar" en la base de datos. ¿Cómo manejaste la consistencia de datos y las posibles colisiones concurrentes?</a:t>
            </a:r>
          </a:p>
          <a:p>
            <a:r>
              <a:rPr lang="es-ES" b="1" dirty="0"/>
              <a:t>Respuesta</a:t>
            </a:r>
            <a:r>
              <a:rPr lang="es-ES" dirty="0"/>
              <a:t>: </a:t>
            </a:r>
            <a:r>
              <a:rPr lang="es-ES" dirty="0">
                <a:ea typeface="+mn-lt"/>
                <a:cs typeface="+mn-lt"/>
              </a:rPr>
              <a:t>Al implementar las operaciones de "Actualizar" y "Eliminar" en la base de datos, enfrenté varios retos, como garantizar la consistencia de datos y manejar posibles colisiones concurrentes. Para la operación de "Actualizar", implementé métodos en el controlador que primero validan la existencia del recurso y luego aplican las actualizaciones necesarias, asegurando que los datos enviados cumplan con las reglas de validación establecidas. Utilicé bloqueo optimista para manejar las colisiones concurrentes, verificando que la versión del recurso no haya cambiado antes de aplicar las actualizaciones. Para la operación de "Eliminar", me aseguré de que solo usuarios autorizados pudieran eliminar recursos y empleé técnicas de borrado lógico para mantener un historial de datos eliminados. Estas medidas ayudaron a mantener la integridad y la consistencia de los datos, incluso en entornos de alta concurrencia.</a:t>
            </a:r>
            <a:endParaRPr lang="es-ES" dirty="0">
              <a:cs typeface="Calibri"/>
            </a:endParaRPr>
          </a:p>
        </p:txBody>
      </p:sp>
    </p:spTree>
    <p:extLst>
      <p:ext uri="{BB962C8B-B14F-4D97-AF65-F5344CB8AC3E}">
        <p14:creationId xmlns:p14="http://schemas.microsoft.com/office/powerpoint/2010/main" val="2869556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C1683D-3F2C-514D-52C2-E5502AEA6BCB}"/>
              </a:ext>
            </a:extLst>
          </p:cNvPr>
          <p:cNvSpPr>
            <a:spLocks noGrp="1"/>
          </p:cNvSpPr>
          <p:nvPr>
            <p:ph type="title"/>
          </p:nvPr>
        </p:nvSpPr>
        <p:spPr>
          <a:xfrm>
            <a:off x="3181727" y="2862260"/>
            <a:ext cx="7795490" cy="1744716"/>
          </a:xfrm>
        </p:spPr>
        <p:txBody>
          <a:bodyPr/>
          <a:lstStyle/>
          <a:p>
            <a:r>
              <a:rPr lang="es-MX" dirty="0"/>
              <a:t>Taller colaborativo</a:t>
            </a:r>
          </a:p>
        </p:txBody>
      </p:sp>
    </p:spTree>
    <p:extLst>
      <p:ext uri="{BB962C8B-B14F-4D97-AF65-F5344CB8AC3E}">
        <p14:creationId xmlns:p14="http://schemas.microsoft.com/office/powerpoint/2010/main" val="37364366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989F3E90-4C06-2C14-515C-CBDD9872BE08}"/>
              </a:ext>
            </a:extLst>
          </p:cNvPr>
          <p:cNvSpPr>
            <a:spLocks noGrp="1"/>
          </p:cNvSpPr>
          <p:nvPr>
            <p:ph type="title"/>
          </p:nvPr>
        </p:nvSpPr>
        <p:spPr>
          <a:xfrm>
            <a:off x="3410297" y="243437"/>
            <a:ext cx="8423809" cy="602137"/>
          </a:xfrm>
        </p:spPr>
        <p:txBody>
          <a:bodyPr/>
          <a:lstStyle/>
          <a:p>
            <a:r>
              <a:rPr lang="es-ES">
                <a:solidFill>
                  <a:srgbClr val="00263E"/>
                </a:solidFill>
                <a:latin typeface="Gotham"/>
              </a:rPr>
              <a:t>Desarrollo del mini caso/problema</a:t>
            </a:r>
          </a:p>
        </p:txBody>
      </p:sp>
      <p:sp>
        <p:nvSpPr>
          <p:cNvPr id="5" name="CuadroTexto 4">
            <a:extLst>
              <a:ext uri="{FF2B5EF4-FFF2-40B4-BE49-F238E27FC236}">
                <a16:creationId xmlns:a16="http://schemas.microsoft.com/office/drawing/2014/main" id="{7B2632AB-0ACC-59EA-3FDC-68044C7067A9}"/>
              </a:ext>
            </a:extLst>
          </p:cNvPr>
          <p:cNvSpPr txBox="1"/>
          <p:nvPr/>
        </p:nvSpPr>
        <p:spPr>
          <a:xfrm>
            <a:off x="1720645" y="1725561"/>
            <a:ext cx="8278761" cy="4524315"/>
          </a:xfrm>
          <a:prstGeom prst="rect">
            <a:avLst/>
          </a:prstGeom>
          <a:noFill/>
        </p:spPr>
        <p:txBody>
          <a:bodyPr wrap="square" lIns="91440" tIns="45720" rIns="91440" bIns="45720" rtlCol="0" anchor="t">
            <a:spAutoFit/>
          </a:bodyPr>
          <a:lstStyle/>
          <a:p>
            <a:pPr algn="just"/>
            <a:r>
              <a:rPr lang="es-CL">
                <a:latin typeface="Calibri"/>
                <a:ea typeface="Calibri" panose="020F0502020204030204"/>
                <a:cs typeface="Arial"/>
              </a:rPr>
              <a:t>La empresa </a:t>
            </a:r>
            <a:r>
              <a:rPr lang="es-CL" b="1" err="1">
                <a:latin typeface="Calibri"/>
                <a:ea typeface="Calibri" panose="020F0502020204030204"/>
                <a:cs typeface="Arial"/>
              </a:rPr>
              <a:t>Tech</a:t>
            </a:r>
            <a:r>
              <a:rPr lang="es-CL" b="1" dirty="0">
                <a:latin typeface="Calibri"/>
                <a:ea typeface="Calibri" panose="020F0502020204030204"/>
                <a:cs typeface="Arial"/>
              </a:rPr>
              <a:t> </a:t>
            </a:r>
            <a:r>
              <a:rPr lang="es-CL" b="1" err="1">
                <a:latin typeface="Calibri"/>
                <a:ea typeface="Calibri" panose="020F0502020204030204"/>
                <a:cs typeface="Arial"/>
              </a:rPr>
              <a:t>Solutions</a:t>
            </a:r>
            <a:r>
              <a:rPr lang="es-CL">
                <a:latin typeface="Calibri"/>
                <a:ea typeface="Calibri" panose="020F0502020204030204"/>
                <a:cs typeface="Arial"/>
              </a:rPr>
              <a:t> ha decidido modernizar su sistema de gestión de proyectos. Para ello, han optado por utilizar un </a:t>
            </a:r>
            <a:r>
              <a:rPr lang="es-CL" err="1">
                <a:latin typeface="Calibri"/>
                <a:ea typeface="Calibri" panose="020F0502020204030204"/>
                <a:cs typeface="Arial"/>
              </a:rPr>
              <a:t>framework</a:t>
            </a:r>
            <a:r>
              <a:rPr lang="es-CL" dirty="0">
                <a:latin typeface="Calibri"/>
                <a:ea typeface="Calibri" panose="020F0502020204030204"/>
                <a:cs typeface="Arial"/>
              </a:rPr>
              <a:t> </a:t>
            </a:r>
            <a:r>
              <a:rPr lang="es-CL">
                <a:latin typeface="Calibri"/>
                <a:ea typeface="Calibri" panose="020F0502020204030204"/>
                <a:cs typeface="Arial"/>
              </a:rPr>
              <a:t>moderno para el desarrollo web. El esqueleto y base de los controladores fue creado como parte de la Unidad 1 y los modelos fueron creados como </a:t>
            </a:r>
            <a:r>
              <a:rPr lang="es-CL">
                <a:latin typeface="Calibri"/>
                <a:cs typeface="Arial"/>
              </a:rPr>
              <a:t>parte</a:t>
            </a:r>
            <a:r>
              <a:rPr lang="es-CL">
                <a:latin typeface="Calibri"/>
                <a:ea typeface="Calibri" panose="020F0502020204030204"/>
                <a:cs typeface="Arial"/>
              </a:rPr>
              <a:t> de la unidad 2, ahora debemos trabajar en los requerimientos que se definen a continuación:</a:t>
            </a:r>
            <a:endParaRPr lang="es-CL" dirty="0">
              <a:latin typeface="Calibri"/>
              <a:ea typeface="Calibri" panose="020F0502020204030204"/>
              <a:cs typeface="Arial"/>
            </a:endParaRPr>
          </a:p>
          <a:p>
            <a:pPr algn="just"/>
            <a:endParaRPr lang="es-CL" dirty="0">
              <a:latin typeface="Calibri"/>
              <a:ea typeface="Calibri" panose="020F0502020204030204"/>
              <a:cs typeface="Arial"/>
            </a:endParaRPr>
          </a:p>
          <a:p>
            <a:pPr marL="285750" indent="-285750" algn="just">
              <a:buFont typeface="Symbol"/>
              <a:buChar char="•"/>
            </a:pPr>
            <a:r>
              <a:rPr lang="es-CL" dirty="0">
                <a:latin typeface="Calibri"/>
                <a:ea typeface="Calibri" panose="020F0502020204030204"/>
                <a:cs typeface="Arial"/>
              </a:rPr>
              <a:t>Creación de la lógica para agregar un proyecto en la Base de Datos por medio de método HTTP  POST con los siguientes requerimientos:</a:t>
            </a:r>
          </a:p>
          <a:p>
            <a:pPr marL="742950" lvl="1" indent="-285750" algn="just">
              <a:buFont typeface="Courier New"/>
              <a:buChar char="○"/>
            </a:pPr>
            <a:r>
              <a:rPr lang="es-CL" dirty="0">
                <a:latin typeface="Calibri"/>
                <a:ea typeface="Calibri" panose="020F0502020204030204"/>
                <a:cs typeface="Arial"/>
              </a:rPr>
              <a:t>Todos los campos son requeridos y no deben estar </a:t>
            </a:r>
            <a:r>
              <a:rPr lang="es-CL" err="1">
                <a:latin typeface="Calibri"/>
                <a:ea typeface="Calibri" panose="020F0502020204030204"/>
                <a:cs typeface="Arial"/>
              </a:rPr>
              <a:t>vacios</a:t>
            </a:r>
            <a:r>
              <a:rPr lang="es-CL" dirty="0">
                <a:latin typeface="Calibri"/>
                <a:ea typeface="Calibri" panose="020F0502020204030204"/>
                <a:cs typeface="Arial"/>
              </a:rPr>
              <a:t>.</a:t>
            </a:r>
          </a:p>
          <a:p>
            <a:pPr marL="742950" lvl="1" indent="-285750" algn="just">
              <a:buFont typeface="Courier New"/>
              <a:buChar char="○"/>
            </a:pPr>
            <a:r>
              <a:rPr lang="es-CL" dirty="0">
                <a:latin typeface="Calibri"/>
                <a:ea typeface="Calibri" panose="020F0502020204030204"/>
                <a:cs typeface="Arial"/>
              </a:rPr>
              <a:t>El </a:t>
            </a:r>
            <a:r>
              <a:rPr lang="es-CL" err="1">
                <a:latin typeface="Calibri"/>
                <a:ea typeface="Calibri" panose="020F0502020204030204"/>
                <a:cs typeface="Arial"/>
              </a:rPr>
              <a:t>codigo</a:t>
            </a:r>
            <a:r>
              <a:rPr lang="es-CL" dirty="0">
                <a:latin typeface="Calibri"/>
                <a:ea typeface="Calibri" panose="020F0502020204030204"/>
                <a:cs typeface="Arial"/>
              </a:rPr>
              <a:t> de respuesta debe ser 201</a:t>
            </a:r>
          </a:p>
          <a:p>
            <a:pPr marL="285750" indent="-285750" algn="just">
              <a:buFont typeface="Symbol"/>
              <a:buChar char="•"/>
            </a:pPr>
            <a:r>
              <a:rPr lang="es-CL" dirty="0">
                <a:latin typeface="Calibri"/>
                <a:ea typeface="Calibri" panose="020F0502020204030204"/>
                <a:cs typeface="Arial"/>
              </a:rPr>
              <a:t>Búsqueda de todos los proyectos por medio de método HTTP GET con una respuesta HTTP de 200 con los siguientes requerimientos:</a:t>
            </a:r>
          </a:p>
          <a:p>
            <a:pPr marL="742950" lvl="1" indent="-285750" algn="just">
              <a:buFont typeface="Courier New"/>
              <a:buChar char="○"/>
            </a:pPr>
            <a:r>
              <a:rPr lang="es-CL" dirty="0">
                <a:latin typeface="Calibri"/>
                <a:ea typeface="Calibri" panose="020F0502020204030204"/>
                <a:cs typeface="Arial"/>
              </a:rPr>
              <a:t>La respuesta debe incluir todos los campos.</a:t>
            </a:r>
          </a:p>
          <a:p>
            <a:pPr marL="742950" lvl="1" indent="-285750" algn="just">
              <a:buFont typeface="Courier New"/>
              <a:buChar char="○"/>
            </a:pPr>
            <a:r>
              <a:rPr lang="es-CL" dirty="0">
                <a:latin typeface="Calibri"/>
                <a:ea typeface="Calibri" panose="020F0502020204030204"/>
                <a:cs typeface="Arial"/>
              </a:rPr>
              <a:t>Si no hay campos en la Base de Datos debe retornar un arreglo </a:t>
            </a:r>
            <a:r>
              <a:rPr lang="es-CL" err="1">
                <a:latin typeface="Calibri"/>
                <a:ea typeface="Calibri" panose="020F0502020204030204"/>
                <a:cs typeface="Arial"/>
              </a:rPr>
              <a:t>vacio</a:t>
            </a:r>
            <a:r>
              <a:rPr lang="es-CL" dirty="0">
                <a:latin typeface="Calibri"/>
                <a:ea typeface="Calibri" panose="020F0502020204030204"/>
                <a:cs typeface="Arial"/>
              </a:rPr>
              <a:t>.</a:t>
            </a:r>
          </a:p>
          <a:p>
            <a:pPr marL="742950" lvl="1" indent="-285750" algn="just">
              <a:buFont typeface="Courier New"/>
              <a:buChar char="○"/>
            </a:pPr>
            <a:r>
              <a:rPr lang="es-CL" dirty="0">
                <a:latin typeface="Calibri"/>
                <a:ea typeface="Calibri" panose="020F0502020204030204"/>
                <a:cs typeface="Arial"/>
              </a:rPr>
              <a:t>El </a:t>
            </a:r>
            <a:r>
              <a:rPr lang="es-CL" err="1">
                <a:latin typeface="Calibri"/>
                <a:ea typeface="Calibri" panose="020F0502020204030204"/>
                <a:cs typeface="Arial"/>
              </a:rPr>
              <a:t>codigo</a:t>
            </a:r>
            <a:r>
              <a:rPr lang="es-CL" dirty="0">
                <a:latin typeface="Calibri"/>
                <a:ea typeface="Calibri" panose="020F0502020204030204"/>
                <a:cs typeface="Arial"/>
              </a:rPr>
              <a:t> de respuesta debe ser 200.</a:t>
            </a:r>
          </a:p>
          <a:p>
            <a:pPr algn="just"/>
            <a:endParaRPr lang="es-CL" dirty="0">
              <a:latin typeface="Calibri"/>
              <a:ea typeface="Calibri" panose="020F0502020204030204"/>
              <a:cs typeface="Arial"/>
            </a:endParaRPr>
          </a:p>
        </p:txBody>
      </p:sp>
    </p:spTree>
    <p:extLst>
      <p:ext uri="{BB962C8B-B14F-4D97-AF65-F5344CB8AC3E}">
        <p14:creationId xmlns:p14="http://schemas.microsoft.com/office/powerpoint/2010/main" val="1943926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989F3E90-4C06-2C14-515C-CBDD9872BE08}"/>
              </a:ext>
            </a:extLst>
          </p:cNvPr>
          <p:cNvSpPr>
            <a:spLocks noGrp="1"/>
          </p:cNvSpPr>
          <p:nvPr>
            <p:ph type="title"/>
          </p:nvPr>
        </p:nvSpPr>
        <p:spPr>
          <a:xfrm>
            <a:off x="3410297" y="243437"/>
            <a:ext cx="8423809" cy="602137"/>
          </a:xfrm>
        </p:spPr>
        <p:txBody>
          <a:bodyPr/>
          <a:lstStyle/>
          <a:p>
            <a:r>
              <a:rPr lang="es-ES">
                <a:solidFill>
                  <a:srgbClr val="00263E"/>
                </a:solidFill>
                <a:latin typeface="Gotham"/>
              </a:rPr>
              <a:t>Desarrollo del mini caso/problema</a:t>
            </a:r>
          </a:p>
        </p:txBody>
      </p:sp>
      <p:sp>
        <p:nvSpPr>
          <p:cNvPr id="5" name="CuadroTexto 4">
            <a:extLst>
              <a:ext uri="{FF2B5EF4-FFF2-40B4-BE49-F238E27FC236}">
                <a16:creationId xmlns:a16="http://schemas.microsoft.com/office/drawing/2014/main" id="{7B2632AB-0ACC-59EA-3FDC-68044C7067A9}"/>
              </a:ext>
            </a:extLst>
          </p:cNvPr>
          <p:cNvSpPr txBox="1"/>
          <p:nvPr/>
        </p:nvSpPr>
        <p:spPr>
          <a:xfrm>
            <a:off x="1730291" y="1223991"/>
            <a:ext cx="8278761" cy="4524315"/>
          </a:xfrm>
          <a:prstGeom prst="rect">
            <a:avLst/>
          </a:prstGeom>
          <a:noFill/>
        </p:spPr>
        <p:txBody>
          <a:bodyPr wrap="square" lIns="91440" tIns="45720" rIns="91440" bIns="45720" rtlCol="0" anchor="t">
            <a:spAutoFit/>
          </a:bodyPr>
          <a:lstStyle/>
          <a:p>
            <a:pPr marL="285750" indent="-285750" algn="just">
              <a:buFont typeface="Symbol,Sans-Serif"/>
              <a:buChar char="•"/>
            </a:pPr>
            <a:r>
              <a:rPr lang="es-CL" dirty="0">
                <a:latin typeface="Calibri"/>
                <a:ea typeface="Calibri" panose="020F0502020204030204"/>
                <a:cs typeface="Calibri"/>
              </a:rPr>
              <a:t>Búsqueda de un proyecto por su ID por medio de método HTTP GET con una respuesta HTTP de 200 con los siguientes requerimientos:</a:t>
            </a:r>
            <a:endParaRPr lang="en-US" dirty="0">
              <a:latin typeface="Calibri"/>
              <a:ea typeface="Calibri" panose="020F0502020204030204"/>
              <a:cs typeface="Calibri"/>
            </a:endParaRPr>
          </a:p>
          <a:p>
            <a:pPr marL="742950" lvl="1" indent="-285750" algn="just">
              <a:buFont typeface="Courier New,monospace"/>
              <a:buChar char="○"/>
            </a:pPr>
            <a:r>
              <a:rPr lang="es-CL" dirty="0">
                <a:latin typeface="Calibri"/>
                <a:ea typeface="Calibri" panose="020F0502020204030204"/>
                <a:cs typeface="Calibri"/>
              </a:rPr>
              <a:t>Si el Id no existe debe retornar 404.</a:t>
            </a:r>
            <a:endParaRPr lang="en-US" dirty="0">
              <a:latin typeface="Calibri"/>
              <a:ea typeface="Calibri" panose="020F0502020204030204"/>
              <a:cs typeface="Calibri"/>
            </a:endParaRPr>
          </a:p>
          <a:p>
            <a:pPr marL="742950" lvl="1" indent="-285750" algn="just">
              <a:buFont typeface="Courier New,monospace"/>
              <a:buChar char="○"/>
            </a:pPr>
            <a:r>
              <a:rPr lang="es-CL" dirty="0">
                <a:latin typeface="Calibri"/>
                <a:ea typeface="Calibri" panose="020F0502020204030204"/>
                <a:cs typeface="Calibri"/>
              </a:rPr>
              <a:t>La respuesta debe incluir todos los campos.</a:t>
            </a:r>
            <a:endParaRPr lang="en-US" dirty="0">
              <a:latin typeface="Calibri"/>
              <a:ea typeface="Calibri" panose="020F0502020204030204"/>
              <a:cs typeface="Calibri"/>
            </a:endParaRPr>
          </a:p>
          <a:p>
            <a:pPr marL="742950" lvl="1" indent="-285750" algn="just">
              <a:buFont typeface="Courier New,monospace"/>
              <a:buChar char="○"/>
            </a:pPr>
            <a:r>
              <a:rPr lang="es-CL" dirty="0">
                <a:latin typeface="Calibri"/>
                <a:ea typeface="Calibri" panose="020F0502020204030204"/>
                <a:cs typeface="Calibri"/>
              </a:rPr>
              <a:t>El </a:t>
            </a:r>
            <a:r>
              <a:rPr lang="es-CL" dirty="0" err="1">
                <a:latin typeface="Calibri"/>
                <a:ea typeface="Calibri" panose="020F0502020204030204"/>
                <a:cs typeface="Calibri"/>
              </a:rPr>
              <a:t>codigo</a:t>
            </a:r>
            <a:r>
              <a:rPr lang="es-CL" dirty="0">
                <a:latin typeface="Calibri"/>
                <a:ea typeface="Calibri" panose="020F0502020204030204"/>
                <a:cs typeface="Calibri"/>
              </a:rPr>
              <a:t> de respuesta debe ser 200.</a:t>
            </a:r>
            <a:endParaRPr lang="en-US" dirty="0">
              <a:latin typeface="Calibri"/>
              <a:ea typeface="Calibri" panose="020F0502020204030204"/>
              <a:cs typeface="Calibri"/>
            </a:endParaRPr>
          </a:p>
          <a:p>
            <a:pPr marL="285750" indent="-285750" algn="just">
              <a:buFont typeface="Symbol,Sans-Serif"/>
              <a:buChar char="•"/>
            </a:pPr>
            <a:r>
              <a:rPr lang="es-CL" dirty="0">
                <a:latin typeface="Calibri"/>
                <a:ea typeface="Calibri" panose="020F0502020204030204"/>
                <a:cs typeface="Calibri"/>
              </a:rPr>
              <a:t>Actualizar un proyecto por medio de su ID por medio de método HTTP PATCH o PUT con </a:t>
            </a:r>
            <a:r>
              <a:rPr lang="es-CL" dirty="0" err="1">
                <a:latin typeface="Calibri"/>
                <a:ea typeface="Calibri" panose="020F0502020204030204"/>
                <a:cs typeface="Calibri"/>
              </a:rPr>
              <a:t>con</a:t>
            </a:r>
            <a:r>
              <a:rPr lang="es-CL" dirty="0">
                <a:latin typeface="Calibri"/>
                <a:ea typeface="Calibri" panose="020F0502020204030204"/>
                <a:cs typeface="Calibri"/>
              </a:rPr>
              <a:t> una respuesta HTTP de 201 con los siguientes requerimientos:</a:t>
            </a:r>
            <a:endParaRPr lang="en-US" dirty="0">
              <a:latin typeface="Calibri"/>
              <a:ea typeface="Calibri" panose="020F0502020204030204"/>
              <a:cs typeface="Calibri"/>
            </a:endParaRPr>
          </a:p>
          <a:p>
            <a:pPr marL="742950" lvl="1" indent="-285750" algn="just">
              <a:buFont typeface="Courier New,monospace"/>
              <a:buChar char="○"/>
            </a:pPr>
            <a:r>
              <a:rPr lang="es-CL" dirty="0">
                <a:latin typeface="Calibri"/>
                <a:ea typeface="Calibri" panose="020F0502020204030204"/>
                <a:cs typeface="Calibri"/>
              </a:rPr>
              <a:t>Si el Id no existe debe retornar 404.</a:t>
            </a:r>
            <a:endParaRPr lang="en-US" dirty="0">
              <a:latin typeface="Calibri"/>
              <a:ea typeface="Calibri" panose="020F0502020204030204"/>
              <a:cs typeface="Calibri"/>
            </a:endParaRPr>
          </a:p>
          <a:p>
            <a:pPr marL="742950" lvl="1" indent="-285750" algn="just">
              <a:buFont typeface="Courier New,monospace"/>
              <a:buChar char="○"/>
            </a:pPr>
            <a:r>
              <a:rPr lang="es-CL" dirty="0">
                <a:latin typeface="Calibri"/>
                <a:ea typeface="Calibri" panose="020F0502020204030204"/>
                <a:cs typeface="Calibri"/>
              </a:rPr>
              <a:t>La respuesta debe incluir todos los campos actualizados</a:t>
            </a:r>
            <a:endParaRPr lang="en-US" dirty="0">
              <a:latin typeface="Calibri"/>
              <a:ea typeface="Calibri" panose="020F0502020204030204"/>
              <a:cs typeface="Calibri"/>
            </a:endParaRPr>
          </a:p>
          <a:p>
            <a:pPr marL="742950" lvl="1" indent="-285750" algn="just">
              <a:buFont typeface="Courier New,monospace"/>
              <a:buChar char="○"/>
            </a:pPr>
            <a:r>
              <a:rPr lang="es-CL" dirty="0">
                <a:latin typeface="Calibri"/>
                <a:ea typeface="Calibri" panose="020F0502020204030204"/>
                <a:cs typeface="Calibri"/>
              </a:rPr>
              <a:t>El </a:t>
            </a:r>
            <a:r>
              <a:rPr lang="es-CL" dirty="0" err="1">
                <a:latin typeface="Calibri"/>
                <a:ea typeface="Calibri" panose="020F0502020204030204"/>
                <a:cs typeface="Calibri"/>
              </a:rPr>
              <a:t>codigo</a:t>
            </a:r>
            <a:r>
              <a:rPr lang="es-CL" dirty="0">
                <a:latin typeface="Calibri"/>
                <a:ea typeface="Calibri" panose="020F0502020204030204"/>
                <a:cs typeface="Calibri"/>
              </a:rPr>
              <a:t> de respuesta debe ser 200.</a:t>
            </a:r>
            <a:endParaRPr lang="en-US" dirty="0">
              <a:latin typeface="Calibri"/>
              <a:ea typeface="Calibri" panose="020F0502020204030204"/>
              <a:cs typeface="Calibri"/>
            </a:endParaRPr>
          </a:p>
          <a:p>
            <a:pPr marL="285750" indent="-285750" algn="just">
              <a:buFont typeface="Symbol,Sans-Serif"/>
              <a:buChar char="•"/>
            </a:pPr>
            <a:r>
              <a:rPr lang="es-CL" dirty="0">
                <a:latin typeface="Calibri"/>
                <a:ea typeface="Calibri" panose="020F0502020204030204"/>
                <a:cs typeface="Calibri"/>
              </a:rPr>
              <a:t>Eliminar un proyecto por medio de su ID por medio de método HTTP DELETE con una respuesta HTTP de 204 con los siguientes requerimientos:</a:t>
            </a:r>
            <a:endParaRPr lang="en-US" dirty="0">
              <a:latin typeface="Calibri"/>
              <a:ea typeface="Calibri" panose="020F0502020204030204"/>
              <a:cs typeface="Calibri"/>
            </a:endParaRPr>
          </a:p>
          <a:p>
            <a:pPr marL="742950" lvl="1" indent="-285750" algn="just">
              <a:buFont typeface="Courier New,monospace"/>
              <a:buChar char="○"/>
            </a:pPr>
            <a:r>
              <a:rPr lang="es-CL" dirty="0">
                <a:latin typeface="Calibri"/>
                <a:ea typeface="Calibri" panose="020F0502020204030204"/>
                <a:cs typeface="Calibri"/>
              </a:rPr>
              <a:t>Si el Id no existe debe retornar 404.</a:t>
            </a:r>
            <a:endParaRPr lang="en-US" dirty="0">
              <a:latin typeface="Calibri"/>
              <a:ea typeface="Calibri" panose="020F0502020204030204"/>
              <a:cs typeface="Calibri"/>
            </a:endParaRPr>
          </a:p>
          <a:p>
            <a:pPr marL="742950" lvl="1" indent="-285750" algn="just">
              <a:buFont typeface="Courier New,monospace"/>
              <a:buChar char="○"/>
            </a:pPr>
            <a:r>
              <a:rPr lang="es-CL" dirty="0">
                <a:latin typeface="Calibri"/>
                <a:ea typeface="Calibri" panose="020F0502020204030204"/>
                <a:cs typeface="Calibri"/>
              </a:rPr>
              <a:t>La respuesta debe ser </a:t>
            </a:r>
            <a:r>
              <a:rPr lang="es-CL" dirty="0" err="1">
                <a:latin typeface="Calibri"/>
                <a:ea typeface="Calibri" panose="020F0502020204030204"/>
                <a:cs typeface="Calibri"/>
              </a:rPr>
              <a:t>vacia</a:t>
            </a:r>
          </a:p>
          <a:p>
            <a:pPr marL="742950" lvl="1" indent="-285750" algn="just">
              <a:buFont typeface="Courier New,monospace"/>
              <a:buChar char="○"/>
            </a:pPr>
            <a:r>
              <a:rPr lang="es-CL" dirty="0">
                <a:latin typeface="Calibri"/>
                <a:ea typeface="Calibri" panose="020F0502020204030204"/>
                <a:cs typeface="Calibri"/>
              </a:rPr>
              <a:t>El </a:t>
            </a:r>
            <a:r>
              <a:rPr lang="es-CL" dirty="0" err="1">
                <a:latin typeface="Calibri"/>
                <a:ea typeface="Calibri" panose="020F0502020204030204"/>
                <a:cs typeface="Calibri"/>
              </a:rPr>
              <a:t>codigo</a:t>
            </a:r>
            <a:r>
              <a:rPr lang="es-CL" dirty="0">
                <a:latin typeface="Calibri"/>
                <a:ea typeface="Calibri" panose="020F0502020204030204"/>
                <a:cs typeface="Calibri"/>
              </a:rPr>
              <a:t> de respuesta debe ser 204.</a:t>
            </a:r>
            <a:endParaRPr lang="en-US" dirty="0">
              <a:latin typeface="Calibri"/>
              <a:ea typeface="Calibri" panose="020F0502020204030204"/>
              <a:cs typeface="Calibri"/>
            </a:endParaRPr>
          </a:p>
          <a:p>
            <a:pPr algn="just">
              <a:buFont typeface="Symbol"/>
              <a:buChar char="•"/>
            </a:pPr>
            <a:endParaRPr lang="es-CL" dirty="0">
              <a:latin typeface="Calibri"/>
              <a:ea typeface="Calibri" panose="020F0502020204030204"/>
              <a:cs typeface="Arial"/>
            </a:endParaRPr>
          </a:p>
        </p:txBody>
      </p:sp>
    </p:spTree>
    <p:extLst>
      <p:ext uri="{BB962C8B-B14F-4D97-AF65-F5344CB8AC3E}">
        <p14:creationId xmlns:p14="http://schemas.microsoft.com/office/powerpoint/2010/main" val="3849140702"/>
      </p:ext>
    </p:extLst>
  </p:cSld>
  <p:clrMapOvr>
    <a:masterClrMapping/>
  </p:clrMapOvr>
</p:sld>
</file>

<file path=ppt/theme/theme1.xml><?xml version="1.0" encoding="utf-8"?>
<a:theme xmlns:a="http://schemas.openxmlformats.org/drawingml/2006/main" name="Plantilla Institucional CIISA">
  <a:themeElements>
    <a:clrScheme name="Retrospección">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Plantilla_Institucional-2021" id="{D6758B44-4591-4742-9426-1DF69164099C}" vid="{2BD42133-B291-4B97-8F0A-E5C885E715A2}"/>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9CD8E051C034CD4AB7AA71D698AE8B30" ma:contentTypeVersion="14" ma:contentTypeDescription="Crear nuevo documento." ma:contentTypeScope="" ma:versionID="ba84be2a6c96e4e44c55bd7316411ed7">
  <xsd:schema xmlns:xsd="http://www.w3.org/2001/XMLSchema" xmlns:xs="http://www.w3.org/2001/XMLSchema" xmlns:p="http://schemas.microsoft.com/office/2006/metadata/properties" xmlns:ns2="bda1ad10-d4bb-41ec-a603-c5fb97d92d9b" xmlns:ns3="a78bb83c-f79f-4baf-ae30-fdf209467eca" targetNamespace="http://schemas.microsoft.com/office/2006/metadata/properties" ma:root="true" ma:fieldsID="41ef44b21c7357b5eadf57dcc10076a1" ns2:_="" ns3:_="">
    <xsd:import namespace="bda1ad10-d4bb-41ec-a603-c5fb97d92d9b"/>
    <xsd:import namespace="a78bb83c-f79f-4baf-ae30-fdf209467eca"/>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a1ad10-d4bb-41ec-a603-c5fb97d92d9b"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TaxCatchAll" ma:index="14" nillable="true" ma:displayName="Taxonomy Catch All Column" ma:hidden="true" ma:list="{d06eb44f-0cc1-4f80-a712-3bf3176deb3c}" ma:internalName="TaxCatchAll" ma:showField="CatchAllData" ma:web="bda1ad10-d4bb-41ec-a603-c5fb97d92d9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a78bb83c-f79f-4baf-ae30-fdf209467eca"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5d370a8b-1d73-4c2e-b75a-e5292e92d2ad"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bda1ad10-d4bb-41ec-a603-c5fb97d92d9b" xsi:nil="true"/>
    <lcf76f155ced4ddcb4097134ff3c332f xmlns="a78bb83c-f79f-4baf-ae30-fdf209467eca">
      <Terms xmlns="http://schemas.microsoft.com/office/infopath/2007/PartnerControls"/>
    </lcf76f155ced4ddcb4097134ff3c332f>
    <SharedWithUsers xmlns="bda1ad10-d4bb-41ec-a603-c5fb97d92d9b">
      <UserInfo>
        <DisplayName/>
        <AccountId xsi:nil="true"/>
        <AccountType/>
      </UserInfo>
    </SharedWithUsers>
    <MediaLengthInSeconds xmlns="a78bb83c-f79f-4baf-ae30-fdf209467eca"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661082E-0D03-494C-9BAA-97B6381D5E43}">
  <ds:schemaRefs>
    <ds:schemaRef ds:uri="a78bb83c-f79f-4baf-ae30-fdf209467eca"/>
    <ds:schemaRef ds:uri="bda1ad10-d4bb-41ec-a603-c5fb97d92d9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0D21582-FC00-409E-B0FE-B85F4A2AD932}">
  <ds:schemaRefs>
    <ds:schemaRef ds:uri="a78bb83c-f79f-4baf-ae30-fdf209467eca"/>
    <ds:schemaRef ds:uri="bda1ad10-d4bb-41ec-a603-c5fb97d92d9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87F4E0E8-DCD7-4FED-941D-0AB556AD80F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Plantilla_Institucional-2021_A</Template>
  <TotalTime>1</TotalTime>
  <Words>1278</Words>
  <Application>Microsoft Office PowerPoint</Application>
  <PresentationFormat>Panorámica</PresentationFormat>
  <Paragraphs>69</Paragraphs>
  <Slides>11</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11</vt:i4>
      </vt:variant>
    </vt:vector>
  </HeadingPairs>
  <TitlesOfParts>
    <vt:vector size="19" baseType="lpstr">
      <vt:lpstr>Arial</vt:lpstr>
      <vt:lpstr>Calibri</vt:lpstr>
      <vt:lpstr>Courier New</vt:lpstr>
      <vt:lpstr>Courier New,monospace</vt:lpstr>
      <vt:lpstr>Gotham</vt:lpstr>
      <vt:lpstr>Symbol</vt:lpstr>
      <vt:lpstr>Symbol,Sans-Serif</vt:lpstr>
      <vt:lpstr>Plantilla Institucional CIISA</vt:lpstr>
      <vt:lpstr>Implementa operaciones CRUD (Crear, Leer, Actualizar y Eliminar) para interactuar con la base de datos </vt:lpstr>
      <vt:lpstr>ÍNDICE</vt:lpstr>
      <vt:lpstr>Resumen unidad</vt:lpstr>
      <vt:lpstr>Fase de retroalimentación</vt:lpstr>
      <vt:lpstr>Apunte activador de aprendizaje</vt:lpstr>
      <vt:lpstr>Apunte activador de aprendizaje</vt:lpstr>
      <vt:lpstr>Foro crítico reflexivo</vt:lpstr>
      <vt:lpstr>Foro crítico reflexivo</vt:lpstr>
      <vt:lpstr>Taller colaborativo</vt:lpstr>
      <vt:lpstr>Desarrollo del mini caso/problema</vt:lpstr>
      <vt:lpstr>Desarrollo del mini caso/problema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Lorem ipsum</dc:title>
  <dc:creator>César Díaz</dc:creator>
  <cp:lastModifiedBy>Alejandra Bravo Garcia</cp:lastModifiedBy>
  <cp:revision>162</cp:revision>
  <dcterms:created xsi:type="dcterms:W3CDTF">2023-07-19T16:06:31Z</dcterms:created>
  <dcterms:modified xsi:type="dcterms:W3CDTF">2025-09-14T23:23:15Z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0x0101009CD8E051C034CD4AB7AA71D698AE8B30</vt:lpwstr>
  </property>
  <property fmtid="{D5CDD505-2E9C-101B-9397-08002B2CF9AE}" pid="3" name="MediaServiceImageTags">
    <vt:lpwstr/>
  </property>
  <property fmtid="{D5CDD505-2E9C-101B-9397-08002B2CF9AE}" pid="4" name="Order">
    <vt:r8>217300</vt:r8>
  </property>
  <property fmtid="{D5CDD505-2E9C-101B-9397-08002B2CF9AE}" pid="5" name="ComplianceAssetId">
    <vt:lpwstr/>
  </property>
  <property fmtid="{D5CDD505-2E9C-101B-9397-08002B2CF9AE}" pid="6" name="_ExtendedDescription">
    <vt:lpwstr/>
  </property>
  <property fmtid="{D5CDD505-2E9C-101B-9397-08002B2CF9AE}" pid="7" name="TriggerFlowInfo">
    <vt:lpwstr/>
  </property>
</Properties>
</file>