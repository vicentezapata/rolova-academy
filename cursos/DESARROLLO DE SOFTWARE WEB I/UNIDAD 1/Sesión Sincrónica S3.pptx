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076137705" r:id="rId5"/>
    <p:sldId id="2076137706" r:id="rId6"/>
    <p:sldId id="2076137712" r:id="rId7"/>
    <p:sldId id="2076137708" r:id="rId8"/>
    <p:sldId id="2076137715" r:id="rId9"/>
    <p:sldId id="2076137722" r:id="rId10"/>
    <p:sldId id="2076137719" r:id="rId11"/>
    <p:sldId id="2076137707" r:id="rId12"/>
    <p:sldId id="2076137704" r:id="rId13"/>
    <p:sldId id="2076137723" r:id="rId14"/>
    <p:sldId id="207613772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4DFE0A-DF80-3E30-C204-25B1D5565698}" name="Alejandra Bravo Garcia" initials="AG" userId="S::alejandra.bravo@ipss.cl::4cf5125d-f567-4a98-9bb5-4ea9ae908f01" providerId="AD"/>
  <p188:author id="{DFC5AA2A-7322-24C3-9B68-AD7395C41981}" name="Alejandra Bravo Garcia" initials="AG" userId="S::abravo@ciisa.cl::4cf5125d-f567-4a98-9bb5-4ea9ae908f01" providerId="AD"/>
  <p188:author id="{56A303EC-24C9-A366-E7A3-68AFB5B8C733}" name="Lorena Massone Bresler" initials="LM" userId="S::lmassone@ciisa.cl::02953e08-4597-4d31-a081-9f68326755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B61"/>
    <a:srgbClr val="496073"/>
    <a:srgbClr val="00263E"/>
    <a:srgbClr val="798998"/>
    <a:srgbClr val="3C3C3B"/>
    <a:srgbClr val="C7AC7A"/>
    <a:srgbClr val="102B42"/>
    <a:srgbClr val="13A438"/>
    <a:srgbClr val="671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Bravo Garcia" userId="S::alejandra.bravo@ipss.cl::4cf5125d-f567-4a98-9bb5-4ea9ae908f01" providerId="AD" clId="Web-{CAAEB48F-0F8F-3925-E3B5-323918FCE29A}"/>
    <pc:docChg chg="mod modSld">
      <pc:chgData name="Alejandra Bravo Garcia" userId="S::alejandra.bravo@ipss.cl::4cf5125d-f567-4a98-9bb5-4ea9ae908f01" providerId="AD" clId="Web-{CAAEB48F-0F8F-3925-E3B5-323918FCE29A}" dt="2024-05-27T22:21:28.098" v="2"/>
      <pc:docMkLst>
        <pc:docMk/>
      </pc:docMkLst>
      <pc:sldChg chg="modSp addCm">
        <pc:chgData name="Alejandra Bravo Garcia" userId="S::alejandra.bravo@ipss.cl::4cf5125d-f567-4a98-9bb5-4ea9ae908f01" providerId="AD" clId="Web-{CAAEB48F-0F8F-3925-E3B5-323918FCE29A}" dt="2024-05-27T22:21:28.098" v="2"/>
        <pc:sldMkLst>
          <pc:docMk/>
          <pc:sldMk cId="2456185182" sldId="207613771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lejandra.bravo@ipss.cl::4cf5125d-f567-4a98-9bb5-4ea9ae908f01" providerId="AD" clId="Web-{CAAEB48F-0F8F-3925-E3B5-323918FCE29A}" dt="2024-05-27T22:21:28.098" v="2"/>
              <pc2:cmMkLst xmlns:pc2="http://schemas.microsoft.com/office/powerpoint/2019/9/main/command">
                <pc:docMk/>
                <pc:sldMk cId="2456185182" sldId="2076137716"/>
                <pc2:cmMk id="{3A15BF6B-262F-46D6-8AE3-7D4E762751AC}"/>
              </pc2:cmMkLst>
            </pc226:cmChg>
          </p:ext>
        </pc:extLst>
      </pc:sldChg>
    </pc:docChg>
  </pc:docChgLst>
  <pc:docChgLst>
    <pc:chgData name="Alejandra Bravo Garcia" userId="S::alejandra.bravo@ipss.cl::4cf5125d-f567-4a98-9bb5-4ea9ae908f01" providerId="AD" clId="Web-{C1F2BCD3-5045-4B30-0678-35002398A826}"/>
    <pc:docChg chg="modSld">
      <pc:chgData name="Alejandra Bravo Garcia" userId="S::alejandra.bravo@ipss.cl::4cf5125d-f567-4a98-9bb5-4ea9ae908f01" providerId="AD" clId="Web-{C1F2BCD3-5045-4B30-0678-35002398A826}" dt="2024-07-08T03:23:06.737" v="31" actId="20577"/>
      <pc:docMkLst>
        <pc:docMk/>
      </pc:docMkLst>
      <pc:sldChg chg="modSp">
        <pc:chgData name="Alejandra Bravo Garcia" userId="S::alejandra.bravo@ipss.cl::4cf5125d-f567-4a98-9bb5-4ea9ae908f01" providerId="AD" clId="Web-{C1F2BCD3-5045-4B30-0678-35002398A826}" dt="2024-07-08T03:19:33.603" v="20" actId="20577"/>
        <pc:sldMkLst>
          <pc:docMk/>
          <pc:sldMk cId="1943926825" sldId="2076137704"/>
        </pc:sldMkLst>
      </pc:sldChg>
      <pc:sldChg chg="modSp">
        <pc:chgData name="Alejandra Bravo Garcia" userId="S::alejandra.bravo@ipss.cl::4cf5125d-f567-4a98-9bb5-4ea9ae908f01" providerId="AD" clId="Web-{C1F2BCD3-5045-4B30-0678-35002398A826}" dt="2024-07-08T03:18:26.787" v="1" actId="1076"/>
        <pc:sldMkLst>
          <pc:docMk/>
          <pc:sldMk cId="3167001994" sldId="2076137705"/>
        </pc:sldMkLst>
      </pc:sldChg>
      <pc:sldChg chg="modSp delCm">
        <pc:chgData name="Alejandra Bravo Garcia" userId="S::alejandra.bravo@ipss.cl::4cf5125d-f567-4a98-9bb5-4ea9ae908f01" providerId="AD" clId="Web-{C1F2BCD3-5045-4B30-0678-35002398A826}" dt="2024-07-08T03:18:55.539" v="9" actId="20577"/>
        <pc:sldMkLst>
          <pc:docMk/>
          <pc:sldMk cId="2328334949" sldId="207613770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8:41.366" v="3"/>
              <pc2:cmMkLst xmlns:pc2="http://schemas.microsoft.com/office/powerpoint/2019/9/main/command">
                <pc:docMk/>
                <pc:sldMk cId="2328334949" sldId="2076137706"/>
                <pc2:cmMk id="{DDDD2A36-9F9D-46B0-9740-ACE2DA0449C6}"/>
              </pc2:cmMkLst>
            </pc226:cmChg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8:41.366" v="4"/>
              <pc2:cmMkLst xmlns:pc2="http://schemas.microsoft.com/office/powerpoint/2019/9/main/command">
                <pc:docMk/>
                <pc:sldMk cId="2328334949" sldId="2076137706"/>
                <pc2:cmMk id="{84263B4C-CCB3-41C4-AE97-EC1638A00CC0}"/>
              </pc2:cmMkLst>
            </pc226:cmChg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8:41.366" v="2"/>
              <pc2:cmMkLst xmlns:pc2="http://schemas.microsoft.com/office/powerpoint/2019/9/main/command">
                <pc:docMk/>
                <pc:sldMk cId="2328334949" sldId="2076137706"/>
                <pc2:cmMk id="{5303A491-74C7-47BF-9DB8-8062F8CB364B}"/>
              </pc2:cmMkLst>
            </pc226:cmChg>
          </p:ext>
        </pc:extLst>
      </pc:sldChg>
      <pc:sldChg chg="delCm">
        <pc:chgData name="Alejandra Bravo Garcia" userId="S::alejandra.bravo@ipss.cl::4cf5125d-f567-4a98-9bb5-4ea9ae908f01" providerId="AD" clId="Web-{C1F2BCD3-5045-4B30-0678-35002398A826}" dt="2024-07-08T03:19:11.024" v="14"/>
        <pc:sldMkLst>
          <pc:docMk/>
          <pc:sldMk cId="3736436638" sldId="20761377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9:11.024" v="14"/>
              <pc2:cmMkLst xmlns:pc2="http://schemas.microsoft.com/office/powerpoint/2019/9/main/command">
                <pc:docMk/>
                <pc:sldMk cId="3736436638" sldId="2076137707"/>
                <pc2:cmMk id="{326E5C59-F1E7-4AFE-B099-07E8A2F25533}"/>
              </pc2:cmMkLst>
            </pc226:cmChg>
          </p:ext>
        </pc:extLst>
      </pc:sldChg>
      <pc:sldChg chg="delCm">
        <pc:chgData name="Alejandra Bravo Garcia" userId="S::alejandra.bravo@ipss.cl::4cf5125d-f567-4a98-9bb5-4ea9ae908f01" providerId="AD" clId="Web-{C1F2BCD3-5045-4B30-0678-35002398A826}" dt="2024-07-08T03:19:11.024" v="17"/>
        <pc:sldMkLst>
          <pc:docMk/>
          <pc:sldMk cId="3631252662" sldId="20761377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9:11.024" v="17"/>
              <pc2:cmMkLst xmlns:pc2="http://schemas.microsoft.com/office/powerpoint/2019/9/main/command">
                <pc:docMk/>
                <pc:sldMk cId="3631252662" sldId="2076137712"/>
                <pc2:cmMk id="{D7D08D38-9E41-4BBB-B023-2528C2B3ECD2}"/>
              </pc2:cmMkLst>
            </pc226:cmChg>
          </p:ext>
        </pc:extLst>
      </pc:sldChg>
      <pc:sldChg chg="delCm">
        <pc:chgData name="Alejandra Bravo Garcia" userId="S::alejandra.bravo@ipss.cl::4cf5125d-f567-4a98-9bb5-4ea9ae908f01" providerId="AD" clId="Web-{C1F2BCD3-5045-4B30-0678-35002398A826}" dt="2024-07-08T03:19:11.024" v="11"/>
        <pc:sldMkLst>
          <pc:docMk/>
          <pc:sldMk cId="3308352145" sldId="20761377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9:11.024" v="11"/>
              <pc2:cmMkLst xmlns:pc2="http://schemas.microsoft.com/office/powerpoint/2019/9/main/command">
                <pc:docMk/>
                <pc:sldMk cId="3308352145" sldId="2076137715"/>
                <pc2:cmMk id="{4BAB6D04-41AC-4F9A-B947-8BFC2771B8C9}"/>
              </pc2:cmMkLst>
            </pc226:cmChg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9:11.024" v="10"/>
              <pc2:cmMkLst xmlns:pc2="http://schemas.microsoft.com/office/powerpoint/2019/9/main/command">
                <pc:docMk/>
                <pc:sldMk cId="3308352145" sldId="2076137715"/>
                <pc2:cmMk id="{E22FC1A5-F160-4DFB-B400-E8CBE696AF51}"/>
              </pc2:cmMkLst>
            </pc226:cmChg>
          </p:ext>
        </pc:extLst>
      </pc:sldChg>
      <pc:sldChg chg="addSp modSp delCm">
        <pc:chgData name="Alejandra Bravo Garcia" userId="S::alejandra.bravo@ipss.cl::4cf5125d-f567-4a98-9bb5-4ea9ae908f01" providerId="AD" clId="Web-{C1F2BCD3-5045-4B30-0678-35002398A826}" dt="2024-07-08T03:23:06.737" v="31" actId="20577"/>
        <pc:sldMkLst>
          <pc:docMk/>
          <pc:sldMk cId="2456185182" sldId="207613771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9:11.024" v="15"/>
              <pc2:cmMkLst xmlns:pc2="http://schemas.microsoft.com/office/powerpoint/2019/9/main/command">
                <pc:docMk/>
                <pc:sldMk cId="2456185182" sldId="2076137716"/>
                <pc2:cmMk id="{C247FA65-3057-44A9-BB5E-266EC7A71879}"/>
              </pc2:cmMkLst>
            </pc226:cmChg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9:11.024" v="16"/>
              <pc2:cmMkLst xmlns:pc2="http://schemas.microsoft.com/office/powerpoint/2019/9/main/command">
                <pc:docMk/>
                <pc:sldMk cId="2456185182" sldId="2076137716"/>
                <pc2:cmMk id="{3A15BF6B-262F-46D6-8AE3-7D4E762751AC}"/>
              </pc2:cmMkLst>
            </pc226:cmChg>
          </p:ext>
        </pc:extLst>
      </pc:sldChg>
      <pc:sldChg chg="delCm">
        <pc:chgData name="Alejandra Bravo Garcia" userId="S::alejandra.bravo@ipss.cl::4cf5125d-f567-4a98-9bb5-4ea9ae908f01" providerId="AD" clId="Web-{C1F2BCD3-5045-4B30-0678-35002398A826}" dt="2024-07-08T03:19:11.024" v="13"/>
        <pc:sldMkLst>
          <pc:docMk/>
          <pc:sldMk cId="2869556707" sldId="207613771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9:11.024" v="13"/>
              <pc2:cmMkLst xmlns:pc2="http://schemas.microsoft.com/office/powerpoint/2019/9/main/command">
                <pc:docMk/>
                <pc:sldMk cId="2869556707" sldId="2076137719"/>
                <pc2:cmMk id="{12DF777B-AE67-4416-93D4-91A88AC0D256}"/>
              </pc2:cmMkLst>
            </pc226:cmChg>
          </p:ext>
        </pc:extLst>
      </pc:sldChg>
      <pc:sldChg chg="delCm">
        <pc:chgData name="Alejandra Bravo Garcia" userId="S::alejandra.bravo@ipss.cl::4cf5125d-f567-4a98-9bb5-4ea9ae908f01" providerId="AD" clId="Web-{C1F2BCD3-5045-4B30-0678-35002398A826}" dt="2024-07-08T03:19:11.024" v="12"/>
        <pc:sldMkLst>
          <pc:docMk/>
          <pc:sldMk cId="2528609949" sldId="20761377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C1F2BCD3-5045-4B30-0678-35002398A826}" dt="2024-07-08T03:19:11.024" v="12"/>
              <pc2:cmMkLst xmlns:pc2="http://schemas.microsoft.com/office/powerpoint/2019/9/main/command">
                <pc:docMk/>
                <pc:sldMk cId="2528609949" sldId="2076137722"/>
                <pc2:cmMk id="{1EC4E017-2946-4D6E-B319-8F26406CCB3A}"/>
              </pc2:cmMkLst>
            </pc226:cmChg>
          </p:ext>
        </pc:extLst>
      </pc:sldChg>
    </pc:docChg>
  </pc:docChgLst>
  <pc:docChgLst>
    <pc:chgData name="Alejandra Bravo Garcia" userId="S::abravo@ciisa.cl::4cf5125d-f567-4a98-9bb5-4ea9ae908f01" providerId="AD" clId="Web-{7BA15F0B-029B-E7C7-F931-CF0999763482}"/>
    <pc:docChg chg="mod addSld modSld">
      <pc:chgData name="Alejandra Bravo Garcia" userId="S::abravo@ciisa.cl::4cf5125d-f567-4a98-9bb5-4ea9ae908f01" providerId="AD" clId="Web-{7BA15F0B-029B-E7C7-F931-CF0999763482}" dt="2023-09-12T03:31:41.921" v="155" actId="20577"/>
      <pc:docMkLst>
        <pc:docMk/>
      </pc:docMkLst>
      <pc:sldChg chg="addCm">
        <pc:chgData name="Alejandra Bravo Garcia" userId="S::abravo@ciisa.cl::4cf5125d-f567-4a98-9bb5-4ea9ae908f01" providerId="AD" clId="Web-{7BA15F0B-029B-E7C7-F931-CF0999763482}" dt="2023-09-12T03:28:52.463" v="136"/>
        <pc:sldMkLst>
          <pc:docMk/>
          <pc:sldMk cId="1136515697" sldId="207613770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8:52.463" v="136"/>
              <pc2:cmMkLst xmlns:pc2="http://schemas.microsoft.com/office/powerpoint/2019/9/main/command">
                <pc:docMk/>
                <pc:sldMk cId="1136515697" sldId="2076137702"/>
                <pc2:cmMk id="{E30EEDB4-A314-47FD-8D64-D776ED46A02F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6:05.270" v="133"/>
        <pc:sldMkLst>
          <pc:docMk/>
          <pc:sldMk cId="868812523" sldId="207613770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6:05.270" v="133"/>
              <pc2:cmMkLst xmlns:pc2="http://schemas.microsoft.com/office/powerpoint/2019/9/main/command">
                <pc:docMk/>
                <pc:sldMk cId="868812523" sldId="2076137703"/>
                <pc2:cmMk id="{1EA8D883-5044-4AAA-BBAD-F5A58475186B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9:58.371" v="138"/>
        <pc:sldMkLst>
          <pc:docMk/>
          <pc:sldMk cId="1943926825" sldId="20761377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9:58.371" v="138"/>
              <pc2:cmMkLst xmlns:pc2="http://schemas.microsoft.com/office/powerpoint/2019/9/main/command">
                <pc:docMk/>
                <pc:sldMk cId="1943926825" sldId="2076137704"/>
                <pc2:cmMk id="{EA16C70D-1923-4304-A5D8-45ADC65883D6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4:24.908" v="130"/>
        <pc:sldMkLst>
          <pc:docMk/>
          <pc:sldMk cId="3167001994" sldId="20761377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4:12.908" v="129"/>
              <pc2:cmMkLst xmlns:pc2="http://schemas.microsoft.com/office/powerpoint/2019/9/main/command">
                <pc:docMk/>
                <pc:sldMk cId="3167001994" sldId="2076137705"/>
                <pc2:cmMk id="{FDA31033-C313-481E-B661-B5FAF3DCBAFF}"/>
              </pc2:cmMkLst>
            </pc226:cmChg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4:24.908" v="130"/>
              <pc2:cmMkLst xmlns:pc2="http://schemas.microsoft.com/office/powerpoint/2019/9/main/command">
                <pc:docMk/>
                <pc:sldMk cId="3167001994" sldId="2076137705"/>
                <pc2:cmMk id="{6ACC9BD5-3395-4EED-95E2-0F111C252A4D}"/>
              </pc2:cmMkLst>
            </pc226:cmChg>
          </p:ext>
        </pc:extLst>
      </pc:sldChg>
      <pc:sldChg chg="modSp addCm">
        <pc:chgData name="Alejandra Bravo Garcia" userId="S::abravo@ciisa.cl::4cf5125d-f567-4a98-9bb5-4ea9ae908f01" providerId="AD" clId="Web-{7BA15F0B-029B-E7C7-F931-CF0999763482}" dt="2023-09-12T03:24:54.581" v="131"/>
        <pc:sldMkLst>
          <pc:docMk/>
          <pc:sldMk cId="2328334949" sldId="207613770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4:54.581" v="131"/>
              <pc2:cmMkLst xmlns:pc2="http://schemas.microsoft.com/office/powerpoint/2019/9/main/command">
                <pc:docMk/>
                <pc:sldMk cId="2328334949" sldId="2076137706"/>
                <pc2:cmMk id="{389693A5-11B2-4C14-A119-775D20B2A22B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6:16.771" v="134"/>
        <pc:sldMkLst>
          <pc:docMk/>
          <pc:sldMk cId="3736436638" sldId="20761377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6:16.771" v="134"/>
              <pc2:cmMkLst xmlns:pc2="http://schemas.microsoft.com/office/powerpoint/2019/9/main/command">
                <pc:docMk/>
                <pc:sldMk cId="3736436638" sldId="2076137707"/>
                <pc2:cmMk id="{07EF16F2-FDF7-459F-8065-373D6580A19D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9:35.370" v="137"/>
        <pc:sldMkLst>
          <pc:docMk/>
          <pc:sldMk cId="829328944" sldId="207613770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9:35.370" v="137"/>
              <pc2:cmMkLst xmlns:pc2="http://schemas.microsoft.com/office/powerpoint/2019/9/main/command">
                <pc:docMk/>
                <pc:sldMk cId="829328944" sldId="2076137708"/>
                <pc2:cmMk id="{D267BE4A-61DE-40D3-A24C-59F6D7967C8C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8:28.478" v="135"/>
        <pc:sldMkLst>
          <pc:docMk/>
          <pc:sldMk cId="3631252662" sldId="20761377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8:28.478" v="135"/>
              <pc2:cmMkLst xmlns:pc2="http://schemas.microsoft.com/office/powerpoint/2019/9/main/command">
                <pc:docMk/>
                <pc:sldMk cId="3631252662" sldId="2076137712"/>
                <pc2:cmMk id="{0D333014-9AC8-4346-BB09-9D720E4A3858}"/>
              </pc2:cmMkLst>
            </pc226:cmChg>
          </p:ext>
        </pc:extLst>
      </pc:sldChg>
      <pc:sldChg chg="modSp add replId addCm">
        <pc:chgData name="Alejandra Bravo Garcia" userId="S::abravo@ciisa.cl::4cf5125d-f567-4a98-9bb5-4ea9ae908f01" providerId="AD" clId="Web-{7BA15F0B-029B-E7C7-F931-CF0999763482}" dt="2023-09-12T03:25:38.613" v="132"/>
        <pc:sldMkLst>
          <pc:docMk/>
          <pc:sldMk cId="2546042947" sldId="207613771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5:38.613" v="132"/>
              <pc2:cmMkLst xmlns:pc2="http://schemas.microsoft.com/office/powerpoint/2019/9/main/command">
                <pc:docMk/>
                <pc:sldMk cId="2546042947" sldId="2076137717"/>
                <pc2:cmMk id="{C1737562-6C8A-463E-B045-4829F6317B19}"/>
              </pc2:cmMkLst>
            </pc226:cmChg>
          </p:ext>
        </pc:extLst>
      </pc:sldChg>
      <pc:sldChg chg="addSp delSp modSp add replId addCm">
        <pc:chgData name="Alejandra Bravo Garcia" userId="S::abravo@ciisa.cl::4cf5125d-f567-4a98-9bb5-4ea9ae908f01" providerId="AD" clId="Web-{7BA15F0B-029B-E7C7-F931-CF0999763482}" dt="2023-09-12T03:31:41.921" v="155" actId="20577"/>
        <pc:sldMkLst>
          <pc:docMk/>
          <pc:sldMk cId="729372892" sldId="207613771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31:39.765" v="154"/>
              <pc2:cmMkLst xmlns:pc2="http://schemas.microsoft.com/office/powerpoint/2019/9/main/command">
                <pc:docMk/>
                <pc:sldMk cId="729372892" sldId="2076137718"/>
                <pc2:cmMk id="{A4CF5ACE-D39B-432C-8A7B-88D220DC3AF0}"/>
              </pc2:cmMkLst>
            </pc226:cmChg>
          </p:ext>
        </pc:extLst>
      </pc:sldChg>
    </pc:docChg>
  </pc:docChgLst>
  <pc:docChgLst>
    <pc:chgData name="Lorena Massone Bresler" userId="02953e08-4597-4d31-a081-9f68326755d8" providerId="ADAL" clId="{A5D962E8-BEDE-481D-ADF9-17E94C5054E7}"/>
    <pc:docChg chg="custSel addSld delSld modSld sldOrd">
      <pc:chgData name="Lorena Massone Bresler" userId="02953e08-4597-4d31-a081-9f68326755d8" providerId="ADAL" clId="{A5D962E8-BEDE-481D-ADF9-17E94C5054E7}" dt="2024-01-23T18:42:58.485" v="1450" actId="478"/>
      <pc:docMkLst>
        <pc:docMk/>
      </pc:docMkLst>
      <pc:sldChg chg="del">
        <pc:chgData name="Lorena Massone Bresler" userId="02953e08-4597-4d31-a081-9f68326755d8" providerId="ADAL" clId="{A5D962E8-BEDE-481D-ADF9-17E94C5054E7}" dt="2024-01-23T18:42:27.353" v="1441" actId="47"/>
        <pc:sldMkLst>
          <pc:docMk/>
          <pc:sldMk cId="242947854" sldId="2076137701"/>
        </pc:sldMkLst>
      </pc:sldChg>
      <pc:sldChg chg="addSp delSp modSp del mod modCm">
        <pc:chgData name="Lorena Massone Bresler" userId="02953e08-4597-4d31-a081-9f68326755d8" providerId="ADAL" clId="{A5D962E8-BEDE-481D-ADF9-17E94C5054E7}" dt="2024-01-23T17:59:36.052" v="786" actId="47"/>
        <pc:sldMkLst>
          <pc:docMk/>
          <pc:sldMk cId="1136515697" sldId="207613770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orena Massone Bresler" userId="02953e08-4597-4d31-a081-9f68326755d8" providerId="ADAL" clId="{A5D962E8-BEDE-481D-ADF9-17E94C5054E7}" dt="2024-01-23T17:59:06.151" v="784" actId="2056"/>
              <pc2:cmMkLst xmlns:pc2="http://schemas.microsoft.com/office/powerpoint/2019/9/main/command">
                <pc:docMk/>
                <pc:sldMk cId="1136515697" sldId="2076137702"/>
                <pc2:cmMk id="{E30EEDB4-A314-47FD-8D64-D776ED46A02F}"/>
              </pc2:cmMkLst>
            </pc226:cmChg>
          </p:ext>
        </pc:extLst>
      </pc:sldChg>
      <pc:sldChg chg="modSp del mod ord modCm">
        <pc:chgData name="Lorena Massone Bresler" userId="02953e08-4597-4d31-a081-9f68326755d8" providerId="ADAL" clId="{A5D962E8-BEDE-481D-ADF9-17E94C5054E7}" dt="2024-01-23T18:02:26.489" v="787" actId="47"/>
        <pc:sldMkLst>
          <pc:docMk/>
          <pc:sldMk cId="868812523" sldId="207613770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orena Massone Bresler" userId="02953e08-4597-4d31-a081-9f68326755d8" providerId="ADAL" clId="{A5D962E8-BEDE-481D-ADF9-17E94C5054E7}" dt="2024-01-23T17:44:09.436" v="237" actId="20577"/>
              <pc2:cmMkLst xmlns:pc2="http://schemas.microsoft.com/office/powerpoint/2019/9/main/command">
                <pc:docMk/>
                <pc:sldMk cId="868812523" sldId="2076137703"/>
                <pc2:cmMk id="{1EA8D883-5044-4AAA-BBAD-F5A58475186B}"/>
              </pc2:cmMkLst>
            </pc226:cmChg>
          </p:ext>
        </pc:extLst>
      </pc:sldChg>
      <pc:sldChg chg="addSp delSp modSp mod ord delCm modCm">
        <pc:chgData name="Lorena Massone Bresler" userId="02953e08-4597-4d31-a081-9f68326755d8" providerId="ADAL" clId="{A5D962E8-BEDE-481D-ADF9-17E94C5054E7}" dt="2024-01-23T18:33:46.920" v="948" actId="20577"/>
        <pc:sldMkLst>
          <pc:docMk/>
          <pc:sldMk cId="1943926825" sldId="20761377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Lorena Massone Bresler" userId="02953e08-4597-4d31-a081-9f68326755d8" providerId="ADAL" clId="{A5D962E8-BEDE-481D-ADF9-17E94C5054E7}" dt="2024-01-23T18:08:02.049" v="854"/>
              <pc2:cmMkLst xmlns:pc2="http://schemas.microsoft.com/office/powerpoint/2019/9/main/command">
                <pc:docMk/>
                <pc:sldMk cId="1943926825" sldId="2076137704"/>
                <pc2:cmMk id="{EA16C70D-1923-4304-A5D8-45ADC65883D6}"/>
              </pc2:cmMkLst>
            </pc226:cmChg>
          </p:ext>
        </pc:extLst>
      </pc:sldChg>
      <pc:sldChg chg="modSp mod">
        <pc:chgData name="Lorena Massone Bresler" userId="02953e08-4597-4d31-a081-9f68326755d8" providerId="ADAL" clId="{A5D962E8-BEDE-481D-ADF9-17E94C5054E7}" dt="2024-01-23T17:47:18.246" v="333" actId="20577"/>
        <pc:sldMkLst>
          <pc:docMk/>
          <pc:sldMk cId="3167001994" sldId="2076137705"/>
        </pc:sldMkLst>
      </pc:sldChg>
      <pc:sldChg chg="modSp mod addCm delCm modCm">
        <pc:chgData name="Lorena Massone Bresler" userId="02953e08-4597-4d31-a081-9f68326755d8" providerId="ADAL" clId="{A5D962E8-BEDE-481D-ADF9-17E94C5054E7}" dt="2024-01-23T16:43:55.170" v="171" actId="6549"/>
        <pc:sldMkLst>
          <pc:docMk/>
          <pc:sldMk cId="2328334949" sldId="207613770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Lorena Massone Bresler" userId="02953e08-4597-4d31-a081-9f68326755d8" providerId="ADAL" clId="{A5D962E8-BEDE-481D-ADF9-17E94C5054E7}" dt="2024-01-23T16:43:55.170" v="171" actId="6549"/>
              <pc2:cmMkLst xmlns:pc2="http://schemas.microsoft.com/office/powerpoint/2019/9/main/command">
                <pc:docMk/>
                <pc:sldMk cId="2328334949" sldId="2076137706"/>
                <pc2:cmMk id="{DDDD2A36-9F9D-46B0-9740-ACE2DA0449C6}"/>
              </pc2:cmMkLst>
            </pc226:cmChg>
            <pc226:cmChg xmlns:pc226="http://schemas.microsoft.com/office/powerpoint/2022/06/main/command" chg="add mod">
              <pc226:chgData name="Lorena Massone Bresler" userId="02953e08-4597-4d31-a081-9f68326755d8" providerId="ADAL" clId="{A5D962E8-BEDE-481D-ADF9-17E94C5054E7}" dt="2024-01-23T16:43:55.170" v="171" actId="6549"/>
              <pc2:cmMkLst xmlns:pc2="http://schemas.microsoft.com/office/powerpoint/2019/9/main/command">
                <pc:docMk/>
                <pc:sldMk cId="2328334949" sldId="2076137706"/>
                <pc2:cmMk id="{5303A491-74C7-47BF-9DB8-8062F8CB364B}"/>
              </pc2:cmMkLst>
            </pc226:cmChg>
            <pc226:cmChg xmlns:pc226="http://schemas.microsoft.com/office/powerpoint/2022/06/main/command" chg="del">
              <pc226:chgData name="Lorena Massone Bresler" userId="02953e08-4597-4d31-a081-9f68326755d8" providerId="ADAL" clId="{A5D962E8-BEDE-481D-ADF9-17E94C5054E7}" dt="2024-01-23T16:31:38.832" v="0"/>
              <pc2:cmMkLst xmlns:pc2="http://schemas.microsoft.com/office/powerpoint/2019/9/main/command">
                <pc:docMk/>
                <pc:sldMk cId="2328334949" sldId="2076137706"/>
                <pc2:cmMk id="{389693A5-11B2-4C14-A119-775D20B2A22B}"/>
              </pc2:cmMkLst>
            </pc226:cmChg>
          </p:ext>
        </pc:extLst>
      </pc:sldChg>
      <pc:sldChg chg="modSp mod ord addCm delCm modCm">
        <pc:chgData name="Lorena Massone Bresler" userId="02953e08-4597-4d31-a081-9f68326755d8" providerId="ADAL" clId="{A5D962E8-BEDE-481D-ADF9-17E94C5054E7}" dt="2024-01-23T18:07:18.305" v="810"/>
        <pc:sldMkLst>
          <pc:docMk/>
          <pc:sldMk cId="3736436638" sldId="20761377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orena Massone Bresler" userId="02953e08-4597-4d31-a081-9f68326755d8" providerId="ADAL" clId="{A5D962E8-BEDE-481D-ADF9-17E94C5054E7}" dt="2024-01-23T18:07:18.305" v="810"/>
              <pc2:cmMkLst xmlns:pc2="http://schemas.microsoft.com/office/powerpoint/2019/9/main/command">
                <pc:docMk/>
                <pc:sldMk cId="3736436638" sldId="2076137707"/>
                <pc2:cmMk id="{326E5C59-F1E7-4AFE-B099-07E8A2F25533}"/>
              </pc2:cmMkLst>
            </pc226:cmChg>
            <pc226:cmChg xmlns:pc226="http://schemas.microsoft.com/office/powerpoint/2022/06/main/command" chg="del mod">
              <pc226:chgData name="Lorena Massone Bresler" userId="02953e08-4597-4d31-a081-9f68326755d8" providerId="ADAL" clId="{A5D962E8-BEDE-481D-ADF9-17E94C5054E7}" dt="2024-01-23T18:06:50.846" v="809"/>
              <pc2:cmMkLst xmlns:pc2="http://schemas.microsoft.com/office/powerpoint/2019/9/main/command">
                <pc:docMk/>
                <pc:sldMk cId="3736436638" sldId="2076137707"/>
                <pc2:cmMk id="{07EF16F2-FDF7-459F-8065-373D6580A19D}"/>
              </pc2:cmMkLst>
            </pc226:cmChg>
          </p:ext>
        </pc:extLst>
      </pc:sldChg>
      <pc:sldChg chg="modSp mod ord delCm modCm">
        <pc:chgData name="Lorena Massone Bresler" userId="02953e08-4597-4d31-a081-9f68326755d8" providerId="ADAL" clId="{A5D962E8-BEDE-481D-ADF9-17E94C5054E7}" dt="2024-01-23T18:30:25.763" v="938"/>
        <pc:sldMkLst>
          <pc:docMk/>
          <pc:sldMk cId="829328944" sldId="207613770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Lorena Massone Bresler" userId="02953e08-4597-4d31-a081-9f68326755d8" providerId="ADAL" clId="{A5D962E8-BEDE-481D-ADF9-17E94C5054E7}" dt="2024-01-23T18:30:25.763" v="938"/>
              <pc2:cmMkLst xmlns:pc2="http://schemas.microsoft.com/office/powerpoint/2019/9/main/command">
                <pc:docMk/>
                <pc:sldMk cId="829328944" sldId="2076137708"/>
                <pc2:cmMk id="{D267BE4A-61DE-40D3-A24C-59F6D7967C8C}"/>
              </pc2:cmMkLst>
            </pc226:cmChg>
          </p:ext>
        </pc:extLst>
      </pc:sldChg>
      <pc:sldChg chg="modSp mod ord">
        <pc:chgData name="Lorena Massone Bresler" userId="02953e08-4597-4d31-a081-9f68326755d8" providerId="ADAL" clId="{A5D962E8-BEDE-481D-ADF9-17E94C5054E7}" dt="2024-01-23T18:36:00.862" v="974" actId="20577"/>
        <pc:sldMkLst>
          <pc:docMk/>
          <pc:sldMk cId="694389719" sldId="2076137709"/>
        </pc:sldMkLst>
      </pc:sldChg>
      <pc:sldChg chg="del">
        <pc:chgData name="Lorena Massone Bresler" userId="02953e08-4597-4d31-a081-9f68326755d8" providerId="ADAL" clId="{A5D962E8-BEDE-481D-ADF9-17E94C5054E7}" dt="2024-01-23T18:42:26.133" v="1438" actId="47"/>
        <pc:sldMkLst>
          <pc:docMk/>
          <pc:sldMk cId="3734186721" sldId="2076137710"/>
        </pc:sldMkLst>
      </pc:sldChg>
      <pc:sldChg chg="del">
        <pc:chgData name="Lorena Massone Bresler" userId="02953e08-4597-4d31-a081-9f68326755d8" providerId="ADAL" clId="{A5D962E8-BEDE-481D-ADF9-17E94C5054E7}" dt="2024-01-23T18:42:27.094" v="1440" actId="47"/>
        <pc:sldMkLst>
          <pc:docMk/>
          <pc:sldMk cId="571905608" sldId="2076137711"/>
        </pc:sldMkLst>
      </pc:sldChg>
      <pc:sldChg chg="addSp delSp modSp mod ord addCm delCm modCm">
        <pc:chgData name="Lorena Massone Bresler" userId="02953e08-4597-4d31-a081-9f68326755d8" providerId="ADAL" clId="{A5D962E8-BEDE-481D-ADF9-17E94C5054E7}" dt="2024-01-23T18:35:36.672" v="960" actId="20577"/>
        <pc:sldMkLst>
          <pc:docMk/>
          <pc:sldMk cId="3631252662" sldId="20761377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Lorena Massone Bresler" userId="02953e08-4597-4d31-a081-9f68326755d8" providerId="ADAL" clId="{A5D962E8-BEDE-481D-ADF9-17E94C5054E7}" dt="2024-01-23T16:45:24.007" v="198"/>
              <pc2:cmMkLst xmlns:pc2="http://schemas.microsoft.com/office/powerpoint/2019/9/main/command">
                <pc:docMk/>
                <pc:sldMk cId="3631252662" sldId="2076137712"/>
                <pc2:cmMk id="{0D333014-9AC8-4346-BB09-9D720E4A3858}"/>
              </pc2:cmMkLst>
            </pc226:cmChg>
            <pc226:cmChg xmlns:pc226="http://schemas.microsoft.com/office/powerpoint/2022/06/main/command" chg="add">
              <pc226:chgData name="Lorena Massone Bresler" userId="02953e08-4597-4d31-a081-9f68326755d8" providerId="ADAL" clId="{A5D962E8-BEDE-481D-ADF9-17E94C5054E7}" dt="2024-01-23T16:50:15.257" v="199"/>
              <pc2:cmMkLst xmlns:pc2="http://schemas.microsoft.com/office/powerpoint/2019/9/main/command">
                <pc:docMk/>
                <pc:sldMk cId="3631252662" sldId="2076137712"/>
                <pc2:cmMk id="{D7D08D38-9E41-4BBB-B023-2528C2B3ECD2}"/>
              </pc2:cmMkLst>
            </pc226:cmChg>
          </p:ext>
        </pc:extLst>
      </pc:sldChg>
      <pc:sldChg chg="del">
        <pc:chgData name="Lorena Massone Bresler" userId="02953e08-4597-4d31-a081-9f68326755d8" providerId="ADAL" clId="{A5D962E8-BEDE-481D-ADF9-17E94C5054E7}" dt="2024-01-23T18:42:24.460" v="1437" actId="47"/>
        <pc:sldMkLst>
          <pc:docMk/>
          <pc:sldMk cId="536104298" sldId="2076137713"/>
        </pc:sldMkLst>
      </pc:sldChg>
      <pc:sldChg chg="del">
        <pc:chgData name="Lorena Massone Bresler" userId="02953e08-4597-4d31-a081-9f68326755d8" providerId="ADAL" clId="{A5D962E8-BEDE-481D-ADF9-17E94C5054E7}" dt="2024-01-23T18:42:26.653" v="1439" actId="47"/>
        <pc:sldMkLst>
          <pc:docMk/>
          <pc:sldMk cId="4073713596" sldId="2076137714"/>
        </pc:sldMkLst>
      </pc:sldChg>
      <pc:sldChg chg="addSp delSp modSp mod ord addCm modCm">
        <pc:chgData name="Lorena Massone Bresler" userId="02953e08-4597-4d31-a081-9f68326755d8" providerId="ADAL" clId="{A5D962E8-BEDE-481D-ADF9-17E94C5054E7}" dt="2024-01-23T18:05:48.300" v="790"/>
        <pc:sldMkLst>
          <pc:docMk/>
          <pc:sldMk cId="3308352145" sldId="20761377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Lorena Massone Bresler" userId="02953e08-4597-4d31-a081-9f68326755d8" providerId="ADAL" clId="{A5D962E8-BEDE-481D-ADF9-17E94C5054E7}" dt="2024-01-23T18:05:48.300" v="790"/>
              <pc2:cmMkLst xmlns:pc2="http://schemas.microsoft.com/office/powerpoint/2019/9/main/command">
                <pc:docMk/>
                <pc:sldMk cId="3308352145" sldId="2076137715"/>
                <pc2:cmMk id="{E22FC1A5-F160-4DFB-B400-E8CBE696AF51}"/>
              </pc2:cmMkLst>
            </pc226:cmChg>
          </p:ext>
        </pc:extLst>
      </pc:sldChg>
      <pc:sldChg chg="addSp delSp modSp mod addCm">
        <pc:chgData name="Lorena Massone Bresler" userId="02953e08-4597-4d31-a081-9f68326755d8" providerId="ADAL" clId="{A5D962E8-BEDE-481D-ADF9-17E94C5054E7}" dt="2024-01-23T18:42:19.800" v="1436"/>
        <pc:sldMkLst>
          <pc:docMk/>
          <pc:sldMk cId="2456185182" sldId="207613771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orena Massone Bresler" userId="02953e08-4597-4d31-a081-9f68326755d8" providerId="ADAL" clId="{A5D962E8-BEDE-481D-ADF9-17E94C5054E7}" dt="2024-01-23T18:42:19.800" v="1436"/>
              <pc2:cmMkLst xmlns:pc2="http://schemas.microsoft.com/office/powerpoint/2019/9/main/command">
                <pc:docMk/>
                <pc:sldMk cId="2456185182" sldId="2076137716"/>
                <pc2:cmMk id="{C247FA65-3057-44A9-BB5E-266EC7A71879}"/>
              </pc2:cmMkLst>
            </pc226:cmChg>
          </p:ext>
        </pc:extLst>
      </pc:sldChg>
      <pc:sldChg chg="delSp modSp del mod delCm">
        <pc:chgData name="Lorena Massone Bresler" userId="02953e08-4597-4d31-a081-9f68326755d8" providerId="ADAL" clId="{A5D962E8-BEDE-481D-ADF9-17E94C5054E7}" dt="2024-01-23T17:58:56.224" v="782" actId="47"/>
        <pc:sldMkLst>
          <pc:docMk/>
          <pc:sldMk cId="2546042947" sldId="207613771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Lorena Massone Bresler" userId="02953e08-4597-4d31-a081-9f68326755d8" providerId="ADAL" clId="{A5D962E8-BEDE-481D-ADF9-17E94C5054E7}" dt="2024-01-23T17:44:39.079" v="239"/>
              <pc2:cmMkLst xmlns:pc2="http://schemas.microsoft.com/office/powerpoint/2019/9/main/command">
                <pc:docMk/>
                <pc:sldMk cId="2546042947" sldId="2076137717"/>
                <pc2:cmMk id="{C1737562-6C8A-463E-B045-4829F6317B19}"/>
              </pc2:cmMkLst>
            </pc226:cmChg>
          </p:ext>
        </pc:extLst>
      </pc:sldChg>
      <pc:sldChg chg="del">
        <pc:chgData name="Lorena Massone Bresler" userId="02953e08-4597-4d31-a081-9f68326755d8" providerId="ADAL" clId="{A5D962E8-BEDE-481D-ADF9-17E94C5054E7}" dt="2024-01-23T18:42:28.451" v="1442" actId="47"/>
        <pc:sldMkLst>
          <pc:docMk/>
          <pc:sldMk cId="729372892" sldId="2076137718"/>
        </pc:sldMkLst>
      </pc:sldChg>
      <pc:sldChg chg="modSp add mod addCm">
        <pc:chgData name="Lorena Massone Bresler" userId="02953e08-4597-4d31-a081-9f68326755d8" providerId="ADAL" clId="{A5D962E8-BEDE-481D-ADF9-17E94C5054E7}" dt="2024-01-23T18:06:35.316" v="808" actId="20577"/>
        <pc:sldMkLst>
          <pc:docMk/>
          <pc:sldMk cId="2869556707" sldId="207613771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orena Massone Bresler" userId="02953e08-4597-4d31-a081-9f68326755d8" providerId="ADAL" clId="{A5D962E8-BEDE-481D-ADF9-17E94C5054E7}" dt="2024-01-23T18:03:59.577" v="789"/>
              <pc2:cmMkLst xmlns:pc2="http://schemas.microsoft.com/office/powerpoint/2019/9/main/command">
                <pc:docMk/>
                <pc:sldMk cId="2869556707" sldId="2076137719"/>
                <pc2:cmMk id="{12DF777B-AE67-4416-93D4-91A88AC0D256}"/>
              </pc2:cmMkLst>
            </pc226:cmChg>
          </p:ext>
        </pc:extLst>
      </pc:sldChg>
      <pc:sldChg chg="addSp delSp modSp add mod ord">
        <pc:chgData name="Lorena Massone Bresler" userId="02953e08-4597-4d31-a081-9f68326755d8" providerId="ADAL" clId="{A5D962E8-BEDE-481D-ADF9-17E94C5054E7}" dt="2024-01-23T18:42:58.485" v="1450" actId="478"/>
        <pc:sldMkLst>
          <pc:docMk/>
          <pc:sldMk cId="3604545036" sldId="2076137720"/>
        </pc:sldMkLst>
      </pc:sldChg>
    </pc:docChg>
  </pc:docChgLst>
  <pc:docChgLst>
    <pc:chgData name="Alejandra Bravo Garcia" userId="S::abravo@ciisa.cl::4cf5125d-f567-4a98-9bb5-4ea9ae908f01" providerId="AD" clId="Web-{341A84B5-8B6E-3EA9-03A3-74F6E9820380}"/>
    <pc:docChg chg="sldOrd">
      <pc:chgData name="Alejandra Bravo Garcia" userId="S::abravo@ciisa.cl::4cf5125d-f567-4a98-9bb5-4ea9ae908f01" providerId="AD" clId="Web-{341A84B5-8B6E-3EA9-03A3-74F6E9820380}" dt="2023-10-27T15:51:17.925" v="1"/>
      <pc:docMkLst>
        <pc:docMk/>
      </pc:docMkLst>
      <pc:sldChg chg="ord">
        <pc:chgData name="Alejandra Bravo Garcia" userId="S::abravo@ciisa.cl::4cf5125d-f567-4a98-9bb5-4ea9ae908f01" providerId="AD" clId="Web-{341A84B5-8B6E-3EA9-03A3-74F6E9820380}" dt="2023-10-27T15:51:17.925" v="1"/>
        <pc:sldMkLst>
          <pc:docMk/>
          <pc:sldMk cId="242947854" sldId="2076137701"/>
        </pc:sldMkLst>
      </pc:sldChg>
      <pc:sldChg chg="modCm">
        <pc:chgData name="Alejandra Bravo Garcia" userId="S::abravo@ciisa.cl::4cf5125d-f567-4a98-9bb5-4ea9ae908f01" providerId="AD" clId="Web-{341A84B5-8B6E-3EA9-03A3-74F6E9820380}" dt="2023-10-27T15:51:06.831" v="0"/>
        <pc:sldMkLst>
          <pc:docMk/>
          <pc:sldMk cId="3631252662" sldId="20761377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ejandra Bravo Garcia" userId="S::abravo@ciisa.cl::4cf5125d-f567-4a98-9bb5-4ea9ae908f01" providerId="AD" clId="Web-{341A84B5-8B6E-3EA9-03A3-74F6E9820380}" dt="2023-10-27T15:51:06.831" v="0"/>
              <pc2:cmMkLst xmlns:pc2="http://schemas.microsoft.com/office/powerpoint/2019/9/main/command">
                <pc:docMk/>
                <pc:sldMk cId="3631252662" sldId="2076137712"/>
                <pc2:cmMk id="{0D333014-9AC8-4346-BB09-9D720E4A3858}"/>
              </pc2:cmMkLst>
            </pc226:cmChg>
          </p:ext>
        </pc:extLst>
      </pc:sldChg>
    </pc:docChg>
  </pc:docChgLst>
  <pc:docChgLst>
    <pc:chgData name="César Díaz" userId="ed34fad7-0c20-4e51-b35e-19bd778b9593" providerId="ADAL" clId="{51ACDB2D-09DD-490E-A1C2-29B24CBAEA85}"/>
    <pc:docChg chg="custSel modSld modMainMaster">
      <pc:chgData name="César Díaz" userId="ed34fad7-0c20-4e51-b35e-19bd778b9593" providerId="ADAL" clId="{51ACDB2D-09DD-490E-A1C2-29B24CBAEA85}" dt="2023-08-08T17:01:27.407" v="8" actId="14100"/>
      <pc:docMkLst>
        <pc:docMk/>
      </pc:docMkLst>
      <pc:sldChg chg="addSp delSp modSp mod">
        <pc:chgData name="César Díaz" userId="ed34fad7-0c20-4e51-b35e-19bd778b9593" providerId="ADAL" clId="{51ACDB2D-09DD-490E-A1C2-29B24CBAEA85}" dt="2023-08-08T16:51:13.533" v="3" actId="21"/>
        <pc:sldMkLst>
          <pc:docMk/>
          <pc:sldMk cId="3167001994" sldId="2076137705"/>
        </pc:sldMkLst>
      </pc:sldChg>
      <pc:sldMasterChg chg="modSldLayout">
        <pc:chgData name="César Díaz" userId="ed34fad7-0c20-4e51-b35e-19bd778b9593" providerId="ADAL" clId="{51ACDB2D-09DD-490E-A1C2-29B24CBAEA85}" dt="2023-08-08T17:01:27.407" v="8" actId="14100"/>
        <pc:sldMasterMkLst>
          <pc:docMk/>
          <pc:sldMasterMk cId="2491898207" sldId="2147483660"/>
        </pc:sldMasterMkLst>
        <pc:sldLayoutChg chg="addSp delSp modSp mod">
          <pc:chgData name="César Díaz" userId="ed34fad7-0c20-4e51-b35e-19bd778b9593" providerId="ADAL" clId="{51ACDB2D-09DD-490E-A1C2-29B24CBAEA85}" dt="2023-08-08T17:01:27.407" v="8" actId="14100"/>
          <pc:sldLayoutMkLst>
            <pc:docMk/>
            <pc:sldMasterMk cId="2491898207" sldId="2147483660"/>
            <pc:sldLayoutMk cId="639590872" sldId="2147483662"/>
          </pc:sldLayoutMkLst>
        </pc:sldLayoutChg>
      </pc:sldMasterChg>
    </pc:docChg>
  </pc:docChgLst>
  <pc:docChgLst>
    <pc:chgData name="Carolina Lastra Avendaño" userId="S::clastra@ciisa.cl::81d2f08a-669f-4504-b713-9505f7f274c4" providerId="AD" clId="Web-{B7EA7B0C-D387-C15F-DA2D-603DFC4A3D16}"/>
    <pc:docChg chg="delSld modSld modMainMaster">
      <pc:chgData name="Carolina Lastra Avendaño" userId="S::clastra@ciisa.cl::81d2f08a-669f-4504-b713-9505f7f274c4" providerId="AD" clId="Web-{B7EA7B0C-D387-C15F-DA2D-603DFC4A3D16}" dt="2024-05-22T15:30:27.369" v="34" actId="1076"/>
      <pc:docMkLst>
        <pc:docMk/>
      </pc:docMkLst>
      <pc:sldChg chg="modSp mod">
        <pc:chgData name="Carolina Lastra Avendaño" userId="S::clastra@ciisa.cl::81d2f08a-669f-4504-b713-9505f7f274c4" providerId="AD" clId="Web-{B7EA7B0C-D387-C15F-DA2D-603DFC4A3D16}" dt="2024-05-22T15:28:50.960" v="19" actId="20577"/>
        <pc:sldMkLst>
          <pc:docMk/>
          <pc:sldMk cId="1943926825" sldId="2076137704"/>
        </pc:sldMkLst>
      </pc:sldChg>
      <pc:sldChg chg="modSp mod setBg">
        <pc:chgData name="Carolina Lastra Avendaño" userId="S::clastra@ciisa.cl::81d2f08a-669f-4504-b713-9505f7f274c4" providerId="AD" clId="Web-{B7EA7B0C-D387-C15F-DA2D-603DFC4A3D16}" dt="2024-05-22T15:25:05.345" v="5" actId="1076"/>
        <pc:sldMkLst>
          <pc:docMk/>
          <pc:sldMk cId="3167001994" sldId="2076137705"/>
        </pc:sldMkLst>
      </pc:sldChg>
      <pc:sldChg chg="mod setBg">
        <pc:chgData name="Carolina Lastra Avendaño" userId="S::clastra@ciisa.cl::81d2f08a-669f-4504-b713-9505f7f274c4" providerId="AD" clId="Web-{B7EA7B0C-D387-C15F-DA2D-603DFC4A3D16}" dt="2024-05-22T15:24:34.766" v="2"/>
        <pc:sldMkLst>
          <pc:docMk/>
          <pc:sldMk cId="2328334949" sldId="2076137706"/>
        </pc:sldMkLst>
      </pc:sldChg>
      <pc:sldChg chg="modSp mod setBg">
        <pc:chgData name="Carolina Lastra Avendaño" userId="S::clastra@ciisa.cl::81d2f08a-669f-4504-b713-9505f7f274c4" providerId="AD" clId="Web-{B7EA7B0C-D387-C15F-DA2D-603DFC4A3D16}" dt="2024-05-22T15:27:42.677" v="13" actId="1076"/>
        <pc:sldMkLst>
          <pc:docMk/>
          <pc:sldMk cId="3736436638" sldId="2076137707"/>
        </pc:sldMkLst>
      </pc:sldChg>
      <pc:sldChg chg="modSp mod setBg">
        <pc:chgData name="Carolina Lastra Avendaño" userId="S::clastra@ciisa.cl::81d2f08a-669f-4504-b713-9505f7f274c4" providerId="AD" clId="Web-{B7EA7B0C-D387-C15F-DA2D-603DFC4A3D16}" dt="2024-05-22T15:28:03.115" v="15" actId="1076"/>
        <pc:sldMkLst>
          <pc:docMk/>
          <pc:sldMk cId="829328944" sldId="2076137708"/>
        </pc:sldMkLst>
      </pc:sldChg>
      <pc:sldChg chg="modSp mod setBg">
        <pc:chgData name="Carolina Lastra Avendaño" userId="S::clastra@ciisa.cl::81d2f08a-669f-4504-b713-9505f7f274c4" providerId="AD" clId="Web-{B7EA7B0C-D387-C15F-DA2D-603DFC4A3D16}" dt="2024-05-22T15:26:55.785" v="9" actId="20577"/>
        <pc:sldMkLst>
          <pc:docMk/>
          <pc:sldMk cId="694389719" sldId="2076137709"/>
        </pc:sldMkLst>
      </pc:sldChg>
      <pc:sldChg chg="modSp mod">
        <pc:chgData name="Carolina Lastra Avendaño" userId="S::clastra@ciisa.cl::81d2f08a-669f-4504-b713-9505f7f274c4" providerId="AD" clId="Web-{B7EA7B0C-D387-C15F-DA2D-603DFC4A3D16}" dt="2024-05-22T15:30:16.088" v="32" actId="1076"/>
        <pc:sldMkLst>
          <pc:docMk/>
          <pc:sldMk cId="3631252662" sldId="2076137712"/>
        </pc:sldMkLst>
      </pc:sldChg>
      <pc:sldChg chg="modSp mod">
        <pc:chgData name="Carolina Lastra Avendaño" userId="S::clastra@ciisa.cl::81d2f08a-669f-4504-b713-9505f7f274c4" providerId="AD" clId="Web-{B7EA7B0C-D387-C15F-DA2D-603DFC4A3D16}" dt="2024-05-22T15:30:21.604" v="33" actId="1076"/>
        <pc:sldMkLst>
          <pc:docMk/>
          <pc:sldMk cId="3308352145" sldId="2076137715"/>
        </pc:sldMkLst>
      </pc:sldChg>
      <pc:sldChg chg="modSp mod">
        <pc:chgData name="Carolina Lastra Avendaño" userId="S::clastra@ciisa.cl::81d2f08a-669f-4504-b713-9505f7f274c4" providerId="AD" clId="Web-{B7EA7B0C-D387-C15F-DA2D-603DFC4A3D16}" dt="2024-05-22T15:30:01.744" v="31" actId="1076"/>
        <pc:sldMkLst>
          <pc:docMk/>
          <pc:sldMk cId="2456185182" sldId="2076137716"/>
        </pc:sldMkLst>
      </pc:sldChg>
      <pc:sldChg chg="modSp mod">
        <pc:chgData name="Carolina Lastra Avendaño" userId="S::clastra@ciisa.cl::81d2f08a-669f-4504-b713-9505f7f274c4" providerId="AD" clId="Web-{B7EA7B0C-D387-C15F-DA2D-603DFC4A3D16}" dt="2024-05-22T15:30:27.369" v="34" actId="1076"/>
        <pc:sldMkLst>
          <pc:docMk/>
          <pc:sldMk cId="2869556707" sldId="2076137719"/>
        </pc:sldMkLst>
      </pc:sldChg>
      <pc:sldChg chg="del mod setBg">
        <pc:chgData name="Carolina Lastra Avendaño" userId="S::clastra@ciisa.cl::81d2f08a-669f-4504-b713-9505f7f274c4" providerId="AD" clId="Web-{B7EA7B0C-D387-C15F-DA2D-603DFC4A3D16}" dt="2024-05-22T15:27:23.895" v="11"/>
        <pc:sldMkLst>
          <pc:docMk/>
          <pc:sldMk cId="3604545036" sldId="2076137720"/>
        </pc:sldMkLst>
      </pc:sldChg>
      <pc:sldChg chg="modSp mod">
        <pc:chgData name="Carolina Lastra Avendaño" userId="S::clastra@ciisa.cl::81d2f08a-669f-4504-b713-9505f7f274c4" providerId="AD" clId="Web-{B7EA7B0C-D387-C15F-DA2D-603DFC4A3D16}" dt="2024-05-22T15:29:47.196" v="29" actId="1076"/>
        <pc:sldMkLst>
          <pc:docMk/>
          <pc:sldMk cId="2590429962" sldId="2076137721"/>
        </pc:sldMkLst>
      </pc:sldChg>
      <pc:sldMasterChg chg="mod setBg modSldLayout">
        <pc:chgData name="Carolina Lastra Avendaño" userId="S::clastra@ciisa.cl::81d2f08a-669f-4504-b713-9505f7f274c4" providerId="AD" clId="Web-{B7EA7B0C-D387-C15F-DA2D-603DFC4A3D16}" dt="2024-05-22T15:24:34.766" v="2"/>
        <pc:sldMasterMkLst>
          <pc:docMk/>
          <pc:sldMasterMk cId="2491898207" sldId="2147483660"/>
        </pc:sldMasterMkLst>
        <pc:sldLayoutChg chg="mod">
          <pc:chgData name="Carolina Lastra Avendaño" userId="S::clastra@ciisa.cl::81d2f08a-669f-4504-b713-9505f7f274c4" providerId="AD" clId="Web-{B7EA7B0C-D387-C15F-DA2D-603DFC4A3D16}" dt="2024-05-22T15:24:34.766" v="2"/>
          <pc:sldLayoutMkLst>
            <pc:docMk/>
            <pc:sldMasterMk cId="2491898207" sldId="2147483660"/>
            <pc:sldLayoutMk cId="193636416" sldId="2147483661"/>
          </pc:sldLayoutMkLst>
        </pc:sldLayoutChg>
        <pc:sldLayoutChg chg="mod">
          <pc:chgData name="Carolina Lastra Avendaño" userId="S::clastra@ciisa.cl::81d2f08a-669f-4504-b713-9505f7f274c4" providerId="AD" clId="Web-{B7EA7B0C-D387-C15F-DA2D-603DFC4A3D16}" dt="2024-05-22T15:24:34.766" v="2"/>
          <pc:sldLayoutMkLst>
            <pc:docMk/>
            <pc:sldMasterMk cId="2491898207" sldId="2147483660"/>
            <pc:sldLayoutMk cId="639590872" sldId="2147483662"/>
          </pc:sldLayoutMkLst>
        </pc:sldLayoutChg>
        <pc:sldLayoutChg chg="mod">
          <pc:chgData name="Carolina Lastra Avendaño" userId="S::clastra@ciisa.cl::81d2f08a-669f-4504-b713-9505f7f274c4" providerId="AD" clId="Web-{B7EA7B0C-D387-C15F-DA2D-603DFC4A3D16}" dt="2024-05-22T15:24:34.766" v="2"/>
          <pc:sldLayoutMkLst>
            <pc:docMk/>
            <pc:sldMasterMk cId="2491898207" sldId="2147483660"/>
            <pc:sldLayoutMk cId="3411197885" sldId="2147483663"/>
          </pc:sldLayoutMkLst>
        </pc:sldLayoutChg>
        <pc:sldLayoutChg chg="mod">
          <pc:chgData name="Carolina Lastra Avendaño" userId="S::clastra@ciisa.cl::81d2f08a-669f-4504-b713-9505f7f274c4" providerId="AD" clId="Web-{B7EA7B0C-D387-C15F-DA2D-603DFC4A3D16}" dt="2024-05-22T15:24:34.766" v="2"/>
          <pc:sldLayoutMkLst>
            <pc:docMk/>
            <pc:sldMasterMk cId="2491898207" sldId="2147483660"/>
            <pc:sldLayoutMk cId="1993959781" sldId="2147483665"/>
          </pc:sldLayoutMkLst>
        </pc:sldLayoutChg>
      </pc:sldMasterChg>
    </pc:docChg>
  </pc:docChgLst>
  <pc:docChgLst>
    <pc:chgData name="JUAN DELGADO SORNES" userId="S::jdelgado@ciisa.cl::2614d74f-184c-4524-af18-c1f1f5028b6b" providerId="AD" clId="Web-{5A326CD6-91B3-C223-45EA-AF4DB1D363B3}"/>
    <pc:docChg chg="addSld delSld modSld sldOrd">
      <pc:chgData name="JUAN DELGADO SORNES" userId="S::jdelgado@ciisa.cl::2614d74f-184c-4524-af18-c1f1f5028b6b" providerId="AD" clId="Web-{5A326CD6-91B3-C223-45EA-AF4DB1D363B3}" dt="2024-06-19T13:47:01.415" v="425" actId="20577"/>
      <pc:docMkLst>
        <pc:docMk/>
      </pc:docMkLst>
      <pc:sldChg chg="modSp">
        <pc:chgData name="JUAN DELGADO SORNES" userId="S::jdelgado@ciisa.cl::2614d74f-184c-4524-af18-c1f1f5028b6b" providerId="AD" clId="Web-{5A326CD6-91B3-C223-45EA-AF4DB1D363B3}" dt="2024-06-19T13:46:53.571" v="422" actId="20577"/>
        <pc:sldMkLst>
          <pc:docMk/>
          <pc:sldMk cId="1943926825" sldId="2076137704"/>
        </pc:sldMkLst>
      </pc:sldChg>
      <pc:sldChg chg="modSp">
        <pc:chgData name="JUAN DELGADO SORNES" userId="S::jdelgado@ciisa.cl::2614d74f-184c-4524-af18-c1f1f5028b6b" providerId="AD" clId="Web-{5A326CD6-91B3-C223-45EA-AF4DB1D363B3}" dt="2024-06-19T13:20:00.135" v="5" actId="20577"/>
        <pc:sldMkLst>
          <pc:docMk/>
          <pc:sldMk cId="3167001994" sldId="2076137705"/>
        </pc:sldMkLst>
      </pc:sldChg>
      <pc:sldChg chg="addSp delSp modSp">
        <pc:chgData name="JUAN DELGADO SORNES" userId="S::jdelgado@ciisa.cl::2614d74f-184c-4524-af18-c1f1f5028b6b" providerId="AD" clId="Web-{5A326CD6-91B3-C223-45EA-AF4DB1D363B3}" dt="2024-06-19T13:26:38.814" v="143"/>
        <pc:sldMkLst>
          <pc:docMk/>
          <pc:sldMk cId="3631252662" sldId="2076137712"/>
        </pc:sldMkLst>
      </pc:sldChg>
      <pc:sldChg chg="modSp">
        <pc:chgData name="JUAN DELGADO SORNES" userId="S::jdelgado@ciisa.cl::2614d74f-184c-4524-af18-c1f1f5028b6b" providerId="AD" clId="Web-{5A326CD6-91B3-C223-45EA-AF4DB1D363B3}" dt="2024-06-19T13:31:32.378" v="242" actId="1076"/>
        <pc:sldMkLst>
          <pc:docMk/>
          <pc:sldMk cId="3308352145" sldId="2076137715"/>
        </pc:sldMkLst>
      </pc:sldChg>
      <pc:sldChg chg="modSp">
        <pc:chgData name="JUAN DELGADO SORNES" userId="S::jdelgado@ciisa.cl::2614d74f-184c-4524-af18-c1f1f5028b6b" providerId="AD" clId="Web-{5A326CD6-91B3-C223-45EA-AF4DB1D363B3}" dt="2024-06-19T13:39:13.029" v="378" actId="1076"/>
        <pc:sldMkLst>
          <pc:docMk/>
          <pc:sldMk cId="2869556707" sldId="2076137719"/>
        </pc:sldMkLst>
      </pc:sldChg>
      <pc:sldChg chg="del">
        <pc:chgData name="JUAN DELGADO SORNES" userId="S::jdelgado@ciisa.cl::2614d74f-184c-4524-af18-c1f1f5028b6b" providerId="AD" clId="Web-{5A326CD6-91B3-C223-45EA-AF4DB1D363B3}" dt="2024-06-19T13:44:17.046" v="384"/>
        <pc:sldMkLst>
          <pc:docMk/>
          <pc:sldMk cId="2590429962" sldId="2076137721"/>
        </pc:sldMkLst>
      </pc:sldChg>
      <pc:sldChg chg="addSp delSp add ord replId">
        <pc:chgData name="JUAN DELGADO SORNES" userId="S::jdelgado@ciisa.cl::2614d74f-184c-4524-af18-c1f1f5028b6b" providerId="AD" clId="Web-{5A326CD6-91B3-C223-45EA-AF4DB1D363B3}" dt="2024-06-19T13:39:31.874" v="379"/>
        <pc:sldMkLst>
          <pc:docMk/>
          <pc:sldMk cId="2528609949" sldId="2076137722"/>
        </pc:sldMkLst>
      </pc:sldChg>
      <pc:sldChg chg="modSp add replId">
        <pc:chgData name="JUAN DELGADO SORNES" userId="S::jdelgado@ciisa.cl::2614d74f-184c-4524-af18-c1f1f5028b6b" providerId="AD" clId="Web-{5A326CD6-91B3-C223-45EA-AF4DB1D363B3}" dt="2024-06-19T13:47:01.415" v="425" actId="20577"/>
        <pc:sldMkLst>
          <pc:docMk/>
          <pc:sldMk cId="5889407" sldId="2076137723"/>
        </pc:sldMkLst>
      </pc:sldChg>
      <pc:sldChg chg="modSp add replId">
        <pc:chgData name="JUAN DELGADO SORNES" userId="S::jdelgado@ciisa.cl::2614d74f-184c-4524-af18-c1f1f5028b6b" providerId="AD" clId="Web-{5A326CD6-91B3-C223-45EA-AF4DB1D363B3}" dt="2024-06-19T13:46:45.820" v="418" actId="20577"/>
        <pc:sldMkLst>
          <pc:docMk/>
          <pc:sldMk cId="4167999151" sldId="2076137724"/>
        </pc:sldMkLst>
      </pc:sldChg>
    </pc:docChg>
  </pc:docChgLst>
  <pc:docChgLst>
    <pc:chgData name="Lorena Massone Bresler" userId="S::lmassone@ciisa.cl::02953e08-4597-4d31-a081-9f68326755d8" providerId="AD" clId="Web-{7832FACF-FBFB-899E-B02F-76CAC7478881}"/>
    <pc:docChg chg="modSld">
      <pc:chgData name="Lorena Massone Bresler" userId="S::lmassone@ciisa.cl::02953e08-4597-4d31-a081-9f68326755d8" providerId="AD" clId="Web-{7832FACF-FBFB-899E-B02F-76CAC7478881}" dt="2024-01-23T18:47:57.383" v="6" actId="20577"/>
      <pc:docMkLst>
        <pc:docMk/>
      </pc:docMkLst>
      <pc:sldChg chg="modSp">
        <pc:chgData name="Lorena Massone Bresler" userId="S::lmassone@ciisa.cl::02953e08-4597-4d31-a081-9f68326755d8" providerId="AD" clId="Web-{7832FACF-FBFB-899E-B02F-76CAC7478881}" dt="2024-01-23T18:47:57.383" v="6" actId="20577"/>
        <pc:sldMkLst>
          <pc:docMk/>
          <pc:sldMk cId="2456185182" sldId="2076137716"/>
        </pc:sldMkLst>
      </pc:sldChg>
    </pc:docChg>
  </pc:docChgLst>
  <pc:docChgLst>
    <pc:chgData name="Alejandra Bravo Garcia" userId="S::abravo@ciisa.cl::4cf5125d-f567-4a98-9bb5-4ea9ae908f01" providerId="AD" clId="Web-{5663FD55-0FF0-C7B0-5920-2AD260876C3B}"/>
    <pc:docChg chg="addSld modSld">
      <pc:chgData name="Alejandra Bravo Garcia" userId="S::abravo@ciisa.cl::4cf5125d-f567-4a98-9bb5-4ea9ae908f01" providerId="AD" clId="Web-{5663FD55-0FF0-C7B0-5920-2AD260876C3B}" dt="2024-02-05T19:06:45.962" v="530"/>
      <pc:docMkLst>
        <pc:docMk/>
      </pc:docMkLst>
      <pc:sldChg chg="modSp">
        <pc:chgData name="Alejandra Bravo Garcia" userId="S::abravo@ciisa.cl::4cf5125d-f567-4a98-9bb5-4ea9ae908f01" providerId="AD" clId="Web-{5663FD55-0FF0-C7B0-5920-2AD260876C3B}" dt="2024-02-05T18:56:38.301" v="323" actId="20577"/>
        <pc:sldMkLst>
          <pc:docMk/>
          <pc:sldMk cId="1943926825" sldId="2076137704"/>
        </pc:sldMkLst>
      </pc:sldChg>
      <pc:sldChg chg="modSp">
        <pc:chgData name="Alejandra Bravo Garcia" userId="S::abravo@ciisa.cl::4cf5125d-f567-4a98-9bb5-4ea9ae908f01" providerId="AD" clId="Web-{5663FD55-0FF0-C7B0-5920-2AD260876C3B}" dt="2024-02-05T18:41:16.129" v="5" actId="20577"/>
        <pc:sldMkLst>
          <pc:docMk/>
          <pc:sldMk cId="3167001994" sldId="2076137705"/>
        </pc:sldMkLst>
      </pc:sldChg>
      <pc:sldChg chg="modSp addCm">
        <pc:chgData name="Alejandra Bravo Garcia" userId="S::abravo@ciisa.cl::4cf5125d-f567-4a98-9bb5-4ea9ae908f01" providerId="AD" clId="Web-{5663FD55-0FF0-C7B0-5920-2AD260876C3B}" dt="2024-02-05T19:06:45.962" v="530"/>
        <pc:sldMkLst>
          <pc:docMk/>
          <pc:sldMk cId="2328334949" sldId="207613770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5663FD55-0FF0-C7B0-5920-2AD260876C3B}" dt="2024-02-05T19:06:45.962" v="530"/>
              <pc2:cmMkLst xmlns:pc2="http://schemas.microsoft.com/office/powerpoint/2019/9/main/command">
                <pc:docMk/>
                <pc:sldMk cId="2328334949" sldId="2076137706"/>
                <pc2:cmMk id="{84263B4C-CCB3-41C4-AE97-EC1638A00CC0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5663FD55-0FF0-C7B0-5920-2AD260876C3B}" dt="2024-02-05T19:00:17.464" v="528"/>
        <pc:sldMkLst>
          <pc:docMk/>
          <pc:sldMk cId="3308352145" sldId="20761377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5663FD55-0FF0-C7B0-5920-2AD260876C3B}" dt="2024-02-05T19:00:17.464" v="528"/>
              <pc2:cmMkLst xmlns:pc2="http://schemas.microsoft.com/office/powerpoint/2019/9/main/command">
                <pc:docMk/>
                <pc:sldMk cId="3308352145" sldId="2076137715"/>
                <pc2:cmMk id="{4BAB6D04-41AC-4F9A-B947-8BFC2771B8C9}"/>
              </pc2:cmMkLst>
            </pc226:cmChg>
          </p:ext>
        </pc:extLst>
      </pc:sldChg>
      <pc:sldChg chg="modSp add replId">
        <pc:chgData name="Alejandra Bravo Garcia" userId="S::abravo@ciisa.cl::4cf5125d-f567-4a98-9bb5-4ea9ae908f01" providerId="AD" clId="Web-{5663FD55-0FF0-C7B0-5920-2AD260876C3B}" dt="2024-02-05T18:59:09.806" v="527" actId="20577"/>
        <pc:sldMkLst>
          <pc:docMk/>
          <pc:sldMk cId="2590429962" sldId="2076137721"/>
        </pc:sldMkLst>
      </pc:sldChg>
    </pc:docChg>
  </pc:docChgLst>
  <pc:docChgLst>
    <pc:chgData name="César Díaz" userId="ed34fad7-0c20-4e51-b35e-19bd778b9593" providerId="ADAL" clId="{6AA14F88-E02C-4444-8F5B-F91059C2D162}"/>
    <pc:docChg chg="undo custSel addSld delSld modSld sldOrd modMainMaster">
      <pc:chgData name="César Díaz" userId="ed34fad7-0c20-4e51-b35e-19bd778b9593" providerId="ADAL" clId="{6AA14F88-E02C-4444-8F5B-F91059C2D162}" dt="2023-08-05T09:40:54.473" v="265"/>
      <pc:docMkLst>
        <pc:docMk/>
      </pc:docMkLst>
      <pc:sldChg chg="modSp del mod">
        <pc:chgData name="César Díaz" userId="ed34fad7-0c20-4e51-b35e-19bd778b9593" providerId="ADAL" clId="{6AA14F88-E02C-4444-8F5B-F91059C2D162}" dt="2023-08-05T08:21:58.323" v="103" actId="2696"/>
        <pc:sldMkLst>
          <pc:docMk/>
          <pc:sldMk cId="2180290103" sldId="263"/>
        </pc:sldMkLst>
      </pc:sldChg>
      <pc:sldChg chg="del">
        <pc:chgData name="César Díaz" userId="ed34fad7-0c20-4e51-b35e-19bd778b9593" providerId="ADAL" clId="{6AA14F88-E02C-4444-8F5B-F91059C2D162}" dt="2023-08-05T08:21:18.507" v="97" actId="2696"/>
        <pc:sldMkLst>
          <pc:docMk/>
          <pc:sldMk cId="2380871566" sldId="2076137697"/>
        </pc:sldMkLst>
      </pc:sldChg>
      <pc:sldChg chg="delSp mod">
        <pc:chgData name="César Díaz" userId="ed34fad7-0c20-4e51-b35e-19bd778b9593" providerId="ADAL" clId="{6AA14F88-E02C-4444-8F5B-F91059C2D162}" dt="2023-08-05T08:14:58.901" v="2" actId="478"/>
        <pc:sldMkLst>
          <pc:docMk/>
          <pc:sldMk cId="242947854" sldId="2076137701"/>
        </pc:sldMkLst>
      </pc:sldChg>
      <pc:sldChg chg="new">
        <pc:chgData name="César Díaz" userId="ed34fad7-0c20-4e51-b35e-19bd778b9593" providerId="ADAL" clId="{6AA14F88-E02C-4444-8F5B-F91059C2D162}" dt="2023-08-05T08:21:26.339" v="98" actId="680"/>
        <pc:sldMkLst>
          <pc:docMk/>
          <pc:sldMk cId="1136515697" sldId="2076137702"/>
        </pc:sldMkLst>
      </pc:sldChg>
      <pc:sldChg chg="new">
        <pc:chgData name="César Díaz" userId="ed34fad7-0c20-4e51-b35e-19bd778b9593" providerId="ADAL" clId="{6AA14F88-E02C-4444-8F5B-F91059C2D162}" dt="2023-08-05T08:21:31.335" v="99" actId="680"/>
        <pc:sldMkLst>
          <pc:docMk/>
          <pc:sldMk cId="868812523" sldId="2076137703"/>
        </pc:sldMkLst>
      </pc:sldChg>
      <pc:sldChg chg="new ord">
        <pc:chgData name="César Díaz" userId="ed34fad7-0c20-4e51-b35e-19bd778b9593" providerId="ADAL" clId="{6AA14F88-E02C-4444-8F5B-F91059C2D162}" dt="2023-08-05T08:21:41.090" v="102"/>
        <pc:sldMkLst>
          <pc:docMk/>
          <pc:sldMk cId="1943926825" sldId="2076137704"/>
        </pc:sldMkLst>
      </pc:sldChg>
      <pc:sldChg chg="modSp new mod ord">
        <pc:chgData name="César Díaz" userId="ed34fad7-0c20-4e51-b35e-19bd778b9593" providerId="ADAL" clId="{6AA14F88-E02C-4444-8F5B-F91059C2D162}" dt="2023-08-05T08:32:15.067" v="108" actId="27636"/>
        <pc:sldMkLst>
          <pc:docMk/>
          <pc:sldMk cId="3167001994" sldId="2076137705"/>
        </pc:sldMkLst>
      </pc:sldChg>
      <pc:sldChg chg="modSp new mod ord">
        <pc:chgData name="César Díaz" userId="ed34fad7-0c20-4e51-b35e-19bd778b9593" providerId="ADAL" clId="{6AA14F88-E02C-4444-8F5B-F91059C2D162}" dt="2023-08-05T09:40:54.473" v="265"/>
        <pc:sldMkLst>
          <pc:docMk/>
          <pc:sldMk cId="2328334949" sldId="2076137706"/>
        </pc:sldMkLst>
      </pc:sldChg>
      <pc:sldChg chg="del">
        <pc:chgData name="César Díaz" userId="ed34fad7-0c20-4e51-b35e-19bd778b9593" providerId="ADAL" clId="{6AA14F88-E02C-4444-8F5B-F91059C2D162}" dt="2023-08-05T08:21:18.507" v="97" actId="2696"/>
        <pc:sldMkLst>
          <pc:docMk/>
          <pc:sldMk cId="3093188721" sldId="2076137721"/>
        </pc:sldMkLst>
      </pc:sldChg>
      <pc:sldChg chg="new del">
        <pc:chgData name="César Díaz" userId="ed34fad7-0c20-4e51-b35e-19bd778b9593" providerId="ADAL" clId="{6AA14F88-E02C-4444-8F5B-F91059C2D162}" dt="2023-08-05T08:21:18.507" v="97" actId="2696"/>
        <pc:sldMkLst>
          <pc:docMk/>
          <pc:sldMk cId="824086885" sldId="2076137722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375113497" sldId="2076137722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561145371" sldId="2076137723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882251725" sldId="2076137724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720776564" sldId="2076137725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090911809" sldId="2076137726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135814727" sldId="2076137727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872769915" sldId="2076137728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399057769" sldId="2076137732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3395306383" sldId="2076137733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561499501" sldId="2076137734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65105091" sldId="2076137735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3501716721" sldId="2076137736"/>
        </pc:sldMkLst>
      </pc:sldChg>
      <pc:sldMasterChg chg="mod addSldLayout delSldLayout modSldLayout sldLayoutOrd">
        <pc:chgData name="César Díaz" userId="ed34fad7-0c20-4e51-b35e-19bd778b9593" providerId="ADAL" clId="{6AA14F88-E02C-4444-8F5B-F91059C2D162}" dt="2023-08-05T09:39:40.309" v="255"/>
        <pc:sldMasterMkLst>
          <pc:docMk/>
          <pc:sldMasterMk cId="2491898207" sldId="2147483660"/>
        </pc:sldMasterMkLst>
        <pc:sldLayoutChg chg="addSp delSp modSp mod ord">
          <pc:chgData name="César Díaz" userId="ed34fad7-0c20-4e51-b35e-19bd778b9593" providerId="ADAL" clId="{6AA14F88-E02C-4444-8F5B-F91059C2D162}" dt="2023-08-05T09:25:25.794" v="209"/>
          <pc:sldLayoutMkLst>
            <pc:docMk/>
            <pc:sldMasterMk cId="2491898207" sldId="2147483660"/>
            <pc:sldLayoutMk cId="193636416" sldId="2147483661"/>
          </pc:sldLayoutMkLst>
        </pc:sldLayoutChg>
        <pc:sldLayoutChg chg="addSp modSp mod">
          <pc:chgData name="César Díaz" userId="ed34fad7-0c20-4e51-b35e-19bd778b9593" providerId="ADAL" clId="{6AA14F88-E02C-4444-8F5B-F91059C2D162}" dt="2023-08-05T08:32:31.880" v="110" actId="14100"/>
          <pc:sldLayoutMkLst>
            <pc:docMk/>
            <pc:sldMasterMk cId="2491898207" sldId="2147483660"/>
            <pc:sldLayoutMk cId="639590872" sldId="2147483662"/>
          </pc:sldLayoutMkLst>
        </pc:sldLayoutChg>
        <pc:sldLayoutChg chg="modSp mod">
          <pc:chgData name="César Díaz" userId="ed34fad7-0c20-4e51-b35e-19bd778b9593" providerId="ADAL" clId="{6AA14F88-E02C-4444-8F5B-F91059C2D162}" dt="2023-08-05T09:30:56.244" v="240" actId="6014"/>
          <pc:sldLayoutMkLst>
            <pc:docMk/>
            <pc:sldMasterMk cId="2491898207" sldId="2147483660"/>
            <pc:sldLayoutMk cId="3411197885" sldId="2147483663"/>
          </pc:sldLayoutMkLst>
        </pc:sldLayoutChg>
        <pc:sldLayoutChg chg="add del mod ord modTransition">
          <pc:chgData name="César Díaz" userId="ed34fad7-0c20-4e51-b35e-19bd778b9593" providerId="ADAL" clId="{6AA14F88-E02C-4444-8F5B-F91059C2D162}" dt="2023-08-05T09:25:35.226" v="210" actId="2696"/>
          <pc:sldLayoutMkLst>
            <pc:docMk/>
            <pc:sldMasterMk cId="2491898207" sldId="2147483660"/>
            <pc:sldLayoutMk cId="3986583989" sldId="2147483664"/>
          </pc:sldLayoutMkLst>
        </pc:sldLayoutChg>
        <pc:sldLayoutChg chg="addSp delSp modSp add mod ord modTransition">
          <pc:chgData name="César Díaz" userId="ed34fad7-0c20-4e51-b35e-19bd778b9593" providerId="ADAL" clId="{6AA14F88-E02C-4444-8F5B-F91059C2D162}" dt="2023-08-05T09:39:40.309" v="255"/>
          <pc:sldLayoutMkLst>
            <pc:docMk/>
            <pc:sldMasterMk cId="2491898207" sldId="2147483660"/>
            <pc:sldLayoutMk cId="1993959781" sldId="2147483665"/>
          </pc:sldLayoutMkLst>
        </pc:sldLayoutChg>
      </pc:sldMasterChg>
    </pc:docChg>
  </pc:docChgLst>
  <pc:docChgLst>
    <pc:chgData name="María Neira (EXT)" userId="S::maria.neira.ext@ciisa.cl::40120b81-8f16-429e-99bf-099f22c85a12" providerId="AD" clId="Web-{7CCEFDCC-4009-D3D3-DF74-31A5EC894FC7}"/>
    <pc:docChg chg="modSld">
      <pc:chgData name="María Neira (EXT)" userId="S::maria.neira.ext@ciisa.cl::40120b81-8f16-429e-99bf-099f22c85a12" providerId="AD" clId="Web-{7CCEFDCC-4009-D3D3-DF74-31A5EC894FC7}" dt="2024-01-25T18:42:55.057" v="12" actId="20577"/>
      <pc:docMkLst>
        <pc:docMk/>
      </pc:docMkLst>
      <pc:sldChg chg="modSp">
        <pc:chgData name="María Neira (EXT)" userId="S::maria.neira.ext@ciisa.cl::40120b81-8f16-429e-99bf-099f22c85a12" providerId="AD" clId="Web-{7CCEFDCC-4009-D3D3-DF74-31A5EC894FC7}" dt="2024-01-25T18:42:55.057" v="12" actId="20577"/>
        <pc:sldMkLst>
          <pc:docMk/>
          <pc:sldMk cId="3308352145" sldId="2076137715"/>
        </pc:sldMkLst>
      </pc:sldChg>
    </pc:docChg>
  </pc:docChgLst>
  <pc:docChgLst>
    <pc:chgData name="Lorena Massone Bresler" userId="S::lmassone@ciisa.cl::02953e08-4597-4d31-a081-9f68326755d8" providerId="AD" clId="Web-{14B7B713-082C-F377-6F54-89836EDE3A44}"/>
    <pc:docChg chg="modSld">
      <pc:chgData name="Lorena Massone Bresler" userId="S::lmassone@ciisa.cl::02953e08-4597-4d31-a081-9f68326755d8" providerId="AD" clId="Web-{14B7B713-082C-F377-6F54-89836EDE3A44}" dt="2024-01-23T16:29:42.669" v="22" actId="20577"/>
      <pc:docMkLst>
        <pc:docMk/>
      </pc:docMkLst>
      <pc:sldChg chg="modSp delCm modCm">
        <pc:chgData name="Lorena Massone Bresler" userId="S::lmassone@ciisa.cl::02953e08-4597-4d31-a081-9f68326755d8" providerId="AD" clId="Web-{14B7B713-082C-F377-6F54-89836EDE3A44}" dt="2024-01-23T16:29:19.152" v="12" actId="20577"/>
        <pc:sldMkLst>
          <pc:docMk/>
          <pc:sldMk cId="3167001994" sldId="20761377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Lorena Massone Bresler" userId="S::lmassone@ciisa.cl::02953e08-4597-4d31-a081-9f68326755d8" providerId="AD" clId="Web-{14B7B713-082C-F377-6F54-89836EDE3A44}" dt="2024-01-23T16:28:34.760" v="9"/>
              <pc2:cmMkLst xmlns:pc2="http://schemas.microsoft.com/office/powerpoint/2019/9/main/command">
                <pc:docMk/>
                <pc:sldMk cId="3167001994" sldId="2076137705"/>
                <pc2:cmMk id="{FDA31033-C313-481E-B661-B5FAF3DCBAFF}"/>
              </pc2:cmMkLst>
            </pc226:cmChg>
            <pc226:cmChg xmlns:pc226="http://schemas.microsoft.com/office/powerpoint/2022/06/main/command" chg="del mod">
              <pc226:chgData name="Lorena Massone Bresler" userId="S::lmassone@ciisa.cl::02953e08-4597-4d31-a081-9f68326755d8" providerId="AD" clId="Web-{14B7B713-082C-F377-6F54-89836EDE3A44}" dt="2024-01-23T16:28:36.057" v="10"/>
              <pc2:cmMkLst xmlns:pc2="http://schemas.microsoft.com/office/powerpoint/2019/9/main/command">
                <pc:docMk/>
                <pc:sldMk cId="3167001994" sldId="2076137705"/>
                <pc2:cmMk id="{6ACC9BD5-3395-4EED-95E2-0F111C252A4D}"/>
              </pc2:cmMkLst>
            </pc226:cmChg>
          </p:ext>
        </pc:extLst>
      </pc:sldChg>
      <pc:sldChg chg="modSp">
        <pc:chgData name="Lorena Massone Bresler" userId="S::lmassone@ciisa.cl::02953e08-4597-4d31-a081-9f68326755d8" providerId="AD" clId="Web-{14B7B713-082C-F377-6F54-89836EDE3A44}" dt="2024-01-23T16:29:42.669" v="22" actId="20577"/>
        <pc:sldMkLst>
          <pc:docMk/>
          <pc:sldMk cId="2328334949" sldId="2076137706"/>
        </pc:sldMkLst>
      </pc:sldChg>
    </pc:docChg>
  </pc:docChgLst>
  <pc:docChgLst>
    <pc:chgData name="Alejandra Bravo Garcia" userId="4cf5125d-f567-4a98-9bb5-4ea9ae908f01" providerId="ADAL" clId="{20B9C4F6-F537-4BE7-987D-554A3B4B781E}"/>
    <pc:docChg chg="undo redo custSel addSld delSld modSld sldOrd">
      <pc:chgData name="Alejandra Bravo Garcia" userId="4cf5125d-f567-4a98-9bb5-4ea9ae908f01" providerId="ADAL" clId="{20B9C4F6-F537-4BE7-987D-554A3B4B781E}" dt="2023-09-05T02:53:38.287" v="444" actId="207"/>
      <pc:docMkLst>
        <pc:docMk/>
      </pc:docMkLst>
      <pc:sldChg chg="delSp modSp add del mod">
        <pc:chgData name="Alejandra Bravo Garcia" userId="4cf5125d-f567-4a98-9bb5-4ea9ae908f01" providerId="ADAL" clId="{20B9C4F6-F537-4BE7-987D-554A3B4B781E}" dt="2023-09-05T02:05:50.448" v="206" actId="2696"/>
        <pc:sldMkLst>
          <pc:docMk/>
          <pc:sldMk cId="1405910239" sldId="256"/>
        </pc:sldMkLst>
      </pc:sldChg>
      <pc:sldChg chg="modSp mod">
        <pc:chgData name="Alejandra Bravo Garcia" userId="4cf5125d-f567-4a98-9bb5-4ea9ae908f01" providerId="ADAL" clId="{20B9C4F6-F537-4BE7-987D-554A3B4B781E}" dt="2023-09-05T02:22:50.420" v="431" actId="20577"/>
        <pc:sldMkLst>
          <pc:docMk/>
          <pc:sldMk cId="242947854" sldId="2076137701"/>
        </pc:sldMkLst>
      </pc:sldChg>
      <pc:sldChg chg="addSp delSp modSp mod">
        <pc:chgData name="Alejandra Bravo Garcia" userId="4cf5125d-f567-4a98-9bb5-4ea9ae908f01" providerId="ADAL" clId="{20B9C4F6-F537-4BE7-987D-554A3B4B781E}" dt="2023-09-05T02:04:49.891" v="195" actId="1076"/>
        <pc:sldMkLst>
          <pc:docMk/>
          <pc:sldMk cId="1136515697" sldId="2076137702"/>
        </pc:sldMkLst>
      </pc:sldChg>
      <pc:sldChg chg="modSp mod ord">
        <pc:chgData name="Alejandra Bravo Garcia" userId="4cf5125d-f567-4a98-9bb5-4ea9ae908f01" providerId="ADAL" clId="{20B9C4F6-F537-4BE7-987D-554A3B4B781E}" dt="2023-09-05T02:03:21.324" v="182" actId="14100"/>
        <pc:sldMkLst>
          <pc:docMk/>
          <pc:sldMk cId="868812523" sldId="2076137703"/>
        </pc:sldMkLst>
      </pc:sldChg>
      <pc:sldChg chg="addSp delSp modSp mod ord">
        <pc:chgData name="Alejandra Bravo Garcia" userId="4cf5125d-f567-4a98-9bb5-4ea9ae908f01" providerId="ADAL" clId="{20B9C4F6-F537-4BE7-987D-554A3B4B781E}" dt="2023-09-05T02:12:32.721" v="318" actId="113"/>
        <pc:sldMkLst>
          <pc:docMk/>
          <pc:sldMk cId="1943926825" sldId="2076137704"/>
        </pc:sldMkLst>
      </pc:sldChg>
      <pc:sldChg chg="addSp modSp mod setBg">
        <pc:chgData name="Alejandra Bravo Garcia" userId="4cf5125d-f567-4a98-9bb5-4ea9ae908f01" providerId="ADAL" clId="{20B9C4F6-F537-4BE7-987D-554A3B4B781E}" dt="2023-09-05T02:53:38.287" v="444" actId="207"/>
        <pc:sldMkLst>
          <pc:docMk/>
          <pc:sldMk cId="2328334949" sldId="2076137706"/>
        </pc:sldMkLst>
      </pc:sldChg>
      <pc:sldChg chg="modSp add mod ord">
        <pc:chgData name="Alejandra Bravo Garcia" userId="4cf5125d-f567-4a98-9bb5-4ea9ae908f01" providerId="ADAL" clId="{20B9C4F6-F537-4BE7-987D-554A3B4B781E}" dt="2023-09-05T02:05:38.074" v="202" actId="14100"/>
        <pc:sldMkLst>
          <pc:docMk/>
          <pc:sldMk cId="3736436638" sldId="2076137707"/>
        </pc:sldMkLst>
      </pc:sldChg>
      <pc:sldChg chg="modSp add mod ord">
        <pc:chgData name="Alejandra Bravo Garcia" userId="4cf5125d-f567-4a98-9bb5-4ea9ae908f01" providerId="ADAL" clId="{20B9C4F6-F537-4BE7-987D-554A3B4B781E}" dt="2023-09-05T02:07:55.535" v="238" actId="20577"/>
        <pc:sldMkLst>
          <pc:docMk/>
          <pc:sldMk cId="829328944" sldId="2076137708"/>
        </pc:sldMkLst>
      </pc:sldChg>
      <pc:sldChg chg="modSp add mod">
        <pc:chgData name="Alejandra Bravo Garcia" userId="4cf5125d-f567-4a98-9bb5-4ea9ae908f01" providerId="ADAL" clId="{20B9C4F6-F537-4BE7-987D-554A3B4B781E}" dt="2023-09-05T02:08:29.494" v="243" actId="20577"/>
        <pc:sldMkLst>
          <pc:docMk/>
          <pc:sldMk cId="694389719" sldId="2076137709"/>
        </pc:sldMkLst>
      </pc:sldChg>
      <pc:sldChg chg="modSp add mod">
        <pc:chgData name="Alejandra Bravo Garcia" userId="4cf5125d-f567-4a98-9bb5-4ea9ae908f01" providerId="ADAL" clId="{20B9C4F6-F537-4BE7-987D-554A3B4B781E}" dt="2023-09-05T02:08:53.284" v="250" actId="20577"/>
        <pc:sldMkLst>
          <pc:docMk/>
          <pc:sldMk cId="3734186721" sldId="2076137710"/>
        </pc:sldMkLst>
      </pc:sldChg>
      <pc:sldChg chg="modSp add mod">
        <pc:chgData name="Alejandra Bravo Garcia" userId="4cf5125d-f567-4a98-9bb5-4ea9ae908f01" providerId="ADAL" clId="{20B9C4F6-F537-4BE7-987D-554A3B4B781E}" dt="2023-09-05T02:10:39.157" v="303" actId="20577"/>
        <pc:sldMkLst>
          <pc:docMk/>
          <pc:sldMk cId="571905608" sldId="2076137711"/>
        </pc:sldMkLst>
      </pc:sldChg>
      <pc:sldChg chg="add del">
        <pc:chgData name="Alejandra Bravo Garcia" userId="4cf5125d-f567-4a98-9bb5-4ea9ae908f01" providerId="ADAL" clId="{20B9C4F6-F537-4BE7-987D-554A3B4B781E}" dt="2023-09-05T02:06:17.425" v="211" actId="2696"/>
        <pc:sldMkLst>
          <pc:docMk/>
          <pc:sldMk cId="1618824746" sldId="2076137712"/>
        </pc:sldMkLst>
      </pc:sldChg>
      <pc:sldChg chg="addSp delSp modSp add mod ord">
        <pc:chgData name="Alejandra Bravo Garcia" userId="4cf5125d-f567-4a98-9bb5-4ea9ae908f01" providerId="ADAL" clId="{20B9C4F6-F537-4BE7-987D-554A3B4B781E}" dt="2023-09-05T02:11:25.147" v="305"/>
        <pc:sldMkLst>
          <pc:docMk/>
          <pc:sldMk cId="3631252662" sldId="2076137712"/>
        </pc:sldMkLst>
      </pc:sldChg>
      <pc:sldChg chg="addSp delSp modSp add mod ord">
        <pc:chgData name="Alejandra Bravo Garcia" userId="4cf5125d-f567-4a98-9bb5-4ea9ae908f01" providerId="ADAL" clId="{20B9C4F6-F537-4BE7-987D-554A3B4B781E}" dt="2023-09-05T02:17:56.182" v="351" actId="1076"/>
        <pc:sldMkLst>
          <pc:docMk/>
          <pc:sldMk cId="536104298" sldId="2076137713"/>
        </pc:sldMkLst>
      </pc:sldChg>
      <pc:sldChg chg="addSp delSp modSp add mod ord">
        <pc:chgData name="Alejandra Bravo Garcia" userId="4cf5125d-f567-4a98-9bb5-4ea9ae908f01" providerId="ADAL" clId="{20B9C4F6-F537-4BE7-987D-554A3B4B781E}" dt="2023-09-05T02:20:31.766" v="368" actId="113"/>
        <pc:sldMkLst>
          <pc:docMk/>
          <pc:sldMk cId="4073713596" sldId="2076137714"/>
        </pc:sldMkLst>
      </pc:sldChg>
      <pc:sldChg chg="addSp delSp modSp add mod ord">
        <pc:chgData name="Alejandra Bravo Garcia" userId="4cf5125d-f567-4a98-9bb5-4ea9ae908f01" providerId="ADAL" clId="{20B9C4F6-F537-4BE7-987D-554A3B4B781E}" dt="2023-09-05T02:22:00.112" v="379" actId="207"/>
        <pc:sldMkLst>
          <pc:docMk/>
          <pc:sldMk cId="3308352145" sldId="2076137715"/>
        </pc:sldMkLst>
      </pc:sldChg>
      <pc:sldChg chg="addSp delSp modSp add mod">
        <pc:chgData name="Alejandra Bravo Garcia" userId="4cf5125d-f567-4a98-9bb5-4ea9ae908f01" providerId="ADAL" clId="{20B9C4F6-F537-4BE7-987D-554A3B4B781E}" dt="2023-09-05T02:14:13.054" v="331" actId="14100"/>
        <pc:sldMkLst>
          <pc:docMk/>
          <pc:sldMk cId="2456185182" sldId="2076137716"/>
        </pc:sldMkLst>
      </pc:sldChg>
      <pc:sldMasterChg chg="delSldLayout">
        <pc:chgData name="Alejandra Bravo Garcia" userId="4cf5125d-f567-4a98-9bb5-4ea9ae908f01" providerId="ADAL" clId="{20B9C4F6-F537-4BE7-987D-554A3B4B781E}" dt="2023-09-05T02:05:50.448" v="206" actId="2696"/>
        <pc:sldMasterMkLst>
          <pc:docMk/>
          <pc:sldMasterMk cId="2491898207" sldId="2147483660"/>
        </pc:sldMasterMkLst>
        <pc:sldLayoutChg chg="del">
          <pc:chgData name="Alejandra Bravo Garcia" userId="4cf5125d-f567-4a98-9bb5-4ea9ae908f01" providerId="ADAL" clId="{20B9C4F6-F537-4BE7-987D-554A3B4B781E}" dt="2023-09-05T02:05:50.448" v="206" actId="2696"/>
          <pc:sldLayoutMkLst>
            <pc:docMk/>
            <pc:sldMasterMk cId="2491898207" sldId="2147483660"/>
            <pc:sldLayoutMk cId="1493273478" sldId="2147483666"/>
          </pc:sldLayoutMkLst>
        </pc:sldLayoutChg>
      </pc:sldMasterChg>
    </pc:docChg>
  </pc:docChgLst>
  <pc:docChgLst>
    <pc:chgData name="Tatiana del Carmen Zuñiga Vicencio" userId="b48abb43-3ff2-40b8-9511-c9e27fc14ae3" providerId="ADAL" clId="{AD4B7C75-7051-46D1-BD04-ECE578A5C60E}"/>
    <pc:docChg chg="custSel delSld modSld">
      <pc:chgData name="Tatiana del Carmen Zuñiga Vicencio" userId="b48abb43-3ff2-40b8-9511-c9e27fc14ae3" providerId="ADAL" clId="{AD4B7C75-7051-46D1-BD04-ECE578A5C60E}" dt="2025-06-25T18:00:50.472" v="24" actId="20577"/>
      <pc:docMkLst>
        <pc:docMk/>
      </pc:docMkLst>
      <pc:sldChg chg="modSp mod">
        <pc:chgData name="Tatiana del Carmen Zuñiga Vicencio" userId="b48abb43-3ff2-40b8-9511-c9e27fc14ae3" providerId="ADAL" clId="{AD4B7C75-7051-46D1-BD04-ECE578A5C60E}" dt="2025-06-25T18:00:50.472" v="24" actId="20577"/>
        <pc:sldMkLst>
          <pc:docMk/>
          <pc:sldMk cId="2328334949" sldId="2076137706"/>
        </pc:sldMkLst>
        <pc:spChg chg="mod">
          <ac:chgData name="Tatiana del Carmen Zuñiga Vicencio" userId="b48abb43-3ff2-40b8-9511-c9e27fc14ae3" providerId="ADAL" clId="{AD4B7C75-7051-46D1-BD04-ECE578A5C60E}" dt="2025-06-25T18:00:50.472" v="24" actId="20577"/>
          <ac:spMkLst>
            <pc:docMk/>
            <pc:sldMk cId="2328334949" sldId="2076137706"/>
            <ac:spMk id="3" creationId="{E13EDA60-EA13-DE58-247C-0BA1927DF33E}"/>
          </ac:spMkLst>
        </pc:spChg>
      </pc:sldChg>
      <pc:sldChg chg="del">
        <pc:chgData name="Tatiana del Carmen Zuñiga Vicencio" userId="b48abb43-3ff2-40b8-9511-c9e27fc14ae3" providerId="ADAL" clId="{AD4B7C75-7051-46D1-BD04-ECE578A5C60E}" dt="2025-06-25T18:00:17.146" v="0" actId="2696"/>
        <pc:sldMkLst>
          <pc:docMk/>
          <pc:sldMk cId="694389719" sldId="2076137709"/>
        </pc:sldMkLst>
      </pc:sldChg>
      <pc:sldChg chg="del">
        <pc:chgData name="Tatiana del Carmen Zuñiga Vicencio" userId="b48abb43-3ff2-40b8-9511-c9e27fc14ae3" providerId="ADAL" clId="{AD4B7C75-7051-46D1-BD04-ECE578A5C60E}" dt="2025-06-25T18:00:20.007" v="1" actId="2696"/>
        <pc:sldMkLst>
          <pc:docMk/>
          <pc:sldMk cId="2456185182" sldId="2076137716"/>
        </pc:sldMkLst>
      </pc:sldChg>
      <pc:sldChg chg="modSp mod">
        <pc:chgData name="Tatiana del Carmen Zuñiga Vicencio" userId="b48abb43-3ff2-40b8-9511-c9e27fc14ae3" providerId="ADAL" clId="{AD4B7C75-7051-46D1-BD04-ECE578A5C60E}" dt="2025-06-25T18:00:31.871" v="3" actId="313"/>
        <pc:sldMkLst>
          <pc:docMk/>
          <pc:sldMk cId="5889407" sldId="2076137723"/>
        </pc:sldMkLst>
        <pc:spChg chg="mod">
          <ac:chgData name="Tatiana del Carmen Zuñiga Vicencio" userId="b48abb43-3ff2-40b8-9511-c9e27fc14ae3" providerId="ADAL" clId="{AD4B7C75-7051-46D1-BD04-ECE578A5C60E}" dt="2025-06-25T18:00:31.871" v="3" actId="313"/>
          <ac:spMkLst>
            <pc:docMk/>
            <pc:sldMk cId="5889407" sldId="2076137723"/>
            <ac:spMk id="5" creationId="{7B2632AB-0ACC-59EA-3FDC-68044C7067A9}"/>
          </ac:spMkLst>
        </pc:spChg>
      </pc:sldChg>
      <pc:sldChg chg="modSp mod">
        <pc:chgData name="Tatiana del Carmen Zuñiga Vicencio" userId="b48abb43-3ff2-40b8-9511-c9e27fc14ae3" providerId="ADAL" clId="{AD4B7C75-7051-46D1-BD04-ECE578A5C60E}" dt="2025-06-25T18:00:26.694" v="2" actId="313"/>
        <pc:sldMkLst>
          <pc:docMk/>
          <pc:sldMk cId="4167999151" sldId="2076137724"/>
        </pc:sldMkLst>
        <pc:spChg chg="mod">
          <ac:chgData name="Tatiana del Carmen Zuñiga Vicencio" userId="b48abb43-3ff2-40b8-9511-c9e27fc14ae3" providerId="ADAL" clId="{AD4B7C75-7051-46D1-BD04-ECE578A5C60E}" dt="2025-06-25T18:00:26.694" v="2" actId="313"/>
          <ac:spMkLst>
            <pc:docMk/>
            <pc:sldMk cId="4167999151" sldId="2076137724"/>
            <ac:spMk id="5" creationId="{7B2632AB-0ACC-59EA-3FDC-68044C7067A9}"/>
          </ac:spMkLst>
        </pc:spChg>
      </pc:sldChg>
    </pc:docChg>
  </pc:docChgLst>
  <pc:docChgLst>
    <pc:chgData name="Alvaro Gajardo Rozas" userId="S::agajardo@ciisa.cl::b3fbea3f-f2a8-486d-aa1c-9a9bc80c7b05" providerId="AD" clId="Web-{81A78B22-6EB1-4333-B29B-3AA70FB3DE9C}"/>
    <pc:docChg chg="modSld">
      <pc:chgData name="Alvaro Gajardo Rozas" userId="S::agajardo@ciisa.cl::b3fbea3f-f2a8-486d-aa1c-9a9bc80c7b05" providerId="AD" clId="Web-{81A78B22-6EB1-4333-B29B-3AA70FB3DE9C}" dt="2023-08-17T18:58:22.310" v="1" actId="20577"/>
      <pc:docMkLst>
        <pc:docMk/>
      </pc:docMkLst>
      <pc:sldChg chg="modSp">
        <pc:chgData name="Alvaro Gajardo Rozas" userId="S::agajardo@ciisa.cl::b3fbea3f-f2a8-486d-aa1c-9a9bc80c7b05" providerId="AD" clId="Web-{81A78B22-6EB1-4333-B29B-3AA70FB3DE9C}" dt="2023-08-17T18:58:22.310" v="1" actId="20577"/>
        <pc:sldMkLst>
          <pc:docMk/>
          <pc:sldMk cId="1136515697" sldId="2076137702"/>
        </pc:sldMkLst>
      </pc:sldChg>
    </pc:docChg>
  </pc:docChgLst>
  <pc:docChgLst>
    <pc:chgData name="Carolina Lastra Avendaño" userId="S::clastra@ciisa.cl::81d2f08a-669f-4504-b713-9505f7f274c4" providerId="AD" clId="Web-{E63188BA-E8F9-9A81-EE7E-04E7F9755138}"/>
    <pc:docChg chg="modSld">
      <pc:chgData name="Carolina Lastra Avendaño" userId="S::clastra@ciisa.cl::81d2f08a-669f-4504-b713-9505f7f274c4" providerId="AD" clId="Web-{E63188BA-E8F9-9A81-EE7E-04E7F9755138}" dt="2024-05-15T12:51:37.594" v="1"/>
      <pc:docMkLst>
        <pc:docMk/>
      </pc:docMkLst>
      <pc:sldChg chg="mod setBg">
        <pc:chgData name="Carolina Lastra Avendaño" userId="S::clastra@ciisa.cl::81d2f08a-669f-4504-b713-9505f7f274c4" providerId="AD" clId="Web-{E63188BA-E8F9-9A81-EE7E-04E7F9755138}" dt="2024-05-15T12:51:37.594" v="1"/>
        <pc:sldMkLst>
          <pc:docMk/>
          <pc:sldMk cId="3631252662" sldId="207613771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500E61-EB54-4C5D-AE7A-772729FF23B9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005BC1-926A-4CBE-89EC-E94FEE930A78}">
      <dgm:prSet phldrT="[Text]" phldr="0"/>
      <dgm:spPr>
        <a:solidFill>
          <a:srgbClr val="304B61"/>
        </a:solidFill>
      </dgm:spPr>
      <dgm:t>
        <a:bodyPr/>
        <a:lstStyle/>
        <a:p>
          <a:pPr rtl="0"/>
          <a:r>
            <a:rPr lang="es-CL">
              <a:solidFill>
                <a:schemeClr val="bg1"/>
              </a:solidFill>
              <a:latin typeface="Arial"/>
              <a:cs typeface="Arial"/>
            </a:rPr>
            <a:t>Introducción a los Framework Modernos</a:t>
          </a:r>
          <a:endParaRPr lang="en-US">
            <a:solidFill>
              <a:schemeClr val="bg1"/>
            </a:solidFill>
            <a:latin typeface="Arial"/>
            <a:cs typeface="Arial"/>
          </a:endParaRPr>
        </a:p>
      </dgm:t>
    </dgm:pt>
    <dgm:pt modelId="{FCDE0630-F102-41E3-A5BF-28CA9BDD0CA0}" type="parTrans" cxnId="{97A46C80-5685-4A33-9FB6-821E09A12698}">
      <dgm:prSet/>
      <dgm:spPr/>
      <dgm:t>
        <a:bodyPr/>
        <a:lstStyle/>
        <a:p>
          <a:endParaRPr lang="en-US"/>
        </a:p>
      </dgm:t>
    </dgm:pt>
    <dgm:pt modelId="{AC0A2821-586A-4114-89CF-53516634AE35}" type="sibTrans" cxnId="{97A46C80-5685-4A33-9FB6-821E09A12698}">
      <dgm:prSet/>
      <dgm:spPr/>
      <dgm:t>
        <a:bodyPr/>
        <a:lstStyle/>
        <a:p>
          <a:endParaRPr lang="en-US"/>
        </a:p>
      </dgm:t>
    </dgm:pt>
    <dgm:pt modelId="{C07598F3-A4BA-43B9-B654-766F6D7C6C19}">
      <dgm:prSet phldrT="[Text]" phldr="0"/>
      <dgm:spPr>
        <a:solidFill>
          <a:srgbClr val="304B61"/>
        </a:solidFill>
      </dgm:spPr>
      <dgm:t>
        <a:bodyPr/>
        <a:lstStyle/>
        <a:p>
          <a:pPr rtl="0"/>
          <a:r>
            <a:rPr lang="es-ES">
              <a:solidFill>
                <a:schemeClr val="bg1"/>
              </a:solidFill>
              <a:latin typeface="Arial"/>
              <a:cs typeface="Arial"/>
            </a:rPr>
            <a:t>Introducción a Laravel con MVC</a:t>
          </a:r>
          <a:endParaRPr lang="en-US">
            <a:solidFill>
              <a:schemeClr val="bg1"/>
            </a:solidFill>
            <a:latin typeface="Arial"/>
            <a:cs typeface="Arial"/>
          </a:endParaRPr>
        </a:p>
      </dgm:t>
    </dgm:pt>
    <dgm:pt modelId="{4568AAB7-BD40-423D-85F4-D7343E581934}" type="parTrans" cxnId="{EFA06D49-0BB7-4728-A93E-141D234B32E1}">
      <dgm:prSet/>
      <dgm:spPr/>
      <dgm:t>
        <a:bodyPr/>
        <a:lstStyle/>
        <a:p>
          <a:endParaRPr lang="en-US"/>
        </a:p>
      </dgm:t>
    </dgm:pt>
    <dgm:pt modelId="{2DAE1DBB-E5A1-48E7-A2A6-86DE4598511B}" type="sibTrans" cxnId="{EFA06D49-0BB7-4728-A93E-141D234B32E1}">
      <dgm:prSet/>
      <dgm:spPr/>
      <dgm:t>
        <a:bodyPr/>
        <a:lstStyle/>
        <a:p>
          <a:endParaRPr lang="en-US"/>
        </a:p>
      </dgm:t>
    </dgm:pt>
    <dgm:pt modelId="{2F204C4D-F3FF-4141-AD5F-DA7E05E104CD}">
      <dgm:prSet phldrT="[Text]" phldr="0"/>
      <dgm:spPr>
        <a:solidFill>
          <a:srgbClr val="304B61"/>
        </a:solidFill>
      </dgm:spPr>
      <dgm:t>
        <a:bodyPr/>
        <a:lstStyle/>
        <a:p>
          <a:pPr rtl="0"/>
          <a:r>
            <a:rPr lang="es-ES">
              <a:solidFill>
                <a:schemeClr val="bg1"/>
              </a:solidFill>
              <a:latin typeface="Arial"/>
              <a:cs typeface="Arial"/>
            </a:rPr>
            <a:t>Construcción de rutas con Laravel</a:t>
          </a:r>
          <a:endParaRPr lang="en-US">
            <a:solidFill>
              <a:schemeClr val="bg1"/>
            </a:solidFill>
            <a:latin typeface="Arial"/>
            <a:cs typeface="Arial"/>
          </a:endParaRPr>
        </a:p>
      </dgm:t>
    </dgm:pt>
    <dgm:pt modelId="{E0A75A93-83EB-413A-85DD-3DCEE66E723C}" type="parTrans" cxnId="{150D60B2-BE28-4FE2-A64B-320D308C8F44}">
      <dgm:prSet/>
      <dgm:spPr/>
      <dgm:t>
        <a:bodyPr/>
        <a:lstStyle/>
        <a:p>
          <a:endParaRPr lang="en-US"/>
        </a:p>
      </dgm:t>
    </dgm:pt>
    <dgm:pt modelId="{784633D0-1734-461F-80FB-99A37F928D9A}" type="sibTrans" cxnId="{150D60B2-BE28-4FE2-A64B-320D308C8F44}">
      <dgm:prSet/>
      <dgm:spPr/>
      <dgm:t>
        <a:bodyPr/>
        <a:lstStyle/>
        <a:p>
          <a:endParaRPr lang="en-US"/>
        </a:p>
      </dgm:t>
    </dgm:pt>
    <dgm:pt modelId="{F7C9A729-B8BA-4645-BB62-40EF2DFD13A0}">
      <dgm:prSet phldrT="[Text]" phldr="0"/>
      <dgm:spPr>
        <a:solidFill>
          <a:srgbClr val="304B61"/>
        </a:solidFill>
      </dgm:spPr>
      <dgm:t>
        <a:bodyPr/>
        <a:lstStyle/>
        <a:p>
          <a:pPr rtl="0"/>
          <a:r>
            <a:rPr lang="es-ES">
              <a:solidFill>
                <a:schemeClr val="bg1"/>
              </a:solidFill>
              <a:latin typeface="Arial"/>
              <a:cs typeface="Arial"/>
            </a:rPr>
            <a:t>Construcción de controladores y vistas con Laravel</a:t>
          </a:r>
          <a:endParaRPr lang="en-US">
            <a:solidFill>
              <a:schemeClr val="bg1"/>
            </a:solidFill>
            <a:latin typeface="Arial"/>
            <a:cs typeface="Arial"/>
          </a:endParaRPr>
        </a:p>
      </dgm:t>
    </dgm:pt>
    <dgm:pt modelId="{E3511648-DB9F-4AB9-82D1-F5CBC8F79649}" type="parTrans" cxnId="{2BF10CF3-8D72-4330-BBC6-F3DED97D85C6}">
      <dgm:prSet/>
      <dgm:spPr/>
      <dgm:t>
        <a:bodyPr/>
        <a:lstStyle/>
        <a:p>
          <a:endParaRPr lang="en-US"/>
        </a:p>
      </dgm:t>
    </dgm:pt>
    <dgm:pt modelId="{59AE5095-785A-41D6-ABFC-1EB8BCCC0083}" type="sibTrans" cxnId="{2BF10CF3-8D72-4330-BBC6-F3DED97D85C6}">
      <dgm:prSet/>
      <dgm:spPr/>
      <dgm:t>
        <a:bodyPr/>
        <a:lstStyle/>
        <a:p>
          <a:endParaRPr lang="en-US"/>
        </a:p>
      </dgm:t>
    </dgm:pt>
    <dgm:pt modelId="{5ADE8CD2-AD35-4489-A0C9-97B939C72460}">
      <dgm:prSet phldr="0"/>
      <dgm:spPr/>
      <dgm:t>
        <a:bodyPr/>
        <a:lstStyle/>
        <a:p>
          <a:pPr rtl="0"/>
          <a:r>
            <a:rPr lang="es-ES">
              <a:latin typeface="Arial"/>
              <a:cs typeface="Arial"/>
            </a:rPr>
            <a:t>Construcción de modelos y servicios con Laravel</a:t>
          </a:r>
        </a:p>
      </dgm:t>
    </dgm:pt>
    <dgm:pt modelId="{D8C40A77-A35A-4456-9FD1-C222A53207B6}" type="parTrans" cxnId="{E053F077-CE46-4DA6-92F4-D7B3B637E649}">
      <dgm:prSet/>
      <dgm:spPr/>
    </dgm:pt>
    <dgm:pt modelId="{90CA3B33-F0EC-40CD-B0B5-EB472026C740}" type="sibTrans" cxnId="{E053F077-CE46-4DA6-92F4-D7B3B637E649}">
      <dgm:prSet/>
      <dgm:spPr/>
    </dgm:pt>
    <dgm:pt modelId="{BD238BFD-C3F3-4361-9B33-35B5DADCB794}" type="pres">
      <dgm:prSet presAssocID="{9A500E61-EB54-4C5D-AE7A-772729FF23B9}" presName="Name0" presStyleCnt="0">
        <dgm:presLayoutVars>
          <dgm:dir/>
          <dgm:resizeHandles val="exact"/>
        </dgm:presLayoutVars>
      </dgm:prSet>
      <dgm:spPr/>
    </dgm:pt>
    <dgm:pt modelId="{6B4FDADF-C80A-44CA-8145-430D521D6125}" type="pres">
      <dgm:prSet presAssocID="{41005BC1-926A-4CBE-89EC-E94FEE930A78}" presName="node" presStyleLbl="node1" presStyleIdx="0" presStyleCnt="5">
        <dgm:presLayoutVars>
          <dgm:bulletEnabled val="1"/>
        </dgm:presLayoutVars>
      </dgm:prSet>
      <dgm:spPr/>
    </dgm:pt>
    <dgm:pt modelId="{A2796718-384E-445F-B656-4A6811DB92A5}" type="pres">
      <dgm:prSet presAssocID="{AC0A2821-586A-4114-89CF-53516634AE35}" presName="sibTrans" presStyleLbl="sibTrans1D1" presStyleIdx="0" presStyleCnt="4"/>
      <dgm:spPr/>
    </dgm:pt>
    <dgm:pt modelId="{13636FC7-4FBF-49F7-A39F-70654C38A947}" type="pres">
      <dgm:prSet presAssocID="{AC0A2821-586A-4114-89CF-53516634AE35}" presName="connectorText" presStyleLbl="sibTrans1D1" presStyleIdx="0" presStyleCnt="4"/>
      <dgm:spPr/>
    </dgm:pt>
    <dgm:pt modelId="{935357E2-36A7-4EE6-8B8A-4DBD2492AA1F}" type="pres">
      <dgm:prSet presAssocID="{C07598F3-A4BA-43B9-B654-766F6D7C6C19}" presName="node" presStyleLbl="node1" presStyleIdx="1" presStyleCnt="5">
        <dgm:presLayoutVars>
          <dgm:bulletEnabled val="1"/>
        </dgm:presLayoutVars>
      </dgm:prSet>
      <dgm:spPr/>
    </dgm:pt>
    <dgm:pt modelId="{D5116D66-9774-4109-B5EF-1AB8579C9A5D}" type="pres">
      <dgm:prSet presAssocID="{2DAE1DBB-E5A1-48E7-A2A6-86DE4598511B}" presName="sibTrans" presStyleLbl="sibTrans1D1" presStyleIdx="1" presStyleCnt="4"/>
      <dgm:spPr/>
    </dgm:pt>
    <dgm:pt modelId="{47EFBEDD-26A3-4F3A-9D26-3CC223D6EDA0}" type="pres">
      <dgm:prSet presAssocID="{2DAE1DBB-E5A1-48E7-A2A6-86DE4598511B}" presName="connectorText" presStyleLbl="sibTrans1D1" presStyleIdx="1" presStyleCnt="4"/>
      <dgm:spPr/>
    </dgm:pt>
    <dgm:pt modelId="{4CCED82D-1EF8-4247-87CE-E0AF8B1D78A7}" type="pres">
      <dgm:prSet presAssocID="{2F204C4D-F3FF-4141-AD5F-DA7E05E104CD}" presName="node" presStyleLbl="node1" presStyleIdx="2" presStyleCnt="5">
        <dgm:presLayoutVars>
          <dgm:bulletEnabled val="1"/>
        </dgm:presLayoutVars>
      </dgm:prSet>
      <dgm:spPr/>
    </dgm:pt>
    <dgm:pt modelId="{F75632A4-8B7F-4EDC-B39C-06B746E5C1B4}" type="pres">
      <dgm:prSet presAssocID="{784633D0-1734-461F-80FB-99A37F928D9A}" presName="sibTrans" presStyleLbl="sibTrans1D1" presStyleIdx="2" presStyleCnt="4"/>
      <dgm:spPr/>
    </dgm:pt>
    <dgm:pt modelId="{B1DB072A-DD56-4461-86D2-5FE61255C69C}" type="pres">
      <dgm:prSet presAssocID="{784633D0-1734-461F-80FB-99A37F928D9A}" presName="connectorText" presStyleLbl="sibTrans1D1" presStyleIdx="2" presStyleCnt="4"/>
      <dgm:spPr/>
    </dgm:pt>
    <dgm:pt modelId="{515B5F9B-A11F-413D-A8E8-E2FCAC70B4FB}" type="pres">
      <dgm:prSet presAssocID="{F7C9A729-B8BA-4645-BB62-40EF2DFD13A0}" presName="node" presStyleLbl="node1" presStyleIdx="3" presStyleCnt="5">
        <dgm:presLayoutVars>
          <dgm:bulletEnabled val="1"/>
        </dgm:presLayoutVars>
      </dgm:prSet>
      <dgm:spPr/>
    </dgm:pt>
    <dgm:pt modelId="{42BEEBED-3ED5-47A0-8439-CF1F88236D5E}" type="pres">
      <dgm:prSet presAssocID="{59AE5095-785A-41D6-ABFC-1EB8BCCC0083}" presName="sibTrans" presStyleLbl="sibTrans1D1" presStyleIdx="3" presStyleCnt="4"/>
      <dgm:spPr/>
    </dgm:pt>
    <dgm:pt modelId="{CC2FEC02-0560-4D73-A559-41723DD5ECB2}" type="pres">
      <dgm:prSet presAssocID="{59AE5095-785A-41D6-ABFC-1EB8BCCC0083}" presName="connectorText" presStyleLbl="sibTrans1D1" presStyleIdx="3" presStyleCnt="4"/>
      <dgm:spPr/>
    </dgm:pt>
    <dgm:pt modelId="{85927DBE-72DB-4AF2-BFD8-9EF3E48AC612}" type="pres">
      <dgm:prSet presAssocID="{5ADE8CD2-AD35-4489-A0C9-97B939C72460}" presName="node" presStyleLbl="node1" presStyleIdx="4" presStyleCnt="5">
        <dgm:presLayoutVars>
          <dgm:bulletEnabled val="1"/>
        </dgm:presLayoutVars>
      </dgm:prSet>
      <dgm:spPr>
        <a:solidFill>
          <a:srgbClr val="304B61"/>
        </a:solidFill>
      </dgm:spPr>
    </dgm:pt>
  </dgm:ptLst>
  <dgm:cxnLst>
    <dgm:cxn modelId="{5DE34B0A-E817-4283-A275-4871A36BAEA1}" type="presOf" srcId="{2DAE1DBB-E5A1-48E7-A2A6-86DE4598511B}" destId="{D5116D66-9774-4109-B5EF-1AB8579C9A5D}" srcOrd="0" destOrd="0" presId="urn:microsoft.com/office/officeart/2005/8/layout/bProcess3"/>
    <dgm:cxn modelId="{83570314-7F1D-41B9-8B3E-51C316A9AEDB}" type="presOf" srcId="{F7C9A729-B8BA-4645-BB62-40EF2DFD13A0}" destId="{515B5F9B-A11F-413D-A8E8-E2FCAC70B4FB}" srcOrd="0" destOrd="0" presId="urn:microsoft.com/office/officeart/2005/8/layout/bProcess3"/>
    <dgm:cxn modelId="{33FF0E1C-56EF-4098-B42D-CD316933678A}" type="presOf" srcId="{2F204C4D-F3FF-4141-AD5F-DA7E05E104CD}" destId="{4CCED82D-1EF8-4247-87CE-E0AF8B1D78A7}" srcOrd="0" destOrd="0" presId="urn:microsoft.com/office/officeart/2005/8/layout/bProcess3"/>
    <dgm:cxn modelId="{D62B715B-E176-4226-96E5-1D9D9DA1EB1A}" type="presOf" srcId="{C07598F3-A4BA-43B9-B654-766F6D7C6C19}" destId="{935357E2-36A7-4EE6-8B8A-4DBD2492AA1F}" srcOrd="0" destOrd="0" presId="urn:microsoft.com/office/officeart/2005/8/layout/bProcess3"/>
    <dgm:cxn modelId="{DAA6AD41-A011-482F-855D-FB5D55C6A338}" type="presOf" srcId="{AC0A2821-586A-4114-89CF-53516634AE35}" destId="{13636FC7-4FBF-49F7-A39F-70654C38A947}" srcOrd="1" destOrd="0" presId="urn:microsoft.com/office/officeart/2005/8/layout/bProcess3"/>
    <dgm:cxn modelId="{EFA06D49-0BB7-4728-A93E-141D234B32E1}" srcId="{9A500E61-EB54-4C5D-AE7A-772729FF23B9}" destId="{C07598F3-A4BA-43B9-B654-766F6D7C6C19}" srcOrd="1" destOrd="0" parTransId="{4568AAB7-BD40-423D-85F4-D7343E581934}" sibTransId="{2DAE1DBB-E5A1-48E7-A2A6-86DE4598511B}"/>
    <dgm:cxn modelId="{8174854A-DD38-43E8-8215-9E0CCF1A486D}" type="presOf" srcId="{784633D0-1734-461F-80FB-99A37F928D9A}" destId="{B1DB072A-DD56-4461-86D2-5FE61255C69C}" srcOrd="1" destOrd="0" presId="urn:microsoft.com/office/officeart/2005/8/layout/bProcess3"/>
    <dgm:cxn modelId="{5BBBAD4A-9C2A-466E-9A54-690165918DD7}" type="presOf" srcId="{AC0A2821-586A-4114-89CF-53516634AE35}" destId="{A2796718-384E-445F-B656-4A6811DB92A5}" srcOrd="0" destOrd="0" presId="urn:microsoft.com/office/officeart/2005/8/layout/bProcess3"/>
    <dgm:cxn modelId="{00690974-605F-4377-9992-A93CD99C45D1}" type="presOf" srcId="{59AE5095-785A-41D6-ABFC-1EB8BCCC0083}" destId="{CC2FEC02-0560-4D73-A559-41723DD5ECB2}" srcOrd="1" destOrd="0" presId="urn:microsoft.com/office/officeart/2005/8/layout/bProcess3"/>
    <dgm:cxn modelId="{E053F077-CE46-4DA6-92F4-D7B3B637E649}" srcId="{9A500E61-EB54-4C5D-AE7A-772729FF23B9}" destId="{5ADE8CD2-AD35-4489-A0C9-97B939C72460}" srcOrd="4" destOrd="0" parTransId="{D8C40A77-A35A-4456-9FD1-C222A53207B6}" sibTransId="{90CA3B33-F0EC-40CD-B0B5-EB472026C740}"/>
    <dgm:cxn modelId="{97A46C80-5685-4A33-9FB6-821E09A12698}" srcId="{9A500E61-EB54-4C5D-AE7A-772729FF23B9}" destId="{41005BC1-926A-4CBE-89EC-E94FEE930A78}" srcOrd="0" destOrd="0" parTransId="{FCDE0630-F102-41E3-A5BF-28CA9BDD0CA0}" sibTransId="{AC0A2821-586A-4114-89CF-53516634AE35}"/>
    <dgm:cxn modelId="{63650D81-9BB0-4B7F-A2F7-932FAE37FD8F}" type="presOf" srcId="{41005BC1-926A-4CBE-89EC-E94FEE930A78}" destId="{6B4FDADF-C80A-44CA-8145-430D521D6125}" srcOrd="0" destOrd="0" presId="urn:microsoft.com/office/officeart/2005/8/layout/bProcess3"/>
    <dgm:cxn modelId="{BC484C94-E8A9-4F77-89B9-FDDDB1A8A4C0}" type="presOf" srcId="{2DAE1DBB-E5A1-48E7-A2A6-86DE4598511B}" destId="{47EFBEDD-26A3-4F3A-9D26-3CC223D6EDA0}" srcOrd="1" destOrd="0" presId="urn:microsoft.com/office/officeart/2005/8/layout/bProcess3"/>
    <dgm:cxn modelId="{BBC454A2-0C78-40EE-B5D8-02489552A474}" type="presOf" srcId="{59AE5095-785A-41D6-ABFC-1EB8BCCC0083}" destId="{42BEEBED-3ED5-47A0-8439-CF1F88236D5E}" srcOrd="0" destOrd="0" presId="urn:microsoft.com/office/officeart/2005/8/layout/bProcess3"/>
    <dgm:cxn modelId="{150D60B2-BE28-4FE2-A64B-320D308C8F44}" srcId="{9A500E61-EB54-4C5D-AE7A-772729FF23B9}" destId="{2F204C4D-F3FF-4141-AD5F-DA7E05E104CD}" srcOrd="2" destOrd="0" parTransId="{E0A75A93-83EB-413A-85DD-3DCEE66E723C}" sibTransId="{784633D0-1734-461F-80FB-99A37F928D9A}"/>
    <dgm:cxn modelId="{969834D4-78CA-4327-B99C-A65DE0546FF0}" type="presOf" srcId="{784633D0-1734-461F-80FB-99A37F928D9A}" destId="{F75632A4-8B7F-4EDC-B39C-06B746E5C1B4}" srcOrd="0" destOrd="0" presId="urn:microsoft.com/office/officeart/2005/8/layout/bProcess3"/>
    <dgm:cxn modelId="{6656A6E0-82AC-4ABE-A76A-7FB82E67BFE9}" type="presOf" srcId="{5ADE8CD2-AD35-4489-A0C9-97B939C72460}" destId="{85927DBE-72DB-4AF2-BFD8-9EF3E48AC612}" srcOrd="0" destOrd="0" presId="urn:microsoft.com/office/officeart/2005/8/layout/bProcess3"/>
    <dgm:cxn modelId="{1931A7E1-8FC4-467E-B629-7992A896DCC5}" type="presOf" srcId="{9A500E61-EB54-4C5D-AE7A-772729FF23B9}" destId="{BD238BFD-C3F3-4361-9B33-35B5DADCB794}" srcOrd="0" destOrd="0" presId="urn:microsoft.com/office/officeart/2005/8/layout/bProcess3"/>
    <dgm:cxn modelId="{2BF10CF3-8D72-4330-BBC6-F3DED97D85C6}" srcId="{9A500E61-EB54-4C5D-AE7A-772729FF23B9}" destId="{F7C9A729-B8BA-4645-BB62-40EF2DFD13A0}" srcOrd="3" destOrd="0" parTransId="{E3511648-DB9F-4AB9-82D1-F5CBC8F79649}" sibTransId="{59AE5095-785A-41D6-ABFC-1EB8BCCC0083}"/>
    <dgm:cxn modelId="{8DD4EA96-5C37-4593-AEBC-A705CD09FA0E}" type="presParOf" srcId="{BD238BFD-C3F3-4361-9B33-35B5DADCB794}" destId="{6B4FDADF-C80A-44CA-8145-430D521D6125}" srcOrd="0" destOrd="0" presId="urn:microsoft.com/office/officeart/2005/8/layout/bProcess3"/>
    <dgm:cxn modelId="{68D2BC4A-04E2-49E3-9E36-960C981B4389}" type="presParOf" srcId="{BD238BFD-C3F3-4361-9B33-35B5DADCB794}" destId="{A2796718-384E-445F-B656-4A6811DB92A5}" srcOrd="1" destOrd="0" presId="urn:microsoft.com/office/officeart/2005/8/layout/bProcess3"/>
    <dgm:cxn modelId="{C61D92CE-4DE7-4809-B8E4-15EB66BB1A60}" type="presParOf" srcId="{A2796718-384E-445F-B656-4A6811DB92A5}" destId="{13636FC7-4FBF-49F7-A39F-70654C38A947}" srcOrd="0" destOrd="0" presId="urn:microsoft.com/office/officeart/2005/8/layout/bProcess3"/>
    <dgm:cxn modelId="{033039B4-0B4F-48E1-A98F-0A029CE9190E}" type="presParOf" srcId="{BD238BFD-C3F3-4361-9B33-35B5DADCB794}" destId="{935357E2-36A7-4EE6-8B8A-4DBD2492AA1F}" srcOrd="2" destOrd="0" presId="urn:microsoft.com/office/officeart/2005/8/layout/bProcess3"/>
    <dgm:cxn modelId="{7D6432A4-A681-4FCA-8530-D08AE00B8B98}" type="presParOf" srcId="{BD238BFD-C3F3-4361-9B33-35B5DADCB794}" destId="{D5116D66-9774-4109-B5EF-1AB8579C9A5D}" srcOrd="3" destOrd="0" presId="urn:microsoft.com/office/officeart/2005/8/layout/bProcess3"/>
    <dgm:cxn modelId="{EF139A60-1330-4FD9-919E-6F95B5CEDDC2}" type="presParOf" srcId="{D5116D66-9774-4109-B5EF-1AB8579C9A5D}" destId="{47EFBEDD-26A3-4F3A-9D26-3CC223D6EDA0}" srcOrd="0" destOrd="0" presId="urn:microsoft.com/office/officeart/2005/8/layout/bProcess3"/>
    <dgm:cxn modelId="{94EDCA84-ABD2-4425-BC6C-8219970C89AD}" type="presParOf" srcId="{BD238BFD-C3F3-4361-9B33-35B5DADCB794}" destId="{4CCED82D-1EF8-4247-87CE-E0AF8B1D78A7}" srcOrd="4" destOrd="0" presId="urn:microsoft.com/office/officeart/2005/8/layout/bProcess3"/>
    <dgm:cxn modelId="{DCC4BC39-AC3D-4FA8-916B-EBCF59D4977A}" type="presParOf" srcId="{BD238BFD-C3F3-4361-9B33-35B5DADCB794}" destId="{F75632A4-8B7F-4EDC-B39C-06B746E5C1B4}" srcOrd="5" destOrd="0" presId="urn:microsoft.com/office/officeart/2005/8/layout/bProcess3"/>
    <dgm:cxn modelId="{2AA4D5AF-22B2-45FC-BF39-884A5FD1129D}" type="presParOf" srcId="{F75632A4-8B7F-4EDC-B39C-06B746E5C1B4}" destId="{B1DB072A-DD56-4461-86D2-5FE61255C69C}" srcOrd="0" destOrd="0" presId="urn:microsoft.com/office/officeart/2005/8/layout/bProcess3"/>
    <dgm:cxn modelId="{30B943FA-5B78-40B6-BBFD-FDDA66F62569}" type="presParOf" srcId="{BD238BFD-C3F3-4361-9B33-35B5DADCB794}" destId="{515B5F9B-A11F-413D-A8E8-E2FCAC70B4FB}" srcOrd="6" destOrd="0" presId="urn:microsoft.com/office/officeart/2005/8/layout/bProcess3"/>
    <dgm:cxn modelId="{F65C390C-20CC-4A46-939B-803A697E3C5B}" type="presParOf" srcId="{BD238BFD-C3F3-4361-9B33-35B5DADCB794}" destId="{42BEEBED-3ED5-47A0-8439-CF1F88236D5E}" srcOrd="7" destOrd="0" presId="urn:microsoft.com/office/officeart/2005/8/layout/bProcess3"/>
    <dgm:cxn modelId="{205A3135-1E55-4385-B3F1-1A7F6FD7AD96}" type="presParOf" srcId="{42BEEBED-3ED5-47A0-8439-CF1F88236D5E}" destId="{CC2FEC02-0560-4D73-A559-41723DD5ECB2}" srcOrd="0" destOrd="0" presId="urn:microsoft.com/office/officeart/2005/8/layout/bProcess3"/>
    <dgm:cxn modelId="{DEC5551D-F167-451D-B2EF-22C92C456E1A}" type="presParOf" srcId="{BD238BFD-C3F3-4361-9B33-35B5DADCB794}" destId="{85927DBE-72DB-4AF2-BFD8-9EF3E48AC612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96718-384E-445F-B656-4A6811DB92A5}">
      <dsp:nvSpPr>
        <dsp:cNvPr id="0" name=""/>
        <dsp:cNvSpPr/>
      </dsp:nvSpPr>
      <dsp:spPr>
        <a:xfrm>
          <a:off x="3076379" y="583733"/>
          <a:ext cx="4501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017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89445" y="627049"/>
        <a:ext cx="24038" cy="4807"/>
      </dsp:txXfrm>
    </dsp:sp>
    <dsp:sp modelId="{6B4FDADF-C80A-44CA-8145-430D521D6125}">
      <dsp:nvSpPr>
        <dsp:cNvPr id="0" name=""/>
        <dsp:cNvSpPr/>
      </dsp:nvSpPr>
      <dsp:spPr>
        <a:xfrm>
          <a:off x="987872" y="2361"/>
          <a:ext cx="2090307" cy="1254184"/>
        </a:xfrm>
        <a:prstGeom prst="rect">
          <a:avLst/>
        </a:prstGeom>
        <a:solidFill>
          <a:srgbClr val="304B6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>
              <a:solidFill>
                <a:schemeClr val="bg1"/>
              </a:solidFill>
              <a:latin typeface="Arial"/>
              <a:cs typeface="Arial"/>
            </a:rPr>
            <a:t>Introducción a los Framework Modernos</a:t>
          </a:r>
          <a:endParaRPr lang="en-US" sz="1500" kern="1200">
            <a:solidFill>
              <a:schemeClr val="bg1"/>
            </a:solidFill>
            <a:latin typeface="Arial"/>
            <a:cs typeface="Arial"/>
          </a:endParaRPr>
        </a:p>
      </dsp:txBody>
      <dsp:txXfrm>
        <a:off x="987872" y="2361"/>
        <a:ext cx="2090307" cy="1254184"/>
      </dsp:txXfrm>
    </dsp:sp>
    <dsp:sp modelId="{D5116D66-9774-4109-B5EF-1AB8579C9A5D}">
      <dsp:nvSpPr>
        <dsp:cNvPr id="0" name=""/>
        <dsp:cNvSpPr/>
      </dsp:nvSpPr>
      <dsp:spPr>
        <a:xfrm>
          <a:off x="2033026" y="1254745"/>
          <a:ext cx="2571077" cy="450170"/>
        </a:xfrm>
        <a:custGeom>
          <a:avLst/>
          <a:gdLst/>
          <a:ahLst/>
          <a:cxnLst/>
          <a:rect l="0" t="0" r="0" b="0"/>
          <a:pathLst>
            <a:path>
              <a:moveTo>
                <a:pt x="2571077" y="0"/>
              </a:moveTo>
              <a:lnTo>
                <a:pt x="2571077" y="242185"/>
              </a:lnTo>
              <a:lnTo>
                <a:pt x="0" y="242185"/>
              </a:lnTo>
              <a:lnTo>
                <a:pt x="0" y="45017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3173" y="1477427"/>
        <a:ext cx="130782" cy="4807"/>
      </dsp:txXfrm>
    </dsp:sp>
    <dsp:sp modelId="{935357E2-36A7-4EE6-8B8A-4DBD2492AA1F}">
      <dsp:nvSpPr>
        <dsp:cNvPr id="0" name=""/>
        <dsp:cNvSpPr/>
      </dsp:nvSpPr>
      <dsp:spPr>
        <a:xfrm>
          <a:off x="3558950" y="2361"/>
          <a:ext cx="2090307" cy="1254184"/>
        </a:xfrm>
        <a:prstGeom prst="rect">
          <a:avLst/>
        </a:prstGeom>
        <a:solidFill>
          <a:srgbClr val="304B6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>
              <a:solidFill>
                <a:schemeClr val="bg1"/>
              </a:solidFill>
              <a:latin typeface="Arial"/>
              <a:cs typeface="Arial"/>
            </a:rPr>
            <a:t>Introducción a Laravel con MVC</a:t>
          </a:r>
          <a:endParaRPr lang="en-US" sz="1500" kern="1200">
            <a:solidFill>
              <a:schemeClr val="bg1"/>
            </a:solidFill>
            <a:latin typeface="Arial"/>
            <a:cs typeface="Arial"/>
          </a:endParaRPr>
        </a:p>
      </dsp:txBody>
      <dsp:txXfrm>
        <a:off x="3558950" y="2361"/>
        <a:ext cx="2090307" cy="1254184"/>
      </dsp:txXfrm>
    </dsp:sp>
    <dsp:sp modelId="{F75632A4-8B7F-4EDC-B39C-06B746E5C1B4}">
      <dsp:nvSpPr>
        <dsp:cNvPr id="0" name=""/>
        <dsp:cNvSpPr/>
      </dsp:nvSpPr>
      <dsp:spPr>
        <a:xfrm>
          <a:off x="3076379" y="2318688"/>
          <a:ext cx="4501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017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89445" y="2362004"/>
        <a:ext cx="24038" cy="4807"/>
      </dsp:txXfrm>
    </dsp:sp>
    <dsp:sp modelId="{4CCED82D-1EF8-4247-87CE-E0AF8B1D78A7}">
      <dsp:nvSpPr>
        <dsp:cNvPr id="0" name=""/>
        <dsp:cNvSpPr/>
      </dsp:nvSpPr>
      <dsp:spPr>
        <a:xfrm>
          <a:off x="987872" y="1737316"/>
          <a:ext cx="2090307" cy="1254184"/>
        </a:xfrm>
        <a:prstGeom prst="rect">
          <a:avLst/>
        </a:prstGeom>
        <a:solidFill>
          <a:srgbClr val="304B6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>
              <a:solidFill>
                <a:schemeClr val="bg1"/>
              </a:solidFill>
              <a:latin typeface="Arial"/>
              <a:cs typeface="Arial"/>
            </a:rPr>
            <a:t>Construcción de rutas con Laravel</a:t>
          </a:r>
          <a:endParaRPr lang="en-US" sz="1500" kern="1200">
            <a:solidFill>
              <a:schemeClr val="bg1"/>
            </a:solidFill>
            <a:latin typeface="Arial"/>
            <a:cs typeface="Arial"/>
          </a:endParaRPr>
        </a:p>
      </dsp:txBody>
      <dsp:txXfrm>
        <a:off x="987872" y="1737316"/>
        <a:ext cx="2090307" cy="1254184"/>
      </dsp:txXfrm>
    </dsp:sp>
    <dsp:sp modelId="{42BEEBED-3ED5-47A0-8439-CF1F88236D5E}">
      <dsp:nvSpPr>
        <dsp:cNvPr id="0" name=""/>
        <dsp:cNvSpPr/>
      </dsp:nvSpPr>
      <dsp:spPr>
        <a:xfrm>
          <a:off x="2033026" y="2989700"/>
          <a:ext cx="2571077" cy="450170"/>
        </a:xfrm>
        <a:custGeom>
          <a:avLst/>
          <a:gdLst/>
          <a:ahLst/>
          <a:cxnLst/>
          <a:rect l="0" t="0" r="0" b="0"/>
          <a:pathLst>
            <a:path>
              <a:moveTo>
                <a:pt x="2571077" y="0"/>
              </a:moveTo>
              <a:lnTo>
                <a:pt x="2571077" y="242185"/>
              </a:lnTo>
              <a:lnTo>
                <a:pt x="0" y="242185"/>
              </a:lnTo>
              <a:lnTo>
                <a:pt x="0" y="45017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3173" y="3212382"/>
        <a:ext cx="130782" cy="4807"/>
      </dsp:txXfrm>
    </dsp:sp>
    <dsp:sp modelId="{515B5F9B-A11F-413D-A8E8-E2FCAC70B4FB}">
      <dsp:nvSpPr>
        <dsp:cNvPr id="0" name=""/>
        <dsp:cNvSpPr/>
      </dsp:nvSpPr>
      <dsp:spPr>
        <a:xfrm>
          <a:off x="3558950" y="1737316"/>
          <a:ext cx="2090307" cy="1254184"/>
        </a:xfrm>
        <a:prstGeom prst="rect">
          <a:avLst/>
        </a:prstGeom>
        <a:solidFill>
          <a:srgbClr val="304B6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>
              <a:solidFill>
                <a:schemeClr val="bg1"/>
              </a:solidFill>
              <a:latin typeface="Arial"/>
              <a:cs typeface="Arial"/>
            </a:rPr>
            <a:t>Construcción de controladores y vistas con Laravel</a:t>
          </a:r>
          <a:endParaRPr lang="en-US" sz="1500" kern="1200">
            <a:solidFill>
              <a:schemeClr val="bg1"/>
            </a:solidFill>
            <a:latin typeface="Arial"/>
            <a:cs typeface="Arial"/>
          </a:endParaRPr>
        </a:p>
      </dsp:txBody>
      <dsp:txXfrm>
        <a:off x="3558950" y="1737316"/>
        <a:ext cx="2090307" cy="1254184"/>
      </dsp:txXfrm>
    </dsp:sp>
    <dsp:sp modelId="{85927DBE-72DB-4AF2-BFD8-9EF3E48AC612}">
      <dsp:nvSpPr>
        <dsp:cNvPr id="0" name=""/>
        <dsp:cNvSpPr/>
      </dsp:nvSpPr>
      <dsp:spPr>
        <a:xfrm>
          <a:off x="987872" y="3472271"/>
          <a:ext cx="2090307" cy="1254184"/>
        </a:xfrm>
        <a:prstGeom prst="rect">
          <a:avLst/>
        </a:prstGeom>
        <a:solidFill>
          <a:srgbClr val="304B6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>
              <a:latin typeface="Arial"/>
              <a:cs typeface="Arial"/>
            </a:rPr>
            <a:t>Construcción de modelos y servicios con Laravel</a:t>
          </a:r>
        </a:p>
      </dsp:txBody>
      <dsp:txXfrm>
        <a:off x="987872" y="3472271"/>
        <a:ext cx="2090307" cy="1254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C2656-D0C9-4458-96E2-63B8D593F054}" type="datetimeFigureOut">
              <a:rPr lang="es-CL" smtClean="0"/>
              <a:t>14-09-2025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38C6D-1E16-459A-B4A2-B354227B25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48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39BCFA7-EFF0-AE3A-4D5A-F54C59C5A6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2790" y="3107113"/>
            <a:ext cx="5113194" cy="643773"/>
          </a:xfrm>
        </p:spPr>
        <p:txBody>
          <a:bodyPr anchor="ctr">
            <a:normAutofit/>
          </a:bodyPr>
          <a:lstStyle/>
          <a:p>
            <a:pPr algn="l"/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36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 sz="3600" b="1">
              <a:solidFill>
                <a:schemeClr val="bg1"/>
              </a:solidFill>
              <a:latin typeface="Gotham" panose="02000603040000020004" pitchFamily="50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329DCCD-8CF6-9BA5-1F82-4885C19BA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2790" y="3839546"/>
            <a:ext cx="5113194" cy="635654"/>
          </a:xfrm>
        </p:spPr>
        <p:txBody>
          <a:bodyPr>
            <a:noAutofit/>
          </a:bodyPr>
          <a:lstStyle/>
          <a:p>
            <a:pPr algn="l"/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dolor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sit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amet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consectetuer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adipiscing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elit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sed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diam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.</a:t>
            </a:r>
          </a:p>
        </p:txBody>
      </p:sp>
      <p:pic>
        <p:nvPicPr>
          <p:cNvPr id="2" name="Imagen 1" descr="Imagen que contiene botella, texto, periódico, firmar&#10;&#10;Descripción generada automáticamente">
            <a:extLst>
              <a:ext uri="{FF2B5EF4-FFF2-40B4-BE49-F238E27FC236}">
                <a16:creationId xmlns:a16="http://schemas.microsoft.com/office/drawing/2014/main" id="{56246E2A-FF94-6B4F-980C-12E7E5DF0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06" y="5579974"/>
            <a:ext cx="2199042" cy="7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9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AGENDA</a:t>
            </a:r>
            <a:endParaRPr lang="en-US"/>
          </a:p>
        </p:txBody>
      </p:sp>
      <p:sp>
        <p:nvSpPr>
          <p:cNvPr id="45" name="Rectángulo: esquinas superiores redondeadas 44">
            <a:extLst>
              <a:ext uri="{FF2B5EF4-FFF2-40B4-BE49-F238E27FC236}">
                <a16:creationId xmlns:a16="http://schemas.microsoft.com/office/drawing/2014/main" id="{A669CD1B-0E03-ABA9-763C-5D948F0B8EB8}"/>
              </a:ext>
            </a:extLst>
          </p:cNvPr>
          <p:cNvSpPr/>
          <p:nvPr userDrawn="1"/>
        </p:nvSpPr>
        <p:spPr>
          <a:xfrm rot="16200000">
            <a:off x="-14135" y="3062436"/>
            <a:ext cx="4305299" cy="2180925"/>
          </a:xfrm>
          <a:prstGeom prst="round2SameRect">
            <a:avLst/>
          </a:prstGeom>
          <a:solidFill>
            <a:srgbClr val="304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024370F0-34C6-0E0F-CB33-03242E12CDC9}"/>
              </a:ext>
            </a:extLst>
          </p:cNvPr>
          <p:cNvSpPr txBox="1">
            <a:spLocks/>
          </p:cNvSpPr>
          <p:nvPr userDrawn="1"/>
        </p:nvSpPr>
        <p:spPr>
          <a:xfrm>
            <a:off x="3933825" y="1877961"/>
            <a:ext cx="7221854" cy="444429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01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02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03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04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05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06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4" name="Imagen 3" descr="Texto, Icono&#10;&#10;Descripción generada automáticamente">
            <a:extLst>
              <a:ext uri="{FF2B5EF4-FFF2-40B4-BE49-F238E27FC236}">
                <a16:creationId xmlns:a16="http://schemas.microsoft.com/office/drawing/2014/main" id="{EC37FD03-A8F4-6CC0-494F-F7761EB371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77" y="3038639"/>
            <a:ext cx="2125701" cy="21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5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Lorem</a:t>
            </a:r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 </a:t>
            </a:r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Ipsum</a:t>
            </a:r>
            <a:endParaRPr lang="en-US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25AF31D7-DDAD-AE10-0239-B0B639942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7" y="1966452"/>
            <a:ext cx="11137692" cy="4359396"/>
          </a:xfrm>
        </p:spPr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  <a:lvl2pPr>
              <a:defRPr>
                <a:solidFill>
                  <a:srgbClr val="3C3C3B"/>
                </a:solidFill>
              </a:defRPr>
            </a:lvl2pPr>
            <a:lvl3pPr>
              <a:defRPr>
                <a:solidFill>
                  <a:srgbClr val="3C3C3B"/>
                </a:solidFill>
              </a:defRPr>
            </a:lvl3pPr>
            <a:lvl4pPr>
              <a:defRPr>
                <a:solidFill>
                  <a:srgbClr val="3C3C3B"/>
                </a:solidFill>
              </a:defRPr>
            </a:lvl4pPr>
            <a:lvl5pPr>
              <a:defRPr>
                <a:solidFill>
                  <a:srgbClr val="3C3C3B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ambio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A8F40-9B3F-63B9-DD8C-BB01669C2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721" y="2553043"/>
            <a:ext cx="7286438" cy="1744716"/>
          </a:xfrm>
        </p:spPr>
        <p:txBody>
          <a:bodyPr anchor="ctr"/>
          <a:lstStyle/>
          <a:p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44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11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866" y="2203068"/>
            <a:ext cx="4925814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9866" y="3653824"/>
            <a:ext cx="4925814" cy="11730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9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1" r:id="rId3"/>
    <p:sldLayoutId id="2147483663" r:id="rId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spc="-50" baseline="0">
          <a:solidFill>
            <a:schemeClr val="bg1"/>
          </a:solidFill>
          <a:latin typeface="Gotham" panose="02000603040000020004" pitchFamily="5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B412-0761-08C0-91B5-7D184FDF0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78" y="3604787"/>
            <a:ext cx="5292436" cy="643773"/>
          </a:xfrm>
        </p:spPr>
        <p:txBody>
          <a:bodyPr>
            <a:normAutofit fontScale="90000"/>
          </a:bodyPr>
          <a:lstStyle/>
          <a:p>
            <a:r>
              <a:rPr lang="es-MX" b="0">
                <a:solidFill>
                  <a:srgbClr val="FFFFFF"/>
                </a:solidFill>
                <a:latin typeface="Gotham"/>
                <a:cs typeface="Arial"/>
              </a:rPr>
              <a:t>Introducción a los </a:t>
            </a:r>
            <a:r>
              <a:rPr lang="es-MX" b="0" err="1">
                <a:solidFill>
                  <a:srgbClr val="FFFFFF"/>
                </a:solidFill>
                <a:latin typeface="Gotham"/>
                <a:cs typeface="Arial"/>
              </a:rPr>
              <a:t>framework</a:t>
            </a:r>
            <a:r>
              <a:rPr lang="es-MX" b="0">
                <a:solidFill>
                  <a:srgbClr val="FFFFFF"/>
                </a:solidFill>
                <a:latin typeface="Gotham"/>
                <a:cs typeface="Arial"/>
              </a:rPr>
              <a:t> modernos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770C8-A12B-436B-AB8E-9FC2932E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590" y="5012019"/>
            <a:ext cx="5113194" cy="63565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s-MX">
                <a:latin typeface="Gotham"/>
              </a:rPr>
              <a:t>Sesión sincrónica </a:t>
            </a:r>
          </a:p>
        </p:txBody>
      </p:sp>
    </p:spTree>
    <p:extLst>
      <p:ext uri="{BB962C8B-B14F-4D97-AF65-F5344CB8AC3E}">
        <p14:creationId xmlns:p14="http://schemas.microsoft.com/office/powerpoint/2010/main" val="316700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FDCBE-E499-3103-92A5-28F5D642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Gotham"/>
              </a:rPr>
              <a:t>ÍNDICE</a:t>
            </a:r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3EDA60-EA13-DE58-247C-0BA1927DF33E}"/>
              </a:ext>
            </a:extLst>
          </p:cNvPr>
          <p:cNvSpPr txBox="1"/>
          <p:nvPr/>
        </p:nvSpPr>
        <p:spPr>
          <a:xfrm>
            <a:off x="3906982" y="1877961"/>
            <a:ext cx="7499927" cy="397031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1: </a:t>
            </a:r>
            <a:r>
              <a:rPr lang="es-MX" dirty="0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resumen</a:t>
            </a:r>
            <a:endParaRPr lang="es-MX" dirty="0">
              <a:solidFill>
                <a:srgbClr val="102B4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rgbClr val="102B4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2: </a:t>
            </a:r>
            <a:r>
              <a:rPr lang="es-MX" sz="1800" b="1" i="0" u="none" strike="noStrike" dirty="0">
                <a:solidFill>
                  <a:srgbClr val="102B42"/>
                </a:solidFill>
                <a:effectLst/>
                <a:latin typeface="Calibri"/>
                <a:ea typeface="Calibri"/>
                <a:cs typeface="Calibri"/>
              </a:rPr>
              <a:t>retroalimentación</a:t>
            </a:r>
            <a:r>
              <a:rPr lang="es-MX" b="1" dirty="0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 preguntas del apunte</a:t>
            </a:r>
            <a:endParaRPr lang="es-MX" dirty="0">
              <a:solidFill>
                <a:srgbClr val="102B42"/>
              </a:solidFill>
              <a:latin typeface="Calibri"/>
              <a:ea typeface="Calibri"/>
              <a:cs typeface="Calibri"/>
            </a:endParaRPr>
          </a:p>
          <a:p>
            <a:endParaRPr lang="es-MX" dirty="0">
              <a:solidFill>
                <a:srgbClr val="49607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3: </a:t>
            </a:r>
            <a:r>
              <a:rPr lang="es-MX" sz="1800" b="1" i="0" u="none" strike="noStrike" dirty="0">
                <a:solidFill>
                  <a:srgbClr val="102B42"/>
                </a:solidFill>
                <a:effectLst/>
                <a:latin typeface="Calibri"/>
                <a:ea typeface="Calibri"/>
                <a:cs typeface="Calibri"/>
              </a:rPr>
              <a:t>retroalimentación preguntas del foro</a:t>
            </a:r>
            <a:endParaRPr lang="es-MX" dirty="0">
              <a:solidFill>
                <a:srgbClr val="102B4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rgbClr val="102B4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4: </a:t>
            </a:r>
            <a:r>
              <a:rPr lang="es-MX" b="1" dirty="0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Taller</a:t>
            </a:r>
            <a:endParaRPr lang="en-US" sz="1800" b="0" i="0" dirty="0">
              <a:solidFill>
                <a:srgbClr val="102B42"/>
              </a:solidFill>
              <a:effectLst/>
              <a:latin typeface="Calibri" panose="020F0502020204030204" pitchFamily="34" charset="0"/>
            </a:endParaRPr>
          </a:p>
          <a:p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2833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74C9C-032E-5215-271E-7472146D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256" y="324913"/>
            <a:ext cx="10113461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Resumen unidad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1916B49-62DA-60EB-01FA-E92598E0BBDE}"/>
              </a:ext>
            </a:extLst>
          </p:cNvPr>
          <p:cNvGraphicFramePr/>
          <p:nvPr/>
        </p:nvGraphicFramePr>
        <p:xfrm>
          <a:off x="3533914" y="1500808"/>
          <a:ext cx="6637130" cy="4728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25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619" y="2843772"/>
            <a:ext cx="7795490" cy="1744716"/>
          </a:xfrm>
        </p:spPr>
        <p:txBody>
          <a:bodyPr/>
          <a:lstStyle/>
          <a:p>
            <a:r>
              <a:rPr lang="es-MX"/>
              <a:t>Fase de retroalimentación</a:t>
            </a:r>
          </a:p>
        </p:txBody>
      </p:sp>
    </p:spTree>
    <p:extLst>
      <p:ext uri="{BB962C8B-B14F-4D97-AF65-F5344CB8AC3E}">
        <p14:creationId xmlns:p14="http://schemas.microsoft.com/office/powerpoint/2010/main" val="82932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1DC72-8352-BD2B-D466-047E2043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908" y="313870"/>
            <a:ext cx="10113461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Apunte activador de aprendizaje</a:t>
            </a:r>
            <a:endParaRPr lang="es-ES">
              <a:solidFill>
                <a:srgbClr val="00263E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22F953-4E77-98FF-5569-BBF9A0424ADD}"/>
              </a:ext>
            </a:extLst>
          </p:cNvPr>
          <p:cNvSpPr txBox="1"/>
          <p:nvPr/>
        </p:nvSpPr>
        <p:spPr>
          <a:xfrm>
            <a:off x="707923" y="1106626"/>
            <a:ext cx="111350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A continuación, se presentan las preguntas del apunte activador del aprendizaje.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28F638-7AE5-2D6B-8A0B-D6FCECADB96D}"/>
              </a:ext>
            </a:extLst>
          </p:cNvPr>
          <p:cNvSpPr txBox="1"/>
          <p:nvPr/>
        </p:nvSpPr>
        <p:spPr>
          <a:xfrm>
            <a:off x="707923" y="1571787"/>
            <a:ext cx="11135032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Preguntas:</a:t>
            </a:r>
          </a:p>
          <a:p>
            <a:pPr marL="342900" indent="-342900">
              <a:buAutoNum type="arabicPeriod"/>
            </a:pPr>
            <a:r>
              <a:rPr lang="es-ES"/>
              <a:t>¿Cuál es el principal beneficio de utilizar el patrón MVC (Modelo-Vista-Controlador) en </a:t>
            </a:r>
            <a:r>
              <a:rPr lang="es-ES" err="1"/>
              <a:t>frameworks</a:t>
            </a:r>
            <a:r>
              <a:rPr lang="es-ES"/>
              <a:t> modernos?</a:t>
            </a:r>
            <a:r>
              <a:rPr lang="es-ES" sz="1000">
                <a:latin typeface="Arial"/>
                <a:cs typeface="Arial"/>
              </a:rPr>
              <a:t> 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r>
              <a:rPr lang="es-CL" b="1"/>
              <a:t>Respuesta:</a:t>
            </a:r>
            <a:r>
              <a:rPr lang="es-CL"/>
              <a:t> La opción correcta es  Facilitar la separación de lógica de negocio, presentación y control  porque el patrón MVC (Modelo-Vista-Controlador) se diseñó para separar la lógica de negocio (Modelo), la presentación (Vista), y el control de flujo (Controlador) de una aplicación, lo que facilita el mantenimiento y la escalabilidad.</a:t>
            </a:r>
            <a:endParaRPr lang="es-ES"/>
          </a:p>
          <a:p>
            <a:endParaRPr lang="es-ES"/>
          </a:p>
          <a:p>
            <a:r>
              <a:rPr lang="es-ES"/>
              <a:t>2. ¿Qué componente del MVC se encarga de gestionar la interacción del usuario y enviar las respuestas adecuadas? 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r>
              <a:rPr lang="es-ES" b="1">
                <a:ea typeface="Calibri" panose="020F0502020204030204"/>
                <a:cs typeface="Calibri" panose="020F0502020204030204"/>
              </a:rPr>
              <a:t>Respuesta:</a:t>
            </a:r>
            <a:r>
              <a:rPr lang="es-ES">
                <a:ea typeface="Calibri" panose="020F0502020204030204"/>
                <a:cs typeface="Calibri" panose="020F0502020204030204"/>
              </a:rPr>
              <a:t> </a:t>
            </a:r>
            <a:r>
              <a:rPr lang="es-ES"/>
              <a:t>La opción correcta es Controlador porque es el responsable de recibir las solicitudes del usuario, procesar los datos a través del Modelo y devolver la respuesta adecuada mediante la Vista.</a:t>
            </a:r>
          </a:p>
          <a:p>
            <a:endParaRPr lang="es-ES">
              <a:ea typeface="Calibri"/>
              <a:cs typeface="Calibri"/>
            </a:endParaRPr>
          </a:p>
          <a:p>
            <a:r>
              <a:rPr lang="es-ES">
                <a:ea typeface="Calibri"/>
                <a:cs typeface="Calibri"/>
              </a:rPr>
              <a:t>3. </a:t>
            </a:r>
            <a:r>
              <a:rPr lang="es-CL"/>
              <a:t>¿Cuál de las siguientes opciones describe mejor la función del "Modelo" en el patrón MVC?</a:t>
            </a:r>
            <a:endParaRPr lang="es-ES">
              <a:ea typeface="Calibri"/>
              <a:cs typeface="Calibri"/>
            </a:endParaRPr>
          </a:p>
          <a:p>
            <a:r>
              <a:rPr lang="es-CL" b="1"/>
              <a:t>Respuesta</a:t>
            </a:r>
            <a:r>
              <a:rPr lang="es-CL"/>
              <a:t>: El "Modelo" en el patrón MVC se encarga de la lógica de negocio y la gestión de datos, interactuando con la base de datos y asegurando que los datos estén disponibles para la presentación en la interfaz de usuario.</a:t>
            </a:r>
            <a:endParaRPr lang="es-CL">
              <a:ea typeface="Calibri"/>
              <a:cs typeface="Calibri"/>
            </a:endParaRPr>
          </a:p>
          <a:p>
            <a:endParaRPr lang="es-CL"/>
          </a:p>
          <a:p>
            <a:r>
              <a:rPr lang="es-CL"/>
              <a:t>4. En un </a:t>
            </a:r>
            <a:r>
              <a:rPr lang="es-CL" err="1"/>
              <a:t>framework</a:t>
            </a:r>
            <a:r>
              <a:rPr lang="es-CL"/>
              <a:t> moderno, ¿cuál es la ventaja principal de integrar servicios mediante </a:t>
            </a:r>
            <a:r>
              <a:rPr lang="es-CL" err="1"/>
              <a:t>APIs</a:t>
            </a:r>
            <a:r>
              <a:rPr lang="es-CL"/>
              <a:t> </a:t>
            </a:r>
            <a:r>
              <a:rPr lang="es-CL" err="1"/>
              <a:t>RESTful</a:t>
            </a:r>
            <a:r>
              <a:rPr lang="es-CL"/>
              <a:t>?</a:t>
            </a:r>
          </a:p>
          <a:p>
            <a:r>
              <a:rPr lang="es-CL" b="1"/>
              <a:t>Respuesta</a:t>
            </a:r>
            <a:r>
              <a:rPr lang="es-CL"/>
              <a:t>: Integrar servicios mediante </a:t>
            </a:r>
            <a:r>
              <a:rPr lang="es-CL" err="1"/>
              <a:t>APIs</a:t>
            </a:r>
            <a:r>
              <a:rPr lang="es-CL"/>
              <a:t> </a:t>
            </a:r>
            <a:r>
              <a:rPr lang="es-CL" err="1"/>
              <a:t>RESTful</a:t>
            </a:r>
            <a:r>
              <a:rPr lang="es-CL"/>
              <a:t> permite la comunicación entre diferentes sistemas de manera estándar y escalable, facilitando la interoperabilidad y la integración de diversos servicios y aplicaciones en un entorno web.</a:t>
            </a:r>
          </a:p>
        </p:txBody>
      </p:sp>
    </p:spTree>
    <p:extLst>
      <p:ext uri="{BB962C8B-B14F-4D97-AF65-F5344CB8AC3E}">
        <p14:creationId xmlns:p14="http://schemas.microsoft.com/office/powerpoint/2010/main" val="330835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1DC72-8352-BD2B-D466-047E2043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951" y="302827"/>
            <a:ext cx="10113461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Foro crítico reflexivo</a:t>
            </a:r>
            <a:endParaRPr lang="es-ES">
              <a:solidFill>
                <a:srgbClr val="00263E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22F953-4E77-98FF-5569-BBF9A0424ADD}"/>
              </a:ext>
            </a:extLst>
          </p:cNvPr>
          <p:cNvSpPr txBox="1"/>
          <p:nvPr/>
        </p:nvSpPr>
        <p:spPr>
          <a:xfrm>
            <a:off x="707923" y="1386348"/>
            <a:ext cx="1113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 continuación, se presentan las preguntas de la sección “Foro”. El objetivo es que se puedan resolver las dudas, entregando las respuestas esperadas o correctas para orientar el aprendizaje de los y las estudiantes.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28F638-7AE5-2D6B-8A0B-D6FCECADB96D}"/>
              </a:ext>
            </a:extLst>
          </p:cNvPr>
          <p:cNvSpPr txBox="1"/>
          <p:nvPr/>
        </p:nvSpPr>
        <p:spPr>
          <a:xfrm>
            <a:off x="707923" y="2623154"/>
            <a:ext cx="11135032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Preguntas:</a:t>
            </a:r>
          </a:p>
          <a:p>
            <a:r>
              <a:rPr lang="es-MX" sz="1000">
                <a:latin typeface="Arial"/>
                <a:cs typeface="Arial"/>
              </a:rPr>
              <a:t>1. </a:t>
            </a:r>
            <a:r>
              <a:rPr lang="es-MX"/>
              <a:t>Describe los componentes principales del </a:t>
            </a:r>
            <a:r>
              <a:rPr lang="es-MX" err="1"/>
              <a:t>framework</a:t>
            </a:r>
            <a:r>
              <a:rPr lang="es-MX"/>
              <a:t> que estás utilizando y explica cómo cada uno contribuye a la solución de la problemática propuesta.</a:t>
            </a:r>
            <a:endParaRPr lang="es-ES"/>
          </a:p>
          <a:p>
            <a:r>
              <a:rPr lang="es-ES" b="1"/>
              <a:t>Respuesta</a:t>
            </a:r>
            <a:r>
              <a:rPr lang="es-ES"/>
              <a:t>: Estoy utilizando el </a:t>
            </a:r>
            <a:r>
              <a:rPr lang="es-ES" err="1"/>
              <a:t>framework</a:t>
            </a:r>
            <a:r>
              <a:rPr lang="es-ES"/>
              <a:t> Laravel para desarrollar una solución de gestión de proyectos. Los componentes principales de Laravel y su contribución a la solución son los siguientes:</a:t>
            </a:r>
            <a:endParaRPr lang="es-MX"/>
          </a:p>
          <a:p>
            <a:pPr marL="285750" indent="-285750">
              <a:buFont typeface="Arial"/>
              <a:buChar char="•"/>
            </a:pPr>
            <a:r>
              <a:rPr lang="es-ES" b="1" err="1"/>
              <a:t>Routing</a:t>
            </a:r>
            <a:r>
              <a:rPr lang="es-ES"/>
              <a:t>: Se usa para definir y gestionar las rutas de la aplicación, especificando qué controlador debe responder a una solicitud dada.</a:t>
            </a:r>
            <a:endParaRPr lang="es-E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ES" b="1"/>
              <a:t>Controladores</a:t>
            </a:r>
            <a:r>
              <a:rPr lang="es-ES"/>
              <a:t>: Gestionan la lógica de la aplicación, actuando como intermediarios entre el modelo y la vista.</a:t>
            </a:r>
            <a:endParaRPr lang="es-E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ES" b="1"/>
              <a:t>Modelos</a:t>
            </a:r>
            <a:r>
              <a:rPr lang="es-ES"/>
              <a:t>: Representan las entidades de la base de datos y gestionan las interacciones con la base de datos.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s-ES" b="1"/>
              <a:t>Vistas</a:t>
            </a:r>
            <a:r>
              <a:rPr lang="es-ES"/>
              <a:t>: Generan la interfaz de usuario de la aplicación.</a:t>
            </a:r>
            <a:endParaRPr lang="es-E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8609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1DC72-8352-BD2B-D466-047E2043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951" y="302827"/>
            <a:ext cx="10113461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Foro crítico reflexivo</a:t>
            </a:r>
            <a:endParaRPr lang="es-ES">
              <a:solidFill>
                <a:srgbClr val="00263E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22F953-4E77-98FF-5569-BBF9A0424ADD}"/>
              </a:ext>
            </a:extLst>
          </p:cNvPr>
          <p:cNvSpPr txBox="1"/>
          <p:nvPr/>
        </p:nvSpPr>
        <p:spPr>
          <a:xfrm>
            <a:off x="707923" y="1386348"/>
            <a:ext cx="1113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 continuación, se presentan las preguntas de la sección “Foro”. El objetivo es que se puedan resolver las dudas, entregando las respuestas esperadas o correctas para orientar el aprendizaje de los y las estudiantes.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28F638-7AE5-2D6B-8A0B-D6FCECADB96D}"/>
              </a:ext>
            </a:extLst>
          </p:cNvPr>
          <p:cNvSpPr txBox="1"/>
          <p:nvPr/>
        </p:nvSpPr>
        <p:spPr>
          <a:xfrm>
            <a:off x="707923" y="2333787"/>
            <a:ext cx="11135032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Preguntas:</a:t>
            </a:r>
          </a:p>
          <a:p>
            <a:r>
              <a:rPr lang="es-MX">
                <a:latin typeface="Calibri"/>
                <a:ea typeface="Calibri"/>
                <a:cs typeface="Calibri"/>
              </a:rPr>
              <a:t>2. </a:t>
            </a:r>
            <a:r>
              <a:rPr lang="es-MX"/>
              <a:t>Analiza la importancia del componente de enrutamiento (</a:t>
            </a:r>
            <a:r>
              <a:rPr lang="es-MX" err="1"/>
              <a:t>router</a:t>
            </a:r>
            <a:r>
              <a:rPr lang="es-MX"/>
              <a:t>) en el </a:t>
            </a:r>
            <a:r>
              <a:rPr lang="es-MX" err="1"/>
              <a:t>framework</a:t>
            </a:r>
            <a:r>
              <a:rPr lang="es-MX"/>
              <a:t>. ¿Cómo facilita la gestión de la navegación y las rutas dentro de la aplicación? Proporciona un ejemplo específico relacionado con la problemática.</a:t>
            </a:r>
          </a:p>
          <a:p>
            <a:r>
              <a:rPr lang="es-ES" b="1"/>
              <a:t>Respuesta</a:t>
            </a:r>
            <a:r>
              <a:rPr lang="es-ES"/>
              <a:t>: </a:t>
            </a:r>
          </a:p>
          <a:p>
            <a:r>
              <a:rPr lang="es-ES">
                <a:ea typeface="+mn-lt"/>
                <a:cs typeface="+mn-lt"/>
              </a:rPr>
              <a:t>El componente de enrutamiento (router) es crucial en cualquier framework de desarrollo web porque gestiona la navegación y define cómo se manejan las solicitudes a diferentes partes de la aplicación. Aquí se destacan algunas razones por las cuales el router es tan importante:</a:t>
            </a:r>
            <a:endParaRPr lang="es-ES"/>
          </a:p>
          <a:p>
            <a:pPr marL="285750" indent="-285750">
              <a:buFont typeface="Arial"/>
              <a:buChar char="•"/>
            </a:pPr>
            <a:r>
              <a:rPr lang="es-ES" b="1">
                <a:ea typeface="+mn-lt"/>
                <a:cs typeface="+mn-lt"/>
              </a:rPr>
              <a:t>Organización y Mantenimiento: </a:t>
            </a:r>
            <a:r>
              <a:rPr lang="es-ES">
                <a:ea typeface="+mn-lt"/>
                <a:cs typeface="+mn-lt"/>
              </a:rPr>
              <a:t>Facilita la comprensión y el mantenimiento del código, ya que todas las rutas están definidas en un solo lugar. Esto es especialmente útil en aplicaciones grandes con muchas rutas.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s-ES" b="1">
                <a:ea typeface="+mn-lt"/>
                <a:cs typeface="+mn-lt"/>
              </a:rPr>
              <a:t>Control de Acceso: </a:t>
            </a:r>
            <a:r>
              <a:rPr lang="es-ES">
                <a:ea typeface="+mn-lt"/>
                <a:cs typeface="+mn-lt"/>
              </a:rPr>
              <a:t>Asegura que solo usuarios autorizados puedan acceder a ciertas partes de la aplicación, protegiendo datos sensibles.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s-ES" b="1">
                <a:ea typeface="+mn-lt"/>
                <a:cs typeface="+mn-lt"/>
              </a:rPr>
              <a:t>Escalabilidad: </a:t>
            </a:r>
            <a:r>
              <a:rPr lang="es-ES">
                <a:ea typeface="+mn-lt"/>
                <a:cs typeface="+mn-lt"/>
              </a:rPr>
              <a:t>Facilita la expansión de la aplicación con nuevas funcionalidades sin desorganizar el código existente.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s-ES" b="1">
                <a:ea typeface="+mn-lt"/>
                <a:cs typeface="+mn-lt"/>
              </a:rPr>
              <a:t>Redirecciones y Gestión de Errores: </a:t>
            </a:r>
            <a:r>
              <a:rPr lang="es-ES">
                <a:ea typeface="+mn-lt"/>
                <a:cs typeface="+mn-lt"/>
              </a:rPr>
              <a:t>Mejora la experiencia del usuario al proporcionar redirecciones adecuadas y mensajes de error claros.</a:t>
            </a:r>
            <a:endParaRPr lang="es-ES">
              <a:ea typeface="Calibri"/>
              <a:cs typeface="Calibri"/>
            </a:endParaRPr>
          </a:p>
          <a:p>
            <a:endParaRPr lang="es-E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955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727" y="2862260"/>
            <a:ext cx="7795490" cy="1744716"/>
          </a:xfrm>
        </p:spPr>
        <p:txBody>
          <a:bodyPr/>
          <a:lstStyle/>
          <a:p>
            <a:r>
              <a:rPr lang="es-MX" dirty="0"/>
              <a:t>Taller colaborativo</a:t>
            </a:r>
          </a:p>
        </p:txBody>
      </p:sp>
    </p:spTree>
    <p:extLst>
      <p:ext uri="{BB962C8B-B14F-4D97-AF65-F5344CB8AC3E}">
        <p14:creationId xmlns:p14="http://schemas.microsoft.com/office/powerpoint/2010/main" val="3736436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89F3E90-4C06-2C14-515C-CBDD9872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297" y="243437"/>
            <a:ext cx="8423809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Desarrollo del mini problema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2632AB-0ACC-59EA-3FDC-68044C7067A9}"/>
              </a:ext>
            </a:extLst>
          </p:cNvPr>
          <p:cNvSpPr txBox="1"/>
          <p:nvPr/>
        </p:nvSpPr>
        <p:spPr>
          <a:xfrm>
            <a:off x="1720645" y="1725561"/>
            <a:ext cx="8278761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L">
                <a:latin typeface="Calibri"/>
                <a:ea typeface="Calibri" panose="020F0502020204030204"/>
                <a:cs typeface="Arial"/>
              </a:rPr>
              <a:t>La empresa </a:t>
            </a:r>
            <a:r>
              <a:rPr lang="es-CL" b="1" err="1">
                <a:latin typeface="Calibri"/>
                <a:ea typeface="Calibri" panose="020F0502020204030204"/>
                <a:cs typeface="Arial"/>
              </a:rPr>
              <a:t>Tech</a:t>
            </a:r>
            <a:r>
              <a:rPr lang="es-CL" b="1">
                <a:latin typeface="Calibri"/>
                <a:ea typeface="Calibri" panose="020F0502020204030204"/>
                <a:cs typeface="Arial"/>
              </a:rPr>
              <a:t> </a:t>
            </a:r>
            <a:r>
              <a:rPr lang="es-CL" b="1" err="1">
                <a:latin typeface="Calibri"/>
                <a:ea typeface="Calibri" panose="020F0502020204030204"/>
                <a:cs typeface="Arial"/>
              </a:rPr>
              <a:t>Solutions</a:t>
            </a:r>
            <a:r>
              <a:rPr lang="es-CL">
                <a:latin typeface="Calibri"/>
                <a:ea typeface="Calibri" panose="020F0502020204030204"/>
                <a:cs typeface="Arial"/>
              </a:rPr>
              <a:t> ha decidido modernizar su sistema de gestión de proyectos. Para ello, han optado por utilizar un </a:t>
            </a:r>
            <a:r>
              <a:rPr lang="es-CL" err="1">
                <a:latin typeface="Calibri"/>
                <a:ea typeface="Calibri" panose="020F0502020204030204"/>
                <a:cs typeface="Arial"/>
              </a:rPr>
              <a:t>framework</a:t>
            </a:r>
            <a:r>
              <a:rPr lang="es-CL">
                <a:latin typeface="Calibri"/>
                <a:ea typeface="Calibri" panose="020F0502020204030204"/>
                <a:cs typeface="Arial"/>
              </a:rPr>
              <a:t> moderno para el desarrollo web. El equipo de desarrollo necesita familiarizarse con los conceptos básicos del </a:t>
            </a:r>
            <a:r>
              <a:rPr lang="es-CL" err="1">
                <a:latin typeface="Calibri"/>
                <a:ea typeface="Calibri" panose="020F0502020204030204"/>
                <a:cs typeface="Arial"/>
              </a:rPr>
              <a:t>framework</a:t>
            </a:r>
            <a:r>
              <a:rPr lang="es-CL">
                <a:latin typeface="Calibri"/>
                <a:ea typeface="Calibri" panose="020F0502020204030204"/>
                <a:cs typeface="Arial"/>
              </a:rPr>
              <a:t> elegido y ser capaz de construir componentes de software eficientes que se integren con las interfaces de usuario y las funcionalidades requeridas.</a:t>
            </a:r>
            <a:endParaRPr lang="es-ES">
              <a:latin typeface="Calibri"/>
              <a:ea typeface="Calibri" panose="020F0502020204030204"/>
              <a:cs typeface="Arial"/>
            </a:endParaRPr>
          </a:p>
          <a:p>
            <a:pPr algn="just"/>
            <a:endParaRPr lang="es-CL">
              <a:latin typeface="Calibri"/>
              <a:ea typeface="Calibri" panose="020F0502020204030204"/>
              <a:cs typeface="Arial"/>
            </a:endParaRPr>
          </a:p>
          <a:p>
            <a:pPr algn="just"/>
            <a:r>
              <a:rPr lang="es-CL">
                <a:latin typeface="Calibri"/>
                <a:ea typeface="Calibri" panose="020F0502020204030204"/>
                <a:cs typeface="Arial"/>
              </a:rPr>
              <a:t>Los requerimientos se definen a continuación:</a:t>
            </a:r>
            <a:endParaRPr lang="es-ES">
              <a:latin typeface="Calibri"/>
              <a:ea typeface="Calibri" panose="020F0502020204030204"/>
              <a:cs typeface="Arial"/>
            </a:endParaRPr>
          </a:p>
          <a:p>
            <a:pPr marL="285750" indent="-285750" algn="just">
              <a:buFont typeface="Symbol"/>
              <a:buChar char="•"/>
            </a:pPr>
            <a:endParaRPr lang="es-CL">
              <a:latin typeface="Calibri"/>
              <a:ea typeface="Calibri" panose="020F0502020204030204"/>
              <a:cs typeface="Arial"/>
            </a:endParaRPr>
          </a:p>
          <a:p>
            <a:pPr marL="285750" indent="-285750" algn="just">
              <a:buFont typeface="Symbol"/>
              <a:buChar char="•"/>
            </a:pPr>
            <a:r>
              <a:rPr lang="es-CL">
                <a:latin typeface="Calibri"/>
                <a:ea typeface="Calibri" panose="020F0502020204030204"/>
                <a:cs typeface="Arial"/>
              </a:rPr>
              <a:t>Definición de las siguientes rutas que serán manejadas por la API:</a:t>
            </a:r>
            <a:endParaRPr lang="es-ES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>
                <a:latin typeface="Calibri"/>
                <a:ea typeface="Calibri" panose="020F0502020204030204"/>
                <a:cs typeface="Arial"/>
              </a:rPr>
              <a:t>Listar todos los proyectos</a:t>
            </a:r>
            <a:endParaRPr lang="es-ES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>
                <a:latin typeface="Calibri"/>
                <a:ea typeface="Calibri" panose="020F0502020204030204"/>
                <a:cs typeface="Arial"/>
              </a:rPr>
              <a:t>Agregar Proyecto</a:t>
            </a:r>
            <a:endParaRPr lang="es-ES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>
                <a:latin typeface="Calibri"/>
                <a:ea typeface="Calibri" panose="020F0502020204030204"/>
                <a:cs typeface="Arial"/>
              </a:rPr>
              <a:t>Eliminar proyecto por su Id</a:t>
            </a:r>
            <a:endParaRPr lang="es-ES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>
                <a:latin typeface="Calibri"/>
                <a:ea typeface="Calibri" panose="020F0502020204030204"/>
                <a:cs typeface="Arial"/>
              </a:rPr>
              <a:t>Actualizar proyecto por su id</a:t>
            </a:r>
            <a:endParaRPr lang="es-ES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>
                <a:latin typeface="Calibri"/>
                <a:ea typeface="Calibri" panose="020F0502020204030204"/>
                <a:cs typeface="Arial"/>
              </a:rPr>
              <a:t>Obtener un proyecto por su id</a:t>
            </a:r>
            <a:endParaRPr lang="es-ES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endParaRPr lang="es-ES">
              <a:latin typeface="Calibri"/>
              <a:ea typeface="Calibri" panose="020F050202020403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3926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89F3E90-4C06-2C14-515C-CBDD9872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297" y="243437"/>
            <a:ext cx="8423809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Desarrollo del mini problema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2632AB-0ACC-59EA-3FDC-68044C7067A9}"/>
              </a:ext>
            </a:extLst>
          </p:cNvPr>
          <p:cNvSpPr txBox="1"/>
          <p:nvPr/>
        </p:nvSpPr>
        <p:spPr>
          <a:xfrm>
            <a:off x="1720645" y="1725561"/>
            <a:ext cx="8278761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Symbo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Generar los siguientes controladores que conectaran cada una de las rutas definidas con los modelos definidos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Controlador para crear un proyecto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Controlador para obtener los proyectos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Controlador para actualizar un proyecto por id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Controlador para eliminar un proyecto por id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Controlador para obtener un proyecto por id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lvl="1" algn="just"/>
            <a:endParaRPr lang="es-CL" dirty="0">
              <a:latin typeface="Calibri"/>
              <a:ea typeface="Calibri" panose="020F0502020204030204"/>
              <a:cs typeface="Arial"/>
            </a:endParaRPr>
          </a:p>
          <a:p>
            <a:pPr marL="285750" indent="-285750" algn="just">
              <a:buFont typeface="Symbo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Genera los siguientes modelos que serán usados por el controlador con datos estáticos con los siguientes campos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Proyecto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Id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Nombre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Fecha de Inicio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Estado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Responsable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Monto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endParaRPr lang="es-E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89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89F3E90-4C06-2C14-515C-CBDD9872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297" y="243437"/>
            <a:ext cx="8423809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Desarrollo del mini problema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2632AB-0ACC-59EA-3FDC-68044C7067A9}"/>
              </a:ext>
            </a:extLst>
          </p:cNvPr>
          <p:cNvSpPr txBox="1"/>
          <p:nvPr/>
        </p:nvSpPr>
        <p:spPr>
          <a:xfrm>
            <a:off x="1720645" y="1725561"/>
            <a:ext cx="8278761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Symbo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Construir las siguientes vistas con estilos básicos que muestren la información retornada por el controlador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Vista para crear un proyecto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Vista para obtener los proyectos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Vista para actualizar un proyecto por id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Vista para eliminar un proyecto por id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Vista para obtener un proyecto por id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lvl="1" algn="just"/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pPr marL="285750" indent="-285750" algn="just">
              <a:buFont typeface="Symbo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Genera un componente reutilizable que consuma un servicio externo que extraiga el valor de la UF del día</a:t>
            </a:r>
            <a:endParaRPr lang="es-ES" dirty="0">
              <a:latin typeface="Calibri"/>
              <a:ea typeface="Calibri" panose="020F0502020204030204"/>
              <a:cs typeface="Arial"/>
            </a:endParaRPr>
          </a:p>
          <a:p>
            <a:endParaRPr lang="es-E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67999151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Institucional CIISA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Institucional-2021" id="{D6758B44-4591-4742-9426-1DF69164099C}" vid="{2BD42133-B291-4B97-8F0A-E5C885E715A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a1ad10-d4bb-41ec-a603-c5fb97d92d9b" xsi:nil="true"/>
    <lcf76f155ced4ddcb4097134ff3c332f xmlns="a78bb83c-f79f-4baf-ae30-fdf209467eca">
      <Terms xmlns="http://schemas.microsoft.com/office/infopath/2007/PartnerControls"/>
    </lcf76f155ced4ddcb4097134ff3c332f>
    <SharedWithUsers xmlns="bda1ad10-d4bb-41ec-a603-c5fb97d92d9b">
      <UserInfo>
        <DisplayName/>
        <AccountId xsi:nil="true"/>
        <AccountType/>
      </UserInfo>
    </SharedWithUsers>
    <MediaLengthInSeconds xmlns="a78bb83c-f79f-4baf-ae30-fdf209467ec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CD8E051C034CD4AB7AA71D698AE8B30" ma:contentTypeVersion="14" ma:contentTypeDescription="Crear nuevo documento." ma:contentTypeScope="" ma:versionID="ba84be2a6c96e4e44c55bd7316411ed7">
  <xsd:schema xmlns:xsd="http://www.w3.org/2001/XMLSchema" xmlns:xs="http://www.w3.org/2001/XMLSchema" xmlns:p="http://schemas.microsoft.com/office/2006/metadata/properties" xmlns:ns2="bda1ad10-d4bb-41ec-a603-c5fb97d92d9b" xmlns:ns3="a78bb83c-f79f-4baf-ae30-fdf209467eca" targetNamespace="http://schemas.microsoft.com/office/2006/metadata/properties" ma:root="true" ma:fieldsID="41ef44b21c7357b5eadf57dcc10076a1" ns2:_="" ns3:_="">
    <xsd:import namespace="bda1ad10-d4bb-41ec-a603-c5fb97d92d9b"/>
    <xsd:import namespace="a78bb83c-f79f-4baf-ae30-fdf209467ec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a1ad10-d4bb-41ec-a603-c5fb97d92d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06eb44f-0cc1-4f80-a712-3bf3176deb3c}" ma:internalName="TaxCatchAll" ma:showField="CatchAllData" ma:web="bda1ad10-d4bb-41ec-a603-c5fb97d92d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8bb83c-f79f-4baf-ae30-fdf209467e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5d370a8b-1d73-4c2e-b75a-e5292e92d2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D21582-FC00-409E-B0FE-B85F4A2AD932}">
  <ds:schemaRefs>
    <ds:schemaRef ds:uri="a78bb83c-f79f-4baf-ae30-fdf209467eca"/>
    <ds:schemaRef ds:uri="bda1ad10-d4bb-41ec-a603-c5fb97d92d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661082E-0D03-494C-9BAA-97B6381D5E43}">
  <ds:schemaRefs>
    <ds:schemaRef ds:uri="a78bb83c-f79f-4baf-ae30-fdf209467eca"/>
    <ds:schemaRef ds:uri="bda1ad10-d4bb-41ec-a603-c5fb97d92d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7F4E0E8-DCD7-4FED-941D-0AB556AD80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Plantilla_Institucional-2021_A</Template>
  <TotalTime>0</TotalTime>
  <Words>998</Words>
  <Application>Microsoft Office PowerPoint</Application>
  <PresentationFormat>Panorámica</PresentationFormat>
  <Paragraphs>92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Gotham</vt:lpstr>
      <vt:lpstr>Symbol</vt:lpstr>
      <vt:lpstr>Wingdings</vt:lpstr>
      <vt:lpstr>Plantilla Institucional CIISA</vt:lpstr>
      <vt:lpstr>Introducción a los framework modernos</vt:lpstr>
      <vt:lpstr>ÍNDICE</vt:lpstr>
      <vt:lpstr>Resumen unidad</vt:lpstr>
      <vt:lpstr>Fase de retroalimentación</vt:lpstr>
      <vt:lpstr>Apunte activador de aprendizaje</vt:lpstr>
      <vt:lpstr>Foro crítico reflexivo</vt:lpstr>
      <vt:lpstr>Foro crítico reflexivo</vt:lpstr>
      <vt:lpstr>Taller colaborativo</vt:lpstr>
      <vt:lpstr>Desarrollo del mini problema</vt:lpstr>
      <vt:lpstr>Desarrollo del mini problema</vt:lpstr>
      <vt:lpstr>Desarrollo del mini problema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</dc:title>
  <dc:creator>César Díaz</dc:creator>
  <cp:lastModifiedBy>Alejandra Bravo Garcia</cp:lastModifiedBy>
  <cp:revision>17</cp:revision>
  <dcterms:created xsi:type="dcterms:W3CDTF">2023-07-19T16:06:31Z</dcterms:created>
  <dcterms:modified xsi:type="dcterms:W3CDTF">2025-09-14T22:21:21Z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0x0101009CD8E051C034CD4AB7AA71D698AE8B30</vt:lpwstr>
  </property>
  <property fmtid="{D5CDD505-2E9C-101B-9397-08002B2CF9AE}" pid="3" name="MediaServiceImageTags">
    <vt:lpwstr/>
  </property>
  <property fmtid="{D5CDD505-2E9C-101B-9397-08002B2CF9AE}" pid="4" name="Order">
    <vt:r8>217300</vt:r8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