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6" r:id="rId4"/>
    <p:sldMasterId id="2147483660" r:id="rId5"/>
  </p:sldMasterIdLst>
  <p:notesMasterIdLst>
    <p:notesMasterId r:id="rId19"/>
  </p:notesMasterIdLst>
  <p:sldIdLst>
    <p:sldId id="2076137723" r:id="rId6"/>
    <p:sldId id="2076137724" r:id="rId7"/>
    <p:sldId id="2076137725" r:id="rId8"/>
    <p:sldId id="2076137726" r:id="rId9"/>
    <p:sldId id="2076137712" r:id="rId10"/>
    <p:sldId id="2076137727" r:id="rId11"/>
    <p:sldId id="2076137715" r:id="rId12"/>
    <p:sldId id="2076137719" r:id="rId13"/>
    <p:sldId id="2076137728" r:id="rId14"/>
    <p:sldId id="2076137730" r:id="rId15"/>
    <p:sldId id="2076137704" r:id="rId16"/>
    <p:sldId id="2076137721" r:id="rId17"/>
    <p:sldId id="2076137729"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FC5AA2A-7322-24C3-9B68-AD7395C41981}" name="Alejandra Bravo Garcia" initials="AG" userId="S::abravo@ciisa.cl::4cf5125d-f567-4a98-9bb5-4ea9ae908f01" providerId="AD"/>
  <p188:author id="{56A303EC-24C9-A366-E7A3-68AFB5B8C733}" name="Lorena Massone Bresler" initials="LM" userId="S::lmassone@ciisa.cl::02953e08-4597-4d31-a081-9f68326755d8"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102B42"/>
    <a:srgbClr val="496073"/>
    <a:srgbClr val="00263E"/>
    <a:srgbClr val="798998"/>
    <a:srgbClr val="3C3C3B"/>
    <a:srgbClr val="C7AC7A"/>
    <a:srgbClr val="304B61"/>
    <a:srgbClr val="13A438"/>
    <a:srgbClr val="67197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4002CB9-9BD6-4DAE-A727-4D929958C7F7}" v="2" dt="2025-03-23T22:35:33.654"/>
    <p1510:client id="{B8364141-D9F8-4C7E-A259-07F63112D133}" v="1" dt="2025-03-24T01:28:06.900"/>
    <p1510:client id="{DD02171F-AF4B-4DA5-9632-FDB00DAEA9BE}" v="1" dt="2025-03-24T02:10:02.804"/>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715"/>
  </p:normalViewPr>
  <p:slideViewPr>
    <p:cSldViewPr snapToGrid="0">
      <p:cViewPr varScale="1">
        <p:scale>
          <a:sx n="62" d="100"/>
          <a:sy n="62" d="100"/>
        </p:scale>
        <p:origin x="954" y="84"/>
      </p:cViewPr>
      <p:guideLst>
        <p:guide orient="horz" pos="2160"/>
        <p:guide pos="3863"/>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jandra Bravo Garcia" userId="S::alejandra.bravo@ipss.cl::4cf5125d-f567-4a98-9bb5-4ea9ae908f01" providerId="AD" clId="Web-{51366260-E989-5B98-BD67-3DD17D71723F}"/>
    <pc:docChg chg="modSld">
      <pc:chgData name="Alejandra Bravo Garcia" userId="S::alejandra.bravo@ipss.cl::4cf5125d-f567-4a98-9bb5-4ea9ae908f01" providerId="AD" clId="Web-{51366260-E989-5B98-BD67-3DD17D71723F}" dt="2024-10-10T20:59:43.106" v="73" actId="20577"/>
      <pc:docMkLst>
        <pc:docMk/>
      </pc:docMkLst>
      <pc:sldChg chg="modSp">
        <pc:chgData name="Alejandra Bravo Garcia" userId="S::alejandra.bravo@ipss.cl::4cf5125d-f567-4a98-9bb5-4ea9ae908f01" providerId="AD" clId="Web-{51366260-E989-5B98-BD67-3DD17D71723F}" dt="2024-10-10T20:59:26.417" v="61" actId="1076"/>
        <pc:sldMkLst>
          <pc:docMk/>
          <pc:sldMk cId="1943926825" sldId="2076137704"/>
        </pc:sldMkLst>
      </pc:sldChg>
      <pc:sldChg chg="addSp delSp modSp">
        <pc:chgData name="Alejandra Bravo Garcia" userId="S::alejandra.bravo@ipss.cl::4cf5125d-f567-4a98-9bb5-4ea9ae908f01" providerId="AD" clId="Web-{51366260-E989-5B98-BD67-3DD17D71723F}" dt="2024-10-10T20:57:15.784" v="26"/>
        <pc:sldMkLst>
          <pc:docMk/>
          <pc:sldMk cId="3631252662" sldId="2076137712"/>
        </pc:sldMkLst>
      </pc:sldChg>
      <pc:sldChg chg="modSp">
        <pc:chgData name="Alejandra Bravo Garcia" userId="S::alejandra.bravo@ipss.cl::4cf5125d-f567-4a98-9bb5-4ea9ae908f01" providerId="AD" clId="Web-{51366260-E989-5B98-BD67-3DD17D71723F}" dt="2024-10-10T20:57:33.879" v="31" actId="20577"/>
        <pc:sldMkLst>
          <pc:docMk/>
          <pc:sldMk cId="3308352145" sldId="2076137715"/>
        </pc:sldMkLst>
      </pc:sldChg>
      <pc:sldChg chg="addSp delSp modSp">
        <pc:chgData name="Alejandra Bravo Garcia" userId="S::alejandra.bravo@ipss.cl::4cf5125d-f567-4a98-9bb5-4ea9ae908f01" providerId="AD" clId="Web-{51366260-E989-5B98-BD67-3DD17D71723F}" dt="2024-10-10T20:58:41.571" v="48" actId="14100"/>
        <pc:sldMkLst>
          <pc:docMk/>
          <pc:sldMk cId="2869556707" sldId="2076137719"/>
        </pc:sldMkLst>
      </pc:sldChg>
      <pc:sldChg chg="modSp">
        <pc:chgData name="Alejandra Bravo Garcia" userId="S::alejandra.bravo@ipss.cl::4cf5125d-f567-4a98-9bb5-4ea9ae908f01" providerId="AD" clId="Web-{51366260-E989-5B98-BD67-3DD17D71723F}" dt="2024-10-10T20:59:43.106" v="73" actId="20577"/>
        <pc:sldMkLst>
          <pc:docMk/>
          <pc:sldMk cId="2590429962" sldId="2076137721"/>
        </pc:sldMkLst>
      </pc:sldChg>
      <pc:sldChg chg="modSp">
        <pc:chgData name="Alejandra Bravo Garcia" userId="S::alejandra.bravo@ipss.cl::4cf5125d-f567-4a98-9bb5-4ea9ae908f01" providerId="AD" clId="Web-{51366260-E989-5B98-BD67-3DD17D71723F}" dt="2024-10-10T20:56:58.377" v="24" actId="1076"/>
        <pc:sldMkLst>
          <pc:docMk/>
          <pc:sldMk cId="3591411737" sldId="2076137723"/>
        </pc:sldMkLst>
      </pc:sldChg>
    </pc:docChg>
  </pc:docChgLst>
  <pc:docChgLst>
    <pc:chgData name="Tatiana Zuñiga Vicencio" userId="b48abb43-3ff2-40b8-9511-c9e27fc14ae3" providerId="ADAL" clId="{DD02171F-AF4B-4DA5-9632-FDB00DAEA9BE}"/>
    <pc:docChg chg="undo custSel addSld delSld modSld sldOrd">
      <pc:chgData name="Tatiana Zuñiga Vicencio" userId="b48abb43-3ff2-40b8-9511-c9e27fc14ae3" providerId="ADAL" clId="{DD02171F-AF4B-4DA5-9632-FDB00DAEA9BE}" dt="2025-03-24T02:13:23.389" v="54" actId="1076"/>
      <pc:docMkLst>
        <pc:docMk/>
      </pc:docMkLst>
      <pc:sldChg chg="modSp del mod">
        <pc:chgData name="Tatiana Zuñiga Vicencio" userId="b48abb43-3ff2-40b8-9511-c9e27fc14ae3" providerId="ADAL" clId="{DD02171F-AF4B-4DA5-9632-FDB00DAEA9BE}" dt="2025-03-24T02:13:23.389" v="54" actId="1076"/>
        <pc:sldMkLst>
          <pc:docMk/>
          <pc:sldMk cId="1943926825" sldId="2076137704"/>
        </pc:sldMkLst>
        <pc:spChg chg="mod">
          <ac:chgData name="Tatiana Zuñiga Vicencio" userId="b48abb43-3ff2-40b8-9511-c9e27fc14ae3" providerId="ADAL" clId="{DD02171F-AF4B-4DA5-9632-FDB00DAEA9BE}" dt="2025-03-24T02:13:23.389" v="54" actId="1076"/>
          <ac:spMkLst>
            <pc:docMk/>
            <pc:sldMk cId="1943926825" sldId="2076137704"/>
            <ac:spMk id="4" creationId="{989F3E90-4C06-2C14-515C-CBDD9872BE08}"/>
          </ac:spMkLst>
        </pc:spChg>
      </pc:sldChg>
      <pc:sldChg chg="del">
        <pc:chgData name="Tatiana Zuñiga Vicencio" userId="b48abb43-3ff2-40b8-9511-c9e27fc14ae3" providerId="ADAL" clId="{DD02171F-AF4B-4DA5-9632-FDB00DAEA9BE}" dt="2025-03-24T02:12:19.139" v="44" actId="2696"/>
        <pc:sldMkLst>
          <pc:docMk/>
          <pc:sldMk cId="3736436638" sldId="2076137707"/>
        </pc:sldMkLst>
      </pc:sldChg>
      <pc:sldChg chg="addSp delSp modSp mod">
        <pc:chgData name="Tatiana Zuñiga Vicencio" userId="b48abb43-3ff2-40b8-9511-c9e27fc14ae3" providerId="ADAL" clId="{DD02171F-AF4B-4DA5-9632-FDB00DAEA9BE}" dt="2025-03-24T02:08:53.931" v="14" actId="1076"/>
        <pc:sldMkLst>
          <pc:docMk/>
          <pc:sldMk cId="3631252662" sldId="2076137712"/>
        </pc:sldMkLst>
        <pc:picChg chg="del">
          <ac:chgData name="Tatiana Zuñiga Vicencio" userId="b48abb43-3ff2-40b8-9511-c9e27fc14ae3" providerId="ADAL" clId="{DD02171F-AF4B-4DA5-9632-FDB00DAEA9BE}" dt="2025-03-24T02:08:04.648" v="5" actId="478"/>
          <ac:picMkLst>
            <pc:docMk/>
            <pc:sldMk cId="3631252662" sldId="2076137712"/>
            <ac:picMk id="4" creationId="{CE0EEB6F-A3F8-AC4A-B557-FB208430C1D6}"/>
          </ac:picMkLst>
        </pc:picChg>
        <pc:picChg chg="add mod modCrop">
          <ac:chgData name="Tatiana Zuñiga Vicencio" userId="b48abb43-3ff2-40b8-9511-c9e27fc14ae3" providerId="ADAL" clId="{DD02171F-AF4B-4DA5-9632-FDB00DAEA9BE}" dt="2025-03-24T02:08:53.931" v="14" actId="1076"/>
          <ac:picMkLst>
            <pc:docMk/>
            <pc:sldMk cId="3631252662" sldId="2076137712"/>
            <ac:picMk id="5" creationId="{1B0102BA-E5E1-F0A3-865D-AA5752700FF9}"/>
          </ac:picMkLst>
        </pc:picChg>
      </pc:sldChg>
      <pc:sldChg chg="modSp del mod">
        <pc:chgData name="Tatiana Zuñiga Vicencio" userId="b48abb43-3ff2-40b8-9511-c9e27fc14ae3" providerId="ADAL" clId="{DD02171F-AF4B-4DA5-9632-FDB00DAEA9BE}" dt="2025-03-24T02:11:44.524" v="34" actId="20577"/>
        <pc:sldMkLst>
          <pc:docMk/>
          <pc:sldMk cId="3308352145" sldId="2076137715"/>
        </pc:sldMkLst>
        <pc:spChg chg="mod">
          <ac:chgData name="Tatiana Zuñiga Vicencio" userId="b48abb43-3ff2-40b8-9511-c9e27fc14ae3" providerId="ADAL" clId="{DD02171F-AF4B-4DA5-9632-FDB00DAEA9BE}" dt="2025-03-24T02:10:14.298" v="18" actId="207"/>
          <ac:spMkLst>
            <pc:docMk/>
            <pc:sldMk cId="3308352145" sldId="2076137715"/>
            <ac:spMk id="2" creationId="{1A61DC72-8352-BD2B-D466-047E20431EDE}"/>
          </ac:spMkLst>
        </pc:spChg>
        <pc:spChg chg="mod">
          <ac:chgData name="Tatiana Zuñiga Vicencio" userId="b48abb43-3ff2-40b8-9511-c9e27fc14ae3" providerId="ADAL" clId="{DD02171F-AF4B-4DA5-9632-FDB00DAEA9BE}" dt="2025-03-24T02:11:44.524" v="34" actId="20577"/>
          <ac:spMkLst>
            <pc:docMk/>
            <pc:sldMk cId="3308352145" sldId="2076137715"/>
            <ac:spMk id="7" creationId="{BC28F638-7AE5-2D6B-8A0B-D6FCECADB96D}"/>
          </ac:spMkLst>
        </pc:spChg>
      </pc:sldChg>
      <pc:sldChg chg="addSp delSp modSp del mod">
        <pc:chgData name="Tatiana Zuñiga Vicencio" userId="b48abb43-3ff2-40b8-9511-c9e27fc14ae3" providerId="ADAL" clId="{DD02171F-AF4B-4DA5-9632-FDB00DAEA9BE}" dt="2025-03-24T02:10:41.139" v="27" actId="207"/>
        <pc:sldMkLst>
          <pc:docMk/>
          <pc:sldMk cId="2869556707" sldId="2076137719"/>
        </pc:sldMkLst>
        <pc:spChg chg="mod">
          <ac:chgData name="Tatiana Zuñiga Vicencio" userId="b48abb43-3ff2-40b8-9511-c9e27fc14ae3" providerId="ADAL" clId="{DD02171F-AF4B-4DA5-9632-FDB00DAEA9BE}" dt="2025-03-24T02:10:41.139" v="27" actId="207"/>
          <ac:spMkLst>
            <pc:docMk/>
            <pc:sldMk cId="2869556707" sldId="2076137719"/>
            <ac:spMk id="2" creationId="{1A61DC72-8352-BD2B-D466-047E20431EDE}"/>
          </ac:spMkLst>
        </pc:spChg>
        <pc:spChg chg="add del mod">
          <ac:chgData name="Tatiana Zuñiga Vicencio" userId="b48abb43-3ff2-40b8-9511-c9e27fc14ae3" providerId="ADAL" clId="{DD02171F-AF4B-4DA5-9632-FDB00DAEA9BE}" dt="2025-03-24T02:10:35.933" v="25" actId="6549"/>
          <ac:spMkLst>
            <pc:docMk/>
            <pc:sldMk cId="2869556707" sldId="2076137719"/>
            <ac:spMk id="3" creationId="{0622F953-4E77-98FF-5569-BBF9A0424ADD}"/>
          </ac:spMkLst>
        </pc:spChg>
      </pc:sldChg>
      <pc:sldChg chg="modSp del mod">
        <pc:chgData name="Tatiana Zuñiga Vicencio" userId="b48abb43-3ff2-40b8-9511-c9e27fc14ae3" providerId="ADAL" clId="{DD02171F-AF4B-4DA5-9632-FDB00DAEA9BE}" dt="2025-03-24T02:12:54.378" v="50" actId="14100"/>
        <pc:sldMkLst>
          <pc:docMk/>
          <pc:sldMk cId="2590429962" sldId="2076137721"/>
        </pc:sldMkLst>
        <pc:spChg chg="mod">
          <ac:chgData name="Tatiana Zuñiga Vicencio" userId="b48abb43-3ff2-40b8-9511-c9e27fc14ae3" providerId="ADAL" clId="{DD02171F-AF4B-4DA5-9632-FDB00DAEA9BE}" dt="2025-03-24T02:12:54.378" v="50" actId="14100"/>
          <ac:spMkLst>
            <pc:docMk/>
            <pc:sldMk cId="2590429962" sldId="2076137721"/>
            <ac:spMk id="4" creationId="{989F3E90-4C06-2C14-515C-CBDD9872BE08}"/>
          </ac:spMkLst>
        </pc:spChg>
      </pc:sldChg>
      <pc:sldChg chg="del">
        <pc:chgData name="Tatiana Zuñiga Vicencio" userId="b48abb43-3ff2-40b8-9511-c9e27fc14ae3" providerId="ADAL" clId="{DD02171F-AF4B-4DA5-9632-FDB00DAEA9BE}" dt="2025-03-24T02:09:06.771" v="15" actId="47"/>
        <pc:sldMkLst>
          <pc:docMk/>
          <pc:sldMk cId="3166046335" sldId="2076137722"/>
        </pc:sldMkLst>
      </pc:sldChg>
      <pc:sldChg chg="modSp mod">
        <pc:chgData name="Tatiana Zuñiga Vicencio" userId="b48abb43-3ff2-40b8-9511-c9e27fc14ae3" providerId="ADAL" clId="{DD02171F-AF4B-4DA5-9632-FDB00DAEA9BE}" dt="2025-03-24T02:07:55.671" v="4" actId="255"/>
        <pc:sldMkLst>
          <pc:docMk/>
          <pc:sldMk cId="3591411737" sldId="2076137723"/>
        </pc:sldMkLst>
        <pc:spChg chg="mod">
          <ac:chgData name="Tatiana Zuñiga Vicencio" userId="b48abb43-3ff2-40b8-9511-c9e27fc14ae3" providerId="ADAL" clId="{DD02171F-AF4B-4DA5-9632-FDB00DAEA9BE}" dt="2025-03-24T02:06:58.598" v="1" actId="20577"/>
          <ac:spMkLst>
            <pc:docMk/>
            <pc:sldMk cId="3591411737" sldId="2076137723"/>
            <ac:spMk id="2" creationId="{972BB412-0761-08C0-91B5-7D184FDF0428}"/>
          </ac:spMkLst>
        </pc:spChg>
        <pc:spChg chg="mod">
          <ac:chgData name="Tatiana Zuñiga Vicencio" userId="b48abb43-3ff2-40b8-9511-c9e27fc14ae3" providerId="ADAL" clId="{DD02171F-AF4B-4DA5-9632-FDB00DAEA9BE}" dt="2025-03-24T02:07:55.671" v="4" actId="255"/>
          <ac:spMkLst>
            <pc:docMk/>
            <pc:sldMk cId="3591411737" sldId="2076137723"/>
            <ac:spMk id="3" creationId="{317770C8-A12B-436B-AB8E-9FC2932E0DB7}"/>
          </ac:spMkLst>
        </pc:spChg>
      </pc:sldChg>
      <pc:sldChg chg="delSp modSp mod">
        <pc:chgData name="Tatiana Zuñiga Vicencio" userId="b48abb43-3ff2-40b8-9511-c9e27fc14ae3" providerId="ADAL" clId="{DD02171F-AF4B-4DA5-9632-FDB00DAEA9BE}" dt="2025-03-24T02:11:23.375" v="33" actId="20577"/>
        <pc:sldMkLst>
          <pc:docMk/>
          <pc:sldMk cId="2505992641" sldId="2076137728"/>
        </pc:sldMkLst>
        <pc:spChg chg="mod">
          <ac:chgData name="Tatiana Zuñiga Vicencio" userId="b48abb43-3ff2-40b8-9511-c9e27fc14ae3" providerId="ADAL" clId="{DD02171F-AF4B-4DA5-9632-FDB00DAEA9BE}" dt="2025-03-24T02:11:04.169" v="30" actId="207"/>
          <ac:spMkLst>
            <pc:docMk/>
            <pc:sldMk cId="2505992641" sldId="2076137728"/>
            <ac:spMk id="2" creationId="{1A61DC72-8352-BD2B-D466-047E20431EDE}"/>
          </ac:spMkLst>
        </pc:spChg>
        <pc:spChg chg="del">
          <ac:chgData name="Tatiana Zuñiga Vicencio" userId="b48abb43-3ff2-40b8-9511-c9e27fc14ae3" providerId="ADAL" clId="{DD02171F-AF4B-4DA5-9632-FDB00DAEA9BE}" dt="2025-03-24T02:10:54.264" v="28" actId="478"/>
          <ac:spMkLst>
            <pc:docMk/>
            <pc:sldMk cId="2505992641" sldId="2076137728"/>
            <ac:spMk id="3" creationId="{0622F953-4E77-98FF-5569-BBF9A0424ADD}"/>
          </ac:spMkLst>
        </pc:spChg>
        <pc:spChg chg="mod">
          <ac:chgData name="Tatiana Zuñiga Vicencio" userId="b48abb43-3ff2-40b8-9511-c9e27fc14ae3" providerId="ADAL" clId="{DD02171F-AF4B-4DA5-9632-FDB00DAEA9BE}" dt="2025-03-24T02:11:23.375" v="33" actId="20577"/>
          <ac:spMkLst>
            <pc:docMk/>
            <pc:sldMk cId="2505992641" sldId="2076137728"/>
            <ac:spMk id="7" creationId="{BC28F638-7AE5-2D6B-8A0B-D6FCECADB96D}"/>
          </ac:spMkLst>
        </pc:spChg>
      </pc:sldChg>
      <pc:sldChg chg="del">
        <pc:chgData name="Tatiana Zuñiga Vicencio" userId="b48abb43-3ff2-40b8-9511-c9e27fc14ae3" providerId="ADAL" clId="{DD02171F-AF4B-4DA5-9632-FDB00DAEA9BE}" dt="2025-03-24T02:09:06.771" v="15" actId="47"/>
        <pc:sldMkLst>
          <pc:docMk/>
          <pc:sldMk cId="3553801762" sldId="2076137728"/>
        </pc:sldMkLst>
      </pc:sldChg>
      <pc:sldChg chg="modSp mod">
        <pc:chgData name="Tatiana Zuñiga Vicencio" userId="b48abb43-3ff2-40b8-9511-c9e27fc14ae3" providerId="ADAL" clId="{DD02171F-AF4B-4DA5-9632-FDB00DAEA9BE}" dt="2025-03-24T02:13:06.376" v="53" actId="1076"/>
        <pc:sldMkLst>
          <pc:docMk/>
          <pc:sldMk cId="1621450941" sldId="2076137729"/>
        </pc:sldMkLst>
        <pc:spChg chg="mod">
          <ac:chgData name="Tatiana Zuñiga Vicencio" userId="b48abb43-3ff2-40b8-9511-c9e27fc14ae3" providerId="ADAL" clId="{DD02171F-AF4B-4DA5-9632-FDB00DAEA9BE}" dt="2025-03-24T02:13:06.376" v="53" actId="1076"/>
          <ac:spMkLst>
            <pc:docMk/>
            <pc:sldMk cId="1621450941" sldId="2076137729"/>
            <ac:spMk id="4" creationId="{989F3E90-4C06-2C14-515C-CBDD9872BE08}"/>
          </ac:spMkLst>
        </pc:spChg>
      </pc:sldChg>
      <pc:sldChg chg="del">
        <pc:chgData name="Tatiana Zuñiga Vicencio" userId="b48abb43-3ff2-40b8-9511-c9e27fc14ae3" providerId="ADAL" clId="{DD02171F-AF4B-4DA5-9632-FDB00DAEA9BE}" dt="2025-03-24T02:09:06.771" v="15" actId="47"/>
        <pc:sldMkLst>
          <pc:docMk/>
          <pc:sldMk cId="2470084341" sldId="2076137729"/>
        </pc:sldMkLst>
      </pc:sldChg>
      <pc:sldChg chg="del">
        <pc:chgData name="Tatiana Zuñiga Vicencio" userId="b48abb43-3ff2-40b8-9511-c9e27fc14ae3" providerId="ADAL" clId="{DD02171F-AF4B-4DA5-9632-FDB00DAEA9BE}" dt="2025-03-24T02:09:06.771" v="15" actId="47"/>
        <pc:sldMkLst>
          <pc:docMk/>
          <pc:sldMk cId="3182177649" sldId="2076137730"/>
        </pc:sldMkLst>
      </pc:sldChg>
      <pc:sldChg chg="modSp add mod ord">
        <pc:chgData name="Tatiana Zuñiga Vicencio" userId="b48abb43-3ff2-40b8-9511-c9e27fc14ae3" providerId="ADAL" clId="{DD02171F-AF4B-4DA5-9632-FDB00DAEA9BE}" dt="2025-03-24T02:12:14.588" v="43" actId="20577"/>
        <pc:sldMkLst>
          <pc:docMk/>
          <pc:sldMk cId="4146500985" sldId="2076137730"/>
        </pc:sldMkLst>
        <pc:spChg chg="mod">
          <ac:chgData name="Tatiana Zuñiga Vicencio" userId="b48abb43-3ff2-40b8-9511-c9e27fc14ae3" providerId="ADAL" clId="{DD02171F-AF4B-4DA5-9632-FDB00DAEA9BE}" dt="2025-03-24T02:12:14.588" v="43" actId="20577"/>
          <ac:spMkLst>
            <pc:docMk/>
            <pc:sldMk cId="4146500985" sldId="2076137730"/>
            <ac:spMk id="2" creationId="{BABD4D31-E55B-9D1B-AE37-A958D5D4F321}"/>
          </ac:spMkLst>
        </pc:spChg>
      </pc:sldChg>
      <pc:sldChg chg="del">
        <pc:chgData name="Tatiana Zuñiga Vicencio" userId="b48abb43-3ff2-40b8-9511-c9e27fc14ae3" providerId="ADAL" clId="{DD02171F-AF4B-4DA5-9632-FDB00DAEA9BE}" dt="2025-03-24T02:09:06.771" v="15" actId="47"/>
        <pc:sldMkLst>
          <pc:docMk/>
          <pc:sldMk cId="1688990334" sldId="2076137731"/>
        </pc:sldMkLst>
      </pc:sldChg>
      <pc:sldChg chg="del">
        <pc:chgData name="Tatiana Zuñiga Vicencio" userId="b48abb43-3ff2-40b8-9511-c9e27fc14ae3" providerId="ADAL" clId="{DD02171F-AF4B-4DA5-9632-FDB00DAEA9BE}" dt="2025-03-24T02:09:06.771" v="15" actId="47"/>
        <pc:sldMkLst>
          <pc:docMk/>
          <pc:sldMk cId="3457953128" sldId="2076137732"/>
        </pc:sldMkLst>
      </pc:sldChg>
      <pc:sldChg chg="del">
        <pc:chgData name="Tatiana Zuñiga Vicencio" userId="b48abb43-3ff2-40b8-9511-c9e27fc14ae3" providerId="ADAL" clId="{DD02171F-AF4B-4DA5-9632-FDB00DAEA9BE}" dt="2025-03-24T02:09:06.771" v="15" actId="47"/>
        <pc:sldMkLst>
          <pc:docMk/>
          <pc:sldMk cId="1621450941" sldId="2076137733"/>
        </pc:sldMkLst>
      </pc:sldChg>
      <pc:sldChg chg="del">
        <pc:chgData name="Tatiana Zuñiga Vicencio" userId="b48abb43-3ff2-40b8-9511-c9e27fc14ae3" providerId="ADAL" clId="{DD02171F-AF4B-4DA5-9632-FDB00DAEA9BE}" dt="2025-03-24T02:09:06.771" v="15" actId="47"/>
        <pc:sldMkLst>
          <pc:docMk/>
          <pc:sldMk cId="952083360" sldId="2076137734"/>
        </pc:sldMkLst>
      </pc:sldChg>
    </pc:docChg>
  </pc:docChgLst>
  <pc:docChgLst>
    <pc:chgData name="Tatiana Zuñiga Vicencio" userId="b48abb43-3ff2-40b8-9511-c9e27fc14ae3" providerId="ADAL" clId="{54002CB9-9BD6-4DAE-A727-4D929958C7F7}"/>
    <pc:docChg chg="undo custSel addSld delSld modSld sldOrd">
      <pc:chgData name="Tatiana Zuñiga Vicencio" userId="b48abb43-3ff2-40b8-9511-c9e27fc14ae3" providerId="ADAL" clId="{54002CB9-9BD6-4DAE-A727-4D929958C7F7}" dt="2025-03-23T22:37:12.528" v="36" actId="2696"/>
      <pc:docMkLst>
        <pc:docMk/>
      </pc:docMkLst>
      <pc:sldChg chg="modSp del mod">
        <pc:chgData name="Tatiana Zuñiga Vicencio" userId="b48abb43-3ff2-40b8-9511-c9e27fc14ae3" providerId="ADAL" clId="{54002CB9-9BD6-4DAE-A727-4D929958C7F7}" dt="2025-03-23T22:36:43.573" v="32" actId="790"/>
        <pc:sldMkLst>
          <pc:docMk/>
          <pc:sldMk cId="1943926825" sldId="2076137704"/>
        </pc:sldMkLst>
        <pc:spChg chg="mod">
          <ac:chgData name="Tatiana Zuñiga Vicencio" userId="b48abb43-3ff2-40b8-9511-c9e27fc14ae3" providerId="ADAL" clId="{54002CB9-9BD6-4DAE-A727-4D929958C7F7}" dt="2025-03-23T22:36:43.573" v="32" actId="790"/>
          <ac:spMkLst>
            <pc:docMk/>
            <pc:sldMk cId="1943926825" sldId="2076137704"/>
            <ac:spMk id="3" creationId="{39E76D72-21B1-2E52-9F13-CAB212A597FC}"/>
          </ac:spMkLst>
        </pc:spChg>
        <pc:spChg chg="mod">
          <ac:chgData name="Tatiana Zuñiga Vicencio" userId="b48abb43-3ff2-40b8-9511-c9e27fc14ae3" providerId="ADAL" clId="{54002CB9-9BD6-4DAE-A727-4D929958C7F7}" dt="2025-03-23T22:36:30.295" v="31" actId="207"/>
          <ac:spMkLst>
            <pc:docMk/>
            <pc:sldMk cId="1943926825" sldId="2076137704"/>
            <ac:spMk id="4" creationId="{989F3E90-4C06-2C14-515C-CBDD9872BE08}"/>
          </ac:spMkLst>
        </pc:spChg>
      </pc:sldChg>
      <pc:sldChg chg="del">
        <pc:chgData name="Tatiana Zuñiga Vicencio" userId="b48abb43-3ff2-40b8-9511-c9e27fc14ae3" providerId="ADAL" clId="{54002CB9-9BD6-4DAE-A727-4D929958C7F7}" dt="2025-03-23T22:36:15.080" v="28" actId="2696"/>
        <pc:sldMkLst>
          <pc:docMk/>
          <pc:sldMk cId="3736436638" sldId="2076137707"/>
        </pc:sldMkLst>
      </pc:sldChg>
      <pc:sldChg chg="del">
        <pc:chgData name="Tatiana Zuñiga Vicencio" userId="b48abb43-3ff2-40b8-9511-c9e27fc14ae3" providerId="ADAL" clId="{54002CB9-9BD6-4DAE-A727-4D929958C7F7}" dt="2025-03-23T22:37:06.417" v="34" actId="2696"/>
        <pc:sldMkLst>
          <pc:docMk/>
          <pc:sldMk cId="694389719" sldId="2076137709"/>
        </pc:sldMkLst>
      </pc:sldChg>
      <pc:sldChg chg="addSp delSp modSp mod">
        <pc:chgData name="Tatiana Zuñiga Vicencio" userId="b48abb43-3ff2-40b8-9511-c9e27fc14ae3" providerId="ADAL" clId="{54002CB9-9BD6-4DAE-A727-4D929958C7F7}" dt="2025-03-23T22:34:45.568" v="11" actId="1076"/>
        <pc:sldMkLst>
          <pc:docMk/>
          <pc:sldMk cId="3631252662" sldId="2076137712"/>
        </pc:sldMkLst>
        <pc:picChg chg="del">
          <ac:chgData name="Tatiana Zuñiga Vicencio" userId="b48abb43-3ff2-40b8-9511-c9e27fc14ae3" providerId="ADAL" clId="{54002CB9-9BD6-4DAE-A727-4D929958C7F7}" dt="2025-03-23T22:34:18.638" v="3" actId="478"/>
          <ac:picMkLst>
            <pc:docMk/>
            <pc:sldMk cId="3631252662" sldId="2076137712"/>
            <ac:picMk id="3" creationId="{0F947A80-8679-DCFD-001B-7F800C768D74}"/>
          </ac:picMkLst>
        </pc:picChg>
        <pc:picChg chg="add mod modCrop">
          <ac:chgData name="Tatiana Zuñiga Vicencio" userId="b48abb43-3ff2-40b8-9511-c9e27fc14ae3" providerId="ADAL" clId="{54002CB9-9BD6-4DAE-A727-4D929958C7F7}" dt="2025-03-23T22:34:45.568" v="11" actId="1076"/>
          <ac:picMkLst>
            <pc:docMk/>
            <pc:sldMk cId="3631252662" sldId="2076137712"/>
            <ac:picMk id="5" creationId="{F4D09567-F17A-EC91-E206-C493798F309A}"/>
          </ac:picMkLst>
        </pc:picChg>
      </pc:sldChg>
      <pc:sldChg chg="modSp del mod">
        <pc:chgData name="Tatiana Zuñiga Vicencio" userId="b48abb43-3ff2-40b8-9511-c9e27fc14ae3" providerId="ADAL" clId="{54002CB9-9BD6-4DAE-A727-4D929958C7F7}" dt="2025-03-23T22:35:48.704" v="15" actId="1076"/>
        <pc:sldMkLst>
          <pc:docMk/>
          <pc:sldMk cId="3308352145" sldId="2076137715"/>
        </pc:sldMkLst>
        <pc:spChg chg="mod">
          <ac:chgData name="Tatiana Zuñiga Vicencio" userId="b48abb43-3ff2-40b8-9511-c9e27fc14ae3" providerId="ADAL" clId="{54002CB9-9BD6-4DAE-A727-4D929958C7F7}" dt="2025-03-23T22:35:44.598" v="14" actId="207"/>
          <ac:spMkLst>
            <pc:docMk/>
            <pc:sldMk cId="3308352145" sldId="2076137715"/>
            <ac:spMk id="2" creationId="{1A61DC72-8352-BD2B-D466-047E20431EDE}"/>
          </ac:spMkLst>
        </pc:spChg>
        <pc:spChg chg="mod">
          <ac:chgData name="Tatiana Zuñiga Vicencio" userId="b48abb43-3ff2-40b8-9511-c9e27fc14ae3" providerId="ADAL" clId="{54002CB9-9BD6-4DAE-A727-4D929958C7F7}" dt="2025-03-23T22:35:48.704" v="15" actId="1076"/>
          <ac:spMkLst>
            <pc:docMk/>
            <pc:sldMk cId="3308352145" sldId="2076137715"/>
            <ac:spMk id="3" creationId="{0622F953-4E77-98FF-5569-BBF9A0424ADD}"/>
          </ac:spMkLst>
        </pc:spChg>
      </pc:sldChg>
      <pc:sldChg chg="del">
        <pc:chgData name="Tatiana Zuñiga Vicencio" userId="b48abb43-3ff2-40b8-9511-c9e27fc14ae3" providerId="ADAL" clId="{54002CB9-9BD6-4DAE-A727-4D929958C7F7}" dt="2025-03-23T22:37:09.606" v="35" actId="2696"/>
        <pc:sldMkLst>
          <pc:docMk/>
          <pc:sldMk cId="2456185182" sldId="2076137716"/>
        </pc:sldMkLst>
      </pc:sldChg>
      <pc:sldChg chg="modSp del mod">
        <pc:chgData name="Tatiana Zuñiga Vicencio" userId="b48abb43-3ff2-40b8-9511-c9e27fc14ae3" providerId="ADAL" clId="{54002CB9-9BD6-4DAE-A727-4D929958C7F7}" dt="2025-03-23T22:35:58.344" v="18" actId="207"/>
        <pc:sldMkLst>
          <pc:docMk/>
          <pc:sldMk cId="2869556707" sldId="2076137719"/>
        </pc:sldMkLst>
        <pc:spChg chg="mod">
          <ac:chgData name="Tatiana Zuñiga Vicencio" userId="b48abb43-3ff2-40b8-9511-c9e27fc14ae3" providerId="ADAL" clId="{54002CB9-9BD6-4DAE-A727-4D929958C7F7}" dt="2025-03-23T22:35:58.344" v="18" actId="207"/>
          <ac:spMkLst>
            <pc:docMk/>
            <pc:sldMk cId="2869556707" sldId="2076137719"/>
            <ac:spMk id="2" creationId="{1A61DC72-8352-BD2B-D466-047E20431EDE}"/>
          </ac:spMkLst>
        </pc:spChg>
        <pc:spChg chg="mod">
          <ac:chgData name="Tatiana Zuñiga Vicencio" userId="b48abb43-3ff2-40b8-9511-c9e27fc14ae3" providerId="ADAL" clId="{54002CB9-9BD6-4DAE-A727-4D929958C7F7}" dt="2025-03-23T22:35:53.448" v="16" actId="1076"/>
          <ac:spMkLst>
            <pc:docMk/>
            <pc:sldMk cId="2869556707" sldId="2076137719"/>
            <ac:spMk id="3" creationId="{0622F953-4E77-98FF-5569-BBF9A0424ADD}"/>
          </ac:spMkLst>
        </pc:spChg>
      </pc:sldChg>
      <pc:sldChg chg="del">
        <pc:chgData name="Tatiana Zuñiga Vicencio" userId="b48abb43-3ff2-40b8-9511-c9e27fc14ae3" providerId="ADAL" clId="{54002CB9-9BD6-4DAE-A727-4D929958C7F7}" dt="2025-03-23T22:37:12.528" v="36" actId="2696"/>
        <pc:sldMkLst>
          <pc:docMk/>
          <pc:sldMk cId="3604545036" sldId="2076137720"/>
        </pc:sldMkLst>
      </pc:sldChg>
      <pc:sldChg chg="del">
        <pc:chgData name="Tatiana Zuñiga Vicencio" userId="b48abb43-3ff2-40b8-9511-c9e27fc14ae3" providerId="ADAL" clId="{54002CB9-9BD6-4DAE-A727-4D929958C7F7}" dt="2025-03-23T22:35:24.911" v="12" actId="47"/>
        <pc:sldMkLst>
          <pc:docMk/>
          <pc:sldMk cId="2590429962" sldId="2076137721"/>
        </pc:sldMkLst>
      </pc:sldChg>
      <pc:sldChg chg="modSp mod">
        <pc:chgData name="Tatiana Zuñiga Vicencio" userId="b48abb43-3ff2-40b8-9511-c9e27fc14ae3" providerId="ADAL" clId="{54002CB9-9BD6-4DAE-A727-4D929958C7F7}" dt="2025-03-23T22:37:01.899" v="33" actId="790"/>
        <pc:sldMkLst>
          <pc:docMk/>
          <pc:sldMk cId="3397048692" sldId="2076137721"/>
        </pc:sldMkLst>
        <pc:spChg chg="mod">
          <ac:chgData name="Tatiana Zuñiga Vicencio" userId="b48abb43-3ff2-40b8-9511-c9e27fc14ae3" providerId="ADAL" clId="{54002CB9-9BD6-4DAE-A727-4D929958C7F7}" dt="2025-03-23T22:37:01.899" v="33" actId="790"/>
          <ac:spMkLst>
            <pc:docMk/>
            <pc:sldMk cId="3397048692" sldId="2076137721"/>
            <ac:spMk id="3" creationId="{CA7E7AFA-4F84-BD26-1EA5-ECEE6B5293C3}"/>
          </ac:spMkLst>
        </pc:spChg>
      </pc:sldChg>
      <pc:sldChg chg="del">
        <pc:chgData name="Tatiana Zuñiga Vicencio" userId="b48abb43-3ff2-40b8-9511-c9e27fc14ae3" providerId="ADAL" clId="{54002CB9-9BD6-4DAE-A727-4D929958C7F7}" dt="2025-03-23T22:35:24.911" v="12" actId="47"/>
        <pc:sldMkLst>
          <pc:docMk/>
          <pc:sldMk cId="972214813" sldId="2076137722"/>
        </pc:sldMkLst>
      </pc:sldChg>
      <pc:sldChg chg="modSp mod">
        <pc:chgData name="Tatiana Zuñiga Vicencio" userId="b48abb43-3ff2-40b8-9511-c9e27fc14ae3" providerId="ADAL" clId="{54002CB9-9BD6-4DAE-A727-4D929958C7F7}" dt="2025-03-23T22:33:49.172" v="2"/>
        <pc:sldMkLst>
          <pc:docMk/>
          <pc:sldMk cId="3591411737" sldId="2076137723"/>
        </pc:sldMkLst>
        <pc:spChg chg="mod">
          <ac:chgData name="Tatiana Zuñiga Vicencio" userId="b48abb43-3ff2-40b8-9511-c9e27fc14ae3" providerId="ADAL" clId="{54002CB9-9BD6-4DAE-A727-4D929958C7F7}" dt="2025-03-23T22:33:49.172" v="2"/>
          <ac:spMkLst>
            <pc:docMk/>
            <pc:sldMk cId="3591411737" sldId="2076137723"/>
            <ac:spMk id="3" creationId="{317770C8-A12B-436B-AB8E-9FC2932E0DB7}"/>
          </ac:spMkLst>
        </pc:spChg>
      </pc:sldChg>
      <pc:sldChg chg="modSp add mod ord">
        <pc:chgData name="Tatiana Zuñiga Vicencio" userId="b48abb43-3ff2-40b8-9511-c9e27fc14ae3" providerId="ADAL" clId="{54002CB9-9BD6-4DAE-A727-4D929958C7F7}" dt="2025-03-23T22:36:10.660" v="27" actId="20577"/>
        <pc:sldMkLst>
          <pc:docMk/>
          <pc:sldMk cId="1161551650" sldId="2076137728"/>
        </pc:sldMkLst>
        <pc:spChg chg="mod">
          <ac:chgData name="Tatiana Zuñiga Vicencio" userId="b48abb43-3ff2-40b8-9511-c9e27fc14ae3" providerId="ADAL" clId="{54002CB9-9BD6-4DAE-A727-4D929958C7F7}" dt="2025-03-23T22:36:10.660" v="27" actId="20577"/>
          <ac:spMkLst>
            <pc:docMk/>
            <pc:sldMk cId="1161551650" sldId="2076137728"/>
            <ac:spMk id="2" creationId="{1B2F91B2-F32B-6522-DD63-ACE56450A621}"/>
          </ac:spMkLst>
        </pc:spChg>
      </pc:sldChg>
      <pc:sldChg chg="del">
        <pc:chgData name="Tatiana Zuñiga Vicencio" userId="b48abb43-3ff2-40b8-9511-c9e27fc14ae3" providerId="ADAL" clId="{54002CB9-9BD6-4DAE-A727-4D929958C7F7}" dt="2025-03-23T22:35:24.911" v="12" actId="47"/>
        <pc:sldMkLst>
          <pc:docMk/>
          <pc:sldMk cId="2820724369" sldId="2076137728"/>
        </pc:sldMkLst>
      </pc:sldChg>
    </pc:docChg>
  </pc:docChgLst>
  <pc:docChgLst>
    <pc:chgData name="Alejandra Bravo Garcia" userId="S::alejandra.bravo@ipss.cl::4cf5125d-f567-4a98-9bb5-4ea9ae908f01" providerId="AD" clId="Web-{0F05BF99-B990-A37A-9ACA-893CFDE48EA7}"/>
    <pc:docChg chg="modSld">
      <pc:chgData name="Alejandra Bravo Garcia" userId="S::alejandra.bravo@ipss.cl::4cf5125d-f567-4a98-9bb5-4ea9ae908f01" providerId="AD" clId="Web-{0F05BF99-B990-A37A-9ACA-893CFDE48EA7}" dt="2024-10-11T17:31:03.903" v="88" actId="20577"/>
      <pc:docMkLst>
        <pc:docMk/>
      </pc:docMkLst>
      <pc:sldChg chg="modSp">
        <pc:chgData name="Alejandra Bravo Garcia" userId="S::alejandra.bravo@ipss.cl::4cf5125d-f567-4a98-9bb5-4ea9ae908f01" providerId="AD" clId="Web-{0F05BF99-B990-A37A-9ACA-893CFDE48EA7}" dt="2024-10-11T17:30:38.153" v="80" actId="20577"/>
        <pc:sldMkLst>
          <pc:docMk/>
          <pc:sldMk cId="1943926825" sldId="2076137704"/>
        </pc:sldMkLst>
      </pc:sldChg>
      <pc:sldChg chg="addSp delSp modSp">
        <pc:chgData name="Alejandra Bravo Garcia" userId="S::alejandra.bravo@ipss.cl::4cf5125d-f567-4a98-9bb5-4ea9ae908f01" providerId="AD" clId="Web-{0F05BF99-B990-A37A-9ACA-893CFDE48EA7}" dt="2024-10-11T17:26:41.740" v="33" actId="1076"/>
        <pc:sldMkLst>
          <pc:docMk/>
          <pc:sldMk cId="3631252662" sldId="2076137712"/>
        </pc:sldMkLst>
      </pc:sldChg>
      <pc:sldChg chg="addSp delSp modSp">
        <pc:chgData name="Alejandra Bravo Garcia" userId="S::alejandra.bravo@ipss.cl::4cf5125d-f567-4a98-9bb5-4ea9ae908f01" providerId="AD" clId="Web-{0F05BF99-B990-A37A-9ACA-893CFDE48EA7}" dt="2024-10-11T17:29:23.916" v="60" actId="14100"/>
        <pc:sldMkLst>
          <pc:docMk/>
          <pc:sldMk cId="3308352145" sldId="2076137715"/>
        </pc:sldMkLst>
      </pc:sldChg>
      <pc:sldChg chg="delSp modSp">
        <pc:chgData name="Alejandra Bravo Garcia" userId="S::alejandra.bravo@ipss.cl::4cf5125d-f567-4a98-9bb5-4ea9ae908f01" providerId="AD" clId="Web-{0F05BF99-B990-A37A-9ACA-893CFDE48EA7}" dt="2024-10-11T17:30:16.699" v="75" actId="20577"/>
        <pc:sldMkLst>
          <pc:docMk/>
          <pc:sldMk cId="2869556707" sldId="2076137719"/>
        </pc:sldMkLst>
      </pc:sldChg>
      <pc:sldChg chg="modSp">
        <pc:chgData name="Alejandra Bravo Garcia" userId="S::alejandra.bravo@ipss.cl::4cf5125d-f567-4a98-9bb5-4ea9ae908f01" providerId="AD" clId="Web-{0F05BF99-B990-A37A-9ACA-893CFDE48EA7}" dt="2024-10-11T17:30:57.653" v="86" actId="20577"/>
        <pc:sldMkLst>
          <pc:docMk/>
          <pc:sldMk cId="2590429962" sldId="2076137721"/>
        </pc:sldMkLst>
      </pc:sldChg>
      <pc:sldChg chg="modSp">
        <pc:chgData name="Alejandra Bravo Garcia" userId="S::alejandra.bravo@ipss.cl::4cf5125d-f567-4a98-9bb5-4ea9ae908f01" providerId="AD" clId="Web-{0F05BF99-B990-A37A-9ACA-893CFDE48EA7}" dt="2024-10-11T17:26:21.052" v="30" actId="20577"/>
        <pc:sldMkLst>
          <pc:docMk/>
          <pc:sldMk cId="3591411737" sldId="2076137723"/>
        </pc:sldMkLst>
      </pc:sldChg>
      <pc:sldChg chg="modSp">
        <pc:chgData name="Alejandra Bravo Garcia" userId="S::alejandra.bravo@ipss.cl::4cf5125d-f567-4a98-9bb5-4ea9ae908f01" providerId="AD" clId="Web-{0F05BF99-B990-A37A-9ACA-893CFDE48EA7}" dt="2024-10-11T17:31:03.903" v="88" actId="20577"/>
        <pc:sldMkLst>
          <pc:docMk/>
          <pc:sldMk cId="4093561765" sldId="2076137729"/>
        </pc:sldMkLst>
      </pc:sldChg>
    </pc:docChg>
  </pc:docChgLst>
  <pc:docChgLst>
    <pc:chgData name="Alejandra Bravo Garcia" userId="S::alejandra.bravo@ipss.cl::4cf5125d-f567-4a98-9bb5-4ea9ae908f01" providerId="AD" clId="Web-{1D0866BD-2B3A-96A4-920D-DD3EC06D9211}"/>
    <pc:docChg chg="modSld">
      <pc:chgData name="Alejandra Bravo Garcia" userId="S::alejandra.bravo@ipss.cl::4cf5125d-f567-4a98-9bb5-4ea9ae908f01" providerId="AD" clId="Web-{1D0866BD-2B3A-96A4-920D-DD3EC06D9211}" dt="2024-10-11T18:17:51.135" v="67" actId="20577"/>
      <pc:docMkLst>
        <pc:docMk/>
      </pc:docMkLst>
      <pc:sldChg chg="modSp">
        <pc:chgData name="Alejandra Bravo Garcia" userId="S::alejandra.bravo@ipss.cl::4cf5125d-f567-4a98-9bb5-4ea9ae908f01" providerId="AD" clId="Web-{1D0866BD-2B3A-96A4-920D-DD3EC06D9211}" dt="2024-10-11T18:17:16.806" v="57" actId="20577"/>
        <pc:sldMkLst>
          <pc:docMk/>
          <pc:sldMk cId="1943926825" sldId="2076137704"/>
        </pc:sldMkLst>
      </pc:sldChg>
      <pc:sldChg chg="addSp delSp modSp">
        <pc:chgData name="Alejandra Bravo Garcia" userId="S::alejandra.bravo@ipss.cl::4cf5125d-f567-4a98-9bb5-4ea9ae908f01" providerId="AD" clId="Web-{1D0866BD-2B3A-96A4-920D-DD3EC06D9211}" dt="2024-10-11T18:15:33.630" v="21"/>
        <pc:sldMkLst>
          <pc:docMk/>
          <pc:sldMk cId="3631252662" sldId="2076137712"/>
        </pc:sldMkLst>
      </pc:sldChg>
      <pc:sldChg chg="modSp">
        <pc:chgData name="Alejandra Bravo Garcia" userId="S::alejandra.bravo@ipss.cl::4cf5125d-f567-4a98-9bb5-4ea9ae908f01" providerId="AD" clId="Web-{1D0866BD-2B3A-96A4-920D-DD3EC06D9211}" dt="2024-10-11T18:16:01.663" v="30" actId="1076"/>
        <pc:sldMkLst>
          <pc:docMk/>
          <pc:sldMk cId="3308352145" sldId="2076137715"/>
        </pc:sldMkLst>
      </pc:sldChg>
      <pc:sldChg chg="modSp">
        <pc:chgData name="Alejandra Bravo Garcia" userId="S::alejandra.bravo@ipss.cl::4cf5125d-f567-4a98-9bb5-4ea9ae908f01" providerId="AD" clId="Web-{1D0866BD-2B3A-96A4-920D-DD3EC06D9211}" dt="2024-10-11T18:16:32.976" v="41" actId="1076"/>
        <pc:sldMkLst>
          <pc:docMk/>
          <pc:sldMk cId="2869556707" sldId="2076137719"/>
        </pc:sldMkLst>
      </pc:sldChg>
      <pc:sldChg chg="modSp">
        <pc:chgData name="Alejandra Bravo Garcia" userId="S::alejandra.bravo@ipss.cl::4cf5125d-f567-4a98-9bb5-4ea9ae908f01" providerId="AD" clId="Web-{1D0866BD-2B3A-96A4-920D-DD3EC06D9211}" dt="2024-10-11T18:17:51.135" v="67" actId="20577"/>
        <pc:sldMkLst>
          <pc:docMk/>
          <pc:sldMk cId="2590429962" sldId="2076137721"/>
        </pc:sldMkLst>
      </pc:sldChg>
      <pc:sldChg chg="modSp">
        <pc:chgData name="Alejandra Bravo Garcia" userId="S::alejandra.bravo@ipss.cl::4cf5125d-f567-4a98-9bb5-4ea9ae908f01" providerId="AD" clId="Web-{1D0866BD-2B3A-96A4-920D-DD3EC06D9211}" dt="2024-10-11T18:14:59.160" v="12" actId="20577"/>
        <pc:sldMkLst>
          <pc:docMk/>
          <pc:sldMk cId="3591411737" sldId="2076137723"/>
        </pc:sldMkLst>
      </pc:sldChg>
    </pc:docChg>
  </pc:docChgLst>
  <pc:docChgLst>
    <pc:chgData name="Tatiana Zuñiga Vicencio" userId="b48abb43-3ff2-40b8-9511-c9e27fc14ae3" providerId="ADAL" clId="{18FBCCF7-8A0E-4CF6-AC8F-C3E37A4C1638}"/>
    <pc:docChg chg="custSel addSld delSld modSld sldOrd">
      <pc:chgData name="Tatiana Zuñiga Vicencio" userId="b48abb43-3ff2-40b8-9511-c9e27fc14ae3" providerId="ADAL" clId="{18FBCCF7-8A0E-4CF6-AC8F-C3E37A4C1638}" dt="2025-03-23T00:47:24.114" v="48" actId="207"/>
      <pc:docMkLst>
        <pc:docMk/>
      </pc:docMkLst>
      <pc:sldChg chg="modSp add del mod">
        <pc:chgData name="Tatiana Zuñiga Vicencio" userId="b48abb43-3ff2-40b8-9511-c9e27fc14ae3" providerId="ADAL" clId="{18FBCCF7-8A0E-4CF6-AC8F-C3E37A4C1638}" dt="2025-03-23T00:47:08.240" v="44" actId="207"/>
        <pc:sldMkLst>
          <pc:docMk/>
          <pc:sldMk cId="1943926825" sldId="2076137704"/>
        </pc:sldMkLst>
        <pc:spChg chg="mod">
          <ac:chgData name="Tatiana Zuñiga Vicencio" userId="b48abb43-3ff2-40b8-9511-c9e27fc14ae3" providerId="ADAL" clId="{18FBCCF7-8A0E-4CF6-AC8F-C3E37A4C1638}" dt="2025-03-23T00:47:08.240" v="44" actId="207"/>
          <ac:spMkLst>
            <pc:docMk/>
            <pc:sldMk cId="1943926825" sldId="2076137704"/>
            <ac:spMk id="4" creationId="{989F3E90-4C06-2C14-515C-CBDD9872BE08}"/>
          </ac:spMkLst>
        </pc:spChg>
      </pc:sldChg>
      <pc:sldChg chg="add del">
        <pc:chgData name="Tatiana Zuñiga Vicencio" userId="b48abb43-3ff2-40b8-9511-c9e27fc14ae3" providerId="ADAL" clId="{18FBCCF7-8A0E-4CF6-AC8F-C3E37A4C1638}" dt="2025-03-23T00:46:55.880" v="42" actId="2696"/>
        <pc:sldMkLst>
          <pc:docMk/>
          <pc:sldMk cId="3736436638" sldId="2076137707"/>
        </pc:sldMkLst>
      </pc:sldChg>
      <pc:sldChg chg="add del">
        <pc:chgData name="Tatiana Zuñiga Vicencio" userId="b48abb43-3ff2-40b8-9511-c9e27fc14ae3" providerId="ADAL" clId="{18FBCCF7-8A0E-4CF6-AC8F-C3E37A4C1638}" dt="2025-03-23T00:45:43.797" v="28" actId="47"/>
        <pc:sldMkLst>
          <pc:docMk/>
          <pc:sldMk cId="694389719" sldId="2076137709"/>
        </pc:sldMkLst>
      </pc:sldChg>
      <pc:sldChg chg="addSp delSp modSp mod">
        <pc:chgData name="Tatiana Zuñiga Vicencio" userId="b48abb43-3ff2-40b8-9511-c9e27fc14ae3" providerId="ADAL" clId="{18FBCCF7-8A0E-4CF6-AC8F-C3E37A4C1638}" dt="2025-03-23T00:43:58.066" v="23"/>
        <pc:sldMkLst>
          <pc:docMk/>
          <pc:sldMk cId="3631252662" sldId="2076137712"/>
        </pc:sldMkLst>
        <pc:picChg chg="add mod">
          <ac:chgData name="Tatiana Zuñiga Vicencio" userId="b48abb43-3ff2-40b8-9511-c9e27fc14ae3" providerId="ADAL" clId="{18FBCCF7-8A0E-4CF6-AC8F-C3E37A4C1638}" dt="2025-03-23T00:43:58.066" v="23"/>
          <ac:picMkLst>
            <pc:docMk/>
            <pc:sldMk cId="3631252662" sldId="2076137712"/>
            <ac:picMk id="3" creationId="{0F947A80-8679-DCFD-001B-7F800C768D74}"/>
          </ac:picMkLst>
        </pc:picChg>
        <pc:picChg chg="del">
          <ac:chgData name="Tatiana Zuñiga Vicencio" userId="b48abb43-3ff2-40b8-9511-c9e27fc14ae3" providerId="ADAL" clId="{18FBCCF7-8A0E-4CF6-AC8F-C3E37A4C1638}" dt="2025-03-23T00:43:56.325" v="22" actId="478"/>
          <ac:picMkLst>
            <pc:docMk/>
            <pc:sldMk cId="3631252662" sldId="2076137712"/>
            <ac:picMk id="4" creationId="{ABC40B63-15D9-869F-C922-E42F5E53DC3B}"/>
          </ac:picMkLst>
        </pc:picChg>
      </pc:sldChg>
      <pc:sldChg chg="modSp add del mod">
        <pc:chgData name="Tatiana Zuñiga Vicencio" userId="b48abb43-3ff2-40b8-9511-c9e27fc14ae3" providerId="ADAL" clId="{18FBCCF7-8A0E-4CF6-AC8F-C3E37A4C1638}" dt="2025-03-23T00:46:19.345" v="31" actId="1076"/>
        <pc:sldMkLst>
          <pc:docMk/>
          <pc:sldMk cId="3308352145" sldId="2076137715"/>
        </pc:sldMkLst>
        <pc:spChg chg="mod">
          <ac:chgData name="Tatiana Zuñiga Vicencio" userId="b48abb43-3ff2-40b8-9511-c9e27fc14ae3" providerId="ADAL" clId="{18FBCCF7-8A0E-4CF6-AC8F-C3E37A4C1638}" dt="2025-03-23T00:46:14.813" v="30" actId="207"/>
          <ac:spMkLst>
            <pc:docMk/>
            <pc:sldMk cId="3308352145" sldId="2076137715"/>
            <ac:spMk id="2" creationId="{1A61DC72-8352-BD2B-D466-047E20431EDE}"/>
          </ac:spMkLst>
        </pc:spChg>
        <pc:spChg chg="mod">
          <ac:chgData name="Tatiana Zuñiga Vicencio" userId="b48abb43-3ff2-40b8-9511-c9e27fc14ae3" providerId="ADAL" clId="{18FBCCF7-8A0E-4CF6-AC8F-C3E37A4C1638}" dt="2025-03-23T00:46:19.345" v="31" actId="1076"/>
          <ac:spMkLst>
            <pc:docMk/>
            <pc:sldMk cId="3308352145" sldId="2076137715"/>
            <ac:spMk id="3" creationId="{0622F953-4E77-98FF-5569-BBF9A0424ADD}"/>
          </ac:spMkLst>
        </pc:spChg>
      </pc:sldChg>
      <pc:sldChg chg="add del">
        <pc:chgData name="Tatiana Zuñiga Vicencio" userId="b48abb43-3ff2-40b8-9511-c9e27fc14ae3" providerId="ADAL" clId="{18FBCCF7-8A0E-4CF6-AC8F-C3E37A4C1638}" dt="2025-03-23T00:45:41.190" v="26" actId="47"/>
        <pc:sldMkLst>
          <pc:docMk/>
          <pc:sldMk cId="2456185182" sldId="2076137716"/>
        </pc:sldMkLst>
      </pc:sldChg>
      <pc:sldChg chg="modSp add del mod">
        <pc:chgData name="Tatiana Zuñiga Vicencio" userId="b48abb43-3ff2-40b8-9511-c9e27fc14ae3" providerId="ADAL" clId="{18FBCCF7-8A0E-4CF6-AC8F-C3E37A4C1638}" dt="2025-03-23T00:46:29.731" v="32" actId="207"/>
        <pc:sldMkLst>
          <pc:docMk/>
          <pc:sldMk cId="2869556707" sldId="2076137719"/>
        </pc:sldMkLst>
        <pc:spChg chg="mod">
          <ac:chgData name="Tatiana Zuñiga Vicencio" userId="b48abb43-3ff2-40b8-9511-c9e27fc14ae3" providerId="ADAL" clId="{18FBCCF7-8A0E-4CF6-AC8F-C3E37A4C1638}" dt="2025-03-23T00:46:29.731" v="32" actId="207"/>
          <ac:spMkLst>
            <pc:docMk/>
            <pc:sldMk cId="2869556707" sldId="2076137719"/>
            <ac:spMk id="2" creationId="{1A61DC72-8352-BD2B-D466-047E20431EDE}"/>
          </ac:spMkLst>
        </pc:spChg>
      </pc:sldChg>
      <pc:sldChg chg="add del">
        <pc:chgData name="Tatiana Zuñiga Vicencio" userId="b48abb43-3ff2-40b8-9511-c9e27fc14ae3" providerId="ADAL" clId="{18FBCCF7-8A0E-4CF6-AC8F-C3E37A4C1638}" dt="2025-03-23T00:45:42.108" v="27" actId="47"/>
        <pc:sldMkLst>
          <pc:docMk/>
          <pc:sldMk cId="3604545036" sldId="2076137720"/>
        </pc:sldMkLst>
      </pc:sldChg>
      <pc:sldChg chg="modSp add del mod">
        <pc:chgData name="Tatiana Zuñiga Vicencio" userId="b48abb43-3ff2-40b8-9511-c9e27fc14ae3" providerId="ADAL" clId="{18FBCCF7-8A0E-4CF6-AC8F-C3E37A4C1638}" dt="2025-03-23T00:47:24.114" v="48" actId="207"/>
        <pc:sldMkLst>
          <pc:docMk/>
          <pc:sldMk cId="2590429962" sldId="2076137721"/>
        </pc:sldMkLst>
        <pc:spChg chg="mod">
          <ac:chgData name="Tatiana Zuñiga Vicencio" userId="b48abb43-3ff2-40b8-9511-c9e27fc14ae3" providerId="ADAL" clId="{18FBCCF7-8A0E-4CF6-AC8F-C3E37A4C1638}" dt="2025-03-23T00:47:24.114" v="48" actId="207"/>
          <ac:spMkLst>
            <pc:docMk/>
            <pc:sldMk cId="2590429962" sldId="2076137721"/>
            <ac:spMk id="4" creationId="{989F3E90-4C06-2C14-515C-CBDD9872BE08}"/>
          </ac:spMkLst>
        </pc:spChg>
      </pc:sldChg>
      <pc:sldChg chg="modSp add mod">
        <pc:chgData name="Tatiana Zuñiga Vicencio" userId="b48abb43-3ff2-40b8-9511-c9e27fc14ae3" providerId="ADAL" clId="{18FBCCF7-8A0E-4CF6-AC8F-C3E37A4C1638}" dt="2025-03-23T00:47:16.154" v="46" actId="207"/>
        <pc:sldMkLst>
          <pc:docMk/>
          <pc:sldMk cId="972214813" sldId="2076137722"/>
        </pc:sldMkLst>
        <pc:spChg chg="mod">
          <ac:chgData name="Tatiana Zuñiga Vicencio" userId="b48abb43-3ff2-40b8-9511-c9e27fc14ae3" providerId="ADAL" clId="{18FBCCF7-8A0E-4CF6-AC8F-C3E37A4C1638}" dt="2025-03-23T00:47:16.154" v="46" actId="207"/>
          <ac:spMkLst>
            <pc:docMk/>
            <pc:sldMk cId="972214813" sldId="2076137722"/>
            <ac:spMk id="4" creationId="{989F3E90-4C06-2C14-515C-CBDD9872BE08}"/>
          </ac:spMkLst>
        </pc:spChg>
      </pc:sldChg>
      <pc:sldChg chg="modSp mod">
        <pc:chgData name="Tatiana Zuñiga Vicencio" userId="b48abb43-3ff2-40b8-9511-c9e27fc14ae3" providerId="ADAL" clId="{18FBCCF7-8A0E-4CF6-AC8F-C3E37A4C1638}" dt="2025-03-23T00:43:25.215" v="21" actId="20577"/>
        <pc:sldMkLst>
          <pc:docMk/>
          <pc:sldMk cId="3591411737" sldId="2076137723"/>
        </pc:sldMkLst>
        <pc:spChg chg="mod">
          <ac:chgData name="Tatiana Zuñiga Vicencio" userId="b48abb43-3ff2-40b8-9511-c9e27fc14ae3" providerId="ADAL" clId="{18FBCCF7-8A0E-4CF6-AC8F-C3E37A4C1638}" dt="2025-03-23T00:43:16.366" v="1" actId="20577"/>
          <ac:spMkLst>
            <pc:docMk/>
            <pc:sldMk cId="3591411737" sldId="2076137723"/>
            <ac:spMk id="2" creationId="{972BB412-0761-08C0-91B5-7D184FDF0428}"/>
          </ac:spMkLst>
        </pc:spChg>
        <pc:spChg chg="mod">
          <ac:chgData name="Tatiana Zuñiga Vicencio" userId="b48abb43-3ff2-40b8-9511-c9e27fc14ae3" providerId="ADAL" clId="{18FBCCF7-8A0E-4CF6-AC8F-C3E37A4C1638}" dt="2025-03-23T00:43:25.215" v="21" actId="20577"/>
          <ac:spMkLst>
            <pc:docMk/>
            <pc:sldMk cId="3591411737" sldId="2076137723"/>
            <ac:spMk id="3" creationId="{317770C8-A12B-436B-AB8E-9FC2932E0DB7}"/>
          </ac:spMkLst>
        </pc:spChg>
      </pc:sldChg>
      <pc:sldChg chg="del">
        <pc:chgData name="Tatiana Zuñiga Vicencio" userId="b48abb43-3ff2-40b8-9511-c9e27fc14ae3" providerId="ADAL" clId="{18FBCCF7-8A0E-4CF6-AC8F-C3E37A4C1638}" dt="2025-03-23T00:44:19.844" v="24" actId="47"/>
        <pc:sldMkLst>
          <pc:docMk/>
          <pc:sldMk cId="1799458597" sldId="2076137728"/>
        </pc:sldMkLst>
      </pc:sldChg>
      <pc:sldChg chg="modSp add mod ord">
        <pc:chgData name="Tatiana Zuñiga Vicencio" userId="b48abb43-3ff2-40b8-9511-c9e27fc14ae3" providerId="ADAL" clId="{18FBCCF7-8A0E-4CF6-AC8F-C3E37A4C1638}" dt="2025-03-23T00:46:49.171" v="41" actId="20577"/>
        <pc:sldMkLst>
          <pc:docMk/>
          <pc:sldMk cId="2820724369" sldId="2076137728"/>
        </pc:sldMkLst>
        <pc:spChg chg="mod">
          <ac:chgData name="Tatiana Zuñiga Vicencio" userId="b48abb43-3ff2-40b8-9511-c9e27fc14ae3" providerId="ADAL" clId="{18FBCCF7-8A0E-4CF6-AC8F-C3E37A4C1638}" dt="2025-03-23T00:46:49.171" v="41" actId="20577"/>
          <ac:spMkLst>
            <pc:docMk/>
            <pc:sldMk cId="2820724369" sldId="2076137728"/>
            <ac:spMk id="2" creationId="{BC40146D-8FFC-F2FC-659D-8326C20CABE6}"/>
          </ac:spMkLst>
        </pc:spChg>
      </pc:sldChg>
      <pc:sldChg chg="del">
        <pc:chgData name="Tatiana Zuñiga Vicencio" userId="b48abb43-3ff2-40b8-9511-c9e27fc14ae3" providerId="ADAL" clId="{18FBCCF7-8A0E-4CF6-AC8F-C3E37A4C1638}" dt="2025-03-23T00:44:19.844" v="24" actId="47"/>
        <pc:sldMkLst>
          <pc:docMk/>
          <pc:sldMk cId="4093561765" sldId="2076137729"/>
        </pc:sldMkLst>
      </pc:sldChg>
    </pc:docChg>
  </pc:docChgLst>
  <pc:docChgLst>
    <pc:chgData name="Alejandra Bravo Garcia" userId="4cf5125d-f567-4a98-9bb5-4ea9ae908f01" providerId="ADAL" clId="{DF239395-608B-46A2-BE74-C542F512D6E5}"/>
    <pc:docChg chg="undo custSel delSld modSld">
      <pc:chgData name="Alejandra Bravo Garcia" userId="4cf5125d-f567-4a98-9bb5-4ea9ae908f01" providerId="ADAL" clId="{DF239395-608B-46A2-BE74-C542F512D6E5}" dt="2024-10-10T16:16:29.193" v="117" actId="113"/>
      <pc:docMkLst>
        <pc:docMk/>
      </pc:docMkLst>
      <pc:sldChg chg="modSp mod">
        <pc:chgData name="Alejandra Bravo Garcia" userId="4cf5125d-f567-4a98-9bb5-4ea9ae908f01" providerId="ADAL" clId="{DF239395-608B-46A2-BE74-C542F512D6E5}" dt="2024-10-10T16:14:22.353" v="86" actId="20577"/>
        <pc:sldMkLst>
          <pc:docMk/>
          <pc:sldMk cId="1943926825" sldId="2076137704"/>
        </pc:sldMkLst>
      </pc:sldChg>
      <pc:sldChg chg="addSp delSp modSp mod">
        <pc:chgData name="Alejandra Bravo Garcia" userId="4cf5125d-f567-4a98-9bb5-4ea9ae908f01" providerId="ADAL" clId="{DF239395-608B-46A2-BE74-C542F512D6E5}" dt="2024-10-10T16:11:57.333" v="57" actId="14100"/>
        <pc:sldMkLst>
          <pc:docMk/>
          <pc:sldMk cId="3631252662" sldId="2076137712"/>
        </pc:sldMkLst>
      </pc:sldChg>
      <pc:sldChg chg="modSp mod">
        <pc:chgData name="Alejandra Bravo Garcia" userId="4cf5125d-f567-4a98-9bb5-4ea9ae908f01" providerId="ADAL" clId="{DF239395-608B-46A2-BE74-C542F512D6E5}" dt="2024-10-10T16:12:35.811" v="66" actId="20577"/>
        <pc:sldMkLst>
          <pc:docMk/>
          <pc:sldMk cId="3308352145" sldId="2076137715"/>
        </pc:sldMkLst>
      </pc:sldChg>
      <pc:sldChg chg="modSp mod">
        <pc:chgData name="Alejandra Bravo Garcia" userId="4cf5125d-f567-4a98-9bb5-4ea9ae908f01" providerId="ADAL" clId="{DF239395-608B-46A2-BE74-C542F512D6E5}" dt="2024-10-10T16:13:50.349" v="82" actId="1076"/>
        <pc:sldMkLst>
          <pc:docMk/>
          <pc:sldMk cId="2869556707" sldId="2076137719"/>
        </pc:sldMkLst>
      </pc:sldChg>
      <pc:sldChg chg="modSp mod">
        <pc:chgData name="Alejandra Bravo Garcia" userId="4cf5125d-f567-4a98-9bb5-4ea9ae908f01" providerId="ADAL" clId="{DF239395-608B-46A2-BE74-C542F512D6E5}" dt="2024-10-10T16:14:48.564" v="90" actId="255"/>
        <pc:sldMkLst>
          <pc:docMk/>
          <pc:sldMk cId="2590429962" sldId="2076137721"/>
        </pc:sldMkLst>
      </pc:sldChg>
      <pc:sldChg chg="del">
        <pc:chgData name="Alejandra Bravo Garcia" userId="4cf5125d-f567-4a98-9bb5-4ea9ae908f01" providerId="ADAL" clId="{DF239395-608B-46A2-BE74-C542F512D6E5}" dt="2024-10-10T16:12:07.252" v="58" actId="2696"/>
        <pc:sldMkLst>
          <pc:docMk/>
          <pc:sldMk cId="2993983727" sldId="2076137722"/>
        </pc:sldMkLst>
      </pc:sldChg>
      <pc:sldChg chg="modSp mod">
        <pc:chgData name="Alejandra Bravo Garcia" userId="4cf5125d-f567-4a98-9bb5-4ea9ae908f01" providerId="ADAL" clId="{DF239395-608B-46A2-BE74-C542F512D6E5}" dt="2024-10-10T16:16:29.193" v="117" actId="113"/>
        <pc:sldMkLst>
          <pc:docMk/>
          <pc:sldMk cId="3591411737" sldId="2076137723"/>
        </pc:sldMkLst>
      </pc:sldChg>
      <pc:sldChg chg="modSp mod">
        <pc:chgData name="Alejandra Bravo Garcia" userId="4cf5125d-f567-4a98-9bb5-4ea9ae908f01" providerId="ADAL" clId="{DF239395-608B-46A2-BE74-C542F512D6E5}" dt="2024-10-10T16:10:54.449" v="47" actId="20577"/>
        <pc:sldMkLst>
          <pc:docMk/>
          <pc:sldMk cId="1520594475" sldId="2076137724"/>
        </pc:sldMkLst>
      </pc:sldChg>
    </pc:docChg>
  </pc:docChgLst>
  <pc:docChgLst>
    <pc:chgData name="Tatiana Zuñiga Vicencio" userId="b48abb43-3ff2-40b8-9511-c9e27fc14ae3" providerId="ADAL" clId="{B8364141-D9F8-4C7E-A259-07F63112D133}"/>
    <pc:docChg chg="custSel addSld delSld modSld sldOrd">
      <pc:chgData name="Tatiana Zuñiga Vicencio" userId="b48abb43-3ff2-40b8-9511-c9e27fc14ae3" providerId="ADAL" clId="{B8364141-D9F8-4C7E-A259-07F63112D133}" dt="2025-03-24T01:30:58.009" v="51" actId="20577"/>
      <pc:docMkLst>
        <pc:docMk/>
      </pc:docMkLst>
      <pc:sldChg chg="del">
        <pc:chgData name="Tatiana Zuñiga Vicencio" userId="b48abb43-3ff2-40b8-9511-c9e27fc14ae3" providerId="ADAL" clId="{B8364141-D9F8-4C7E-A259-07F63112D133}" dt="2025-03-24T01:27:37.817" v="16" actId="47"/>
        <pc:sldMkLst>
          <pc:docMk/>
          <pc:sldMk cId="1943926825" sldId="2076137704"/>
        </pc:sldMkLst>
      </pc:sldChg>
      <pc:sldChg chg="del">
        <pc:chgData name="Tatiana Zuñiga Vicencio" userId="b48abb43-3ff2-40b8-9511-c9e27fc14ae3" providerId="ADAL" clId="{B8364141-D9F8-4C7E-A259-07F63112D133}" dt="2025-03-24T01:30:52.180" v="45" actId="2696"/>
        <pc:sldMkLst>
          <pc:docMk/>
          <pc:sldMk cId="3736436638" sldId="2076137707"/>
        </pc:sldMkLst>
      </pc:sldChg>
      <pc:sldChg chg="addSp delSp modSp mod">
        <pc:chgData name="Tatiana Zuñiga Vicencio" userId="b48abb43-3ff2-40b8-9511-c9e27fc14ae3" providerId="ADAL" clId="{B8364141-D9F8-4C7E-A259-07F63112D133}" dt="2025-03-24T01:27:20.334" v="15" actId="208"/>
        <pc:sldMkLst>
          <pc:docMk/>
          <pc:sldMk cId="3631252662" sldId="2076137712"/>
        </pc:sldMkLst>
        <pc:picChg chg="add mod modCrop">
          <ac:chgData name="Tatiana Zuñiga Vicencio" userId="b48abb43-3ff2-40b8-9511-c9e27fc14ae3" providerId="ADAL" clId="{B8364141-D9F8-4C7E-A259-07F63112D133}" dt="2025-03-24T01:27:20.334" v="15" actId="208"/>
          <ac:picMkLst>
            <pc:docMk/>
            <pc:sldMk cId="3631252662" sldId="2076137712"/>
            <ac:picMk id="4" creationId="{CE0EEB6F-A3F8-AC4A-B557-FB208430C1D6}"/>
          </ac:picMkLst>
        </pc:picChg>
        <pc:picChg chg="del">
          <ac:chgData name="Tatiana Zuñiga Vicencio" userId="b48abb43-3ff2-40b8-9511-c9e27fc14ae3" providerId="ADAL" clId="{B8364141-D9F8-4C7E-A259-07F63112D133}" dt="2025-03-24T01:26:29.228" v="5" actId="478"/>
          <ac:picMkLst>
            <pc:docMk/>
            <pc:sldMk cId="3631252662" sldId="2076137712"/>
            <ac:picMk id="5" creationId="{F4D09567-F17A-EC91-E206-C493798F309A}"/>
          </ac:picMkLst>
        </pc:picChg>
      </pc:sldChg>
      <pc:sldChg chg="modSp del mod">
        <pc:chgData name="Tatiana Zuñiga Vicencio" userId="b48abb43-3ff2-40b8-9511-c9e27fc14ae3" providerId="ADAL" clId="{B8364141-D9F8-4C7E-A259-07F63112D133}" dt="2025-03-24T01:28:17.524" v="18" actId="207"/>
        <pc:sldMkLst>
          <pc:docMk/>
          <pc:sldMk cId="3308352145" sldId="2076137715"/>
        </pc:sldMkLst>
        <pc:spChg chg="mod">
          <ac:chgData name="Tatiana Zuñiga Vicencio" userId="b48abb43-3ff2-40b8-9511-c9e27fc14ae3" providerId="ADAL" clId="{B8364141-D9F8-4C7E-A259-07F63112D133}" dt="2025-03-24T01:28:17.524" v="18" actId="207"/>
          <ac:spMkLst>
            <pc:docMk/>
            <pc:sldMk cId="3308352145" sldId="2076137715"/>
            <ac:spMk id="2" creationId="{1A61DC72-8352-BD2B-D466-047E20431EDE}"/>
          </ac:spMkLst>
        </pc:spChg>
      </pc:sldChg>
      <pc:sldChg chg="modSp del mod">
        <pc:chgData name="Tatiana Zuñiga Vicencio" userId="b48abb43-3ff2-40b8-9511-c9e27fc14ae3" providerId="ADAL" clId="{B8364141-D9F8-4C7E-A259-07F63112D133}" dt="2025-03-24T01:29:53.429" v="32" actId="6549"/>
        <pc:sldMkLst>
          <pc:docMk/>
          <pc:sldMk cId="2869556707" sldId="2076137719"/>
        </pc:sldMkLst>
        <pc:spChg chg="mod">
          <ac:chgData name="Tatiana Zuñiga Vicencio" userId="b48abb43-3ff2-40b8-9511-c9e27fc14ae3" providerId="ADAL" clId="{B8364141-D9F8-4C7E-A259-07F63112D133}" dt="2025-03-24T01:28:46.416" v="25" actId="207"/>
          <ac:spMkLst>
            <pc:docMk/>
            <pc:sldMk cId="2869556707" sldId="2076137719"/>
            <ac:spMk id="2" creationId="{1A61DC72-8352-BD2B-D466-047E20431EDE}"/>
          </ac:spMkLst>
        </pc:spChg>
        <pc:spChg chg="mod">
          <ac:chgData name="Tatiana Zuñiga Vicencio" userId="b48abb43-3ff2-40b8-9511-c9e27fc14ae3" providerId="ADAL" clId="{B8364141-D9F8-4C7E-A259-07F63112D133}" dt="2025-03-24T01:29:53.429" v="32" actId="6549"/>
          <ac:spMkLst>
            <pc:docMk/>
            <pc:sldMk cId="2869556707" sldId="2076137719"/>
            <ac:spMk id="3" creationId="{0622F953-4E77-98FF-5569-BBF9A0424ADD}"/>
          </ac:spMkLst>
        </pc:spChg>
      </pc:sldChg>
      <pc:sldChg chg="del">
        <pc:chgData name="Tatiana Zuñiga Vicencio" userId="b48abb43-3ff2-40b8-9511-c9e27fc14ae3" providerId="ADAL" clId="{B8364141-D9F8-4C7E-A259-07F63112D133}" dt="2025-03-24T01:27:37.817" v="16" actId="47"/>
        <pc:sldMkLst>
          <pc:docMk/>
          <pc:sldMk cId="3397048692" sldId="2076137721"/>
        </pc:sldMkLst>
      </pc:sldChg>
      <pc:sldChg chg="delSp modSp mod">
        <pc:chgData name="Tatiana Zuñiga Vicencio" userId="b48abb43-3ff2-40b8-9511-c9e27fc14ae3" providerId="ADAL" clId="{B8364141-D9F8-4C7E-A259-07F63112D133}" dt="2025-03-24T01:30:27.621" v="39" actId="1076"/>
        <pc:sldMkLst>
          <pc:docMk/>
          <pc:sldMk cId="3166046335" sldId="2076137722"/>
        </pc:sldMkLst>
        <pc:spChg chg="mod">
          <ac:chgData name="Tatiana Zuñiga Vicencio" userId="b48abb43-3ff2-40b8-9511-c9e27fc14ae3" providerId="ADAL" clId="{B8364141-D9F8-4C7E-A259-07F63112D133}" dt="2025-03-24T01:29:12.016" v="28" actId="207"/>
          <ac:spMkLst>
            <pc:docMk/>
            <pc:sldMk cId="3166046335" sldId="2076137722"/>
            <ac:spMk id="2" creationId="{1A61DC72-8352-BD2B-D466-047E20431EDE}"/>
          </ac:spMkLst>
        </pc:spChg>
        <pc:spChg chg="del mod">
          <ac:chgData name="Tatiana Zuñiga Vicencio" userId="b48abb43-3ff2-40b8-9511-c9e27fc14ae3" providerId="ADAL" clId="{B8364141-D9F8-4C7E-A259-07F63112D133}" dt="2025-03-24T01:30:24.657" v="38" actId="478"/>
          <ac:spMkLst>
            <pc:docMk/>
            <pc:sldMk cId="3166046335" sldId="2076137722"/>
            <ac:spMk id="3" creationId="{0622F953-4E77-98FF-5569-BBF9A0424ADD}"/>
          </ac:spMkLst>
        </pc:spChg>
        <pc:spChg chg="mod">
          <ac:chgData name="Tatiana Zuñiga Vicencio" userId="b48abb43-3ff2-40b8-9511-c9e27fc14ae3" providerId="ADAL" clId="{B8364141-D9F8-4C7E-A259-07F63112D133}" dt="2025-03-24T01:30:27.621" v="39" actId="1076"/>
          <ac:spMkLst>
            <pc:docMk/>
            <pc:sldMk cId="3166046335" sldId="2076137722"/>
            <ac:spMk id="7" creationId="{BC28F638-7AE5-2D6B-8A0B-D6FCECADB96D}"/>
          </ac:spMkLst>
        </pc:spChg>
      </pc:sldChg>
      <pc:sldChg chg="modSp mod">
        <pc:chgData name="Tatiana Zuñiga Vicencio" userId="b48abb43-3ff2-40b8-9511-c9e27fc14ae3" providerId="ADAL" clId="{B8364141-D9F8-4C7E-A259-07F63112D133}" dt="2025-03-24T01:25:46.959" v="4" actId="14100"/>
        <pc:sldMkLst>
          <pc:docMk/>
          <pc:sldMk cId="3591411737" sldId="2076137723"/>
        </pc:sldMkLst>
        <pc:spChg chg="mod">
          <ac:chgData name="Tatiana Zuñiga Vicencio" userId="b48abb43-3ff2-40b8-9511-c9e27fc14ae3" providerId="ADAL" clId="{B8364141-D9F8-4C7E-A259-07F63112D133}" dt="2025-03-24T01:25:25.580" v="1" actId="20577"/>
          <ac:spMkLst>
            <pc:docMk/>
            <pc:sldMk cId="3591411737" sldId="2076137723"/>
            <ac:spMk id="2" creationId="{972BB412-0761-08C0-91B5-7D184FDF0428}"/>
          </ac:spMkLst>
        </pc:spChg>
        <pc:spChg chg="mod">
          <ac:chgData name="Tatiana Zuñiga Vicencio" userId="b48abb43-3ff2-40b8-9511-c9e27fc14ae3" providerId="ADAL" clId="{B8364141-D9F8-4C7E-A259-07F63112D133}" dt="2025-03-24T01:25:46.959" v="4" actId="14100"/>
          <ac:spMkLst>
            <pc:docMk/>
            <pc:sldMk cId="3591411737" sldId="2076137723"/>
            <ac:spMk id="3" creationId="{317770C8-A12B-436B-AB8E-9FC2932E0DB7}"/>
          </ac:spMkLst>
        </pc:spChg>
      </pc:sldChg>
      <pc:sldChg chg="del">
        <pc:chgData name="Tatiana Zuñiga Vicencio" userId="b48abb43-3ff2-40b8-9511-c9e27fc14ae3" providerId="ADAL" clId="{B8364141-D9F8-4C7E-A259-07F63112D133}" dt="2025-03-24T01:27:37.817" v="16" actId="47"/>
        <pc:sldMkLst>
          <pc:docMk/>
          <pc:sldMk cId="1161551650" sldId="2076137728"/>
        </pc:sldMkLst>
      </pc:sldChg>
      <pc:sldChg chg="modSp mod">
        <pc:chgData name="Tatiana Zuñiga Vicencio" userId="b48abb43-3ff2-40b8-9511-c9e27fc14ae3" providerId="ADAL" clId="{B8364141-D9F8-4C7E-A259-07F63112D133}" dt="2025-03-24T01:28:26.616" v="20" actId="1076"/>
        <pc:sldMkLst>
          <pc:docMk/>
          <pc:sldMk cId="3553801762" sldId="2076137728"/>
        </pc:sldMkLst>
        <pc:spChg chg="mod">
          <ac:chgData name="Tatiana Zuñiga Vicencio" userId="b48abb43-3ff2-40b8-9511-c9e27fc14ae3" providerId="ADAL" clId="{B8364141-D9F8-4C7E-A259-07F63112D133}" dt="2025-03-24T01:28:26.616" v="20" actId="1076"/>
          <ac:spMkLst>
            <pc:docMk/>
            <pc:sldMk cId="3553801762" sldId="2076137728"/>
            <ac:spMk id="2" creationId="{1A61DC72-8352-BD2B-D466-047E20431EDE}"/>
          </ac:spMkLst>
        </pc:spChg>
      </pc:sldChg>
      <pc:sldChg chg="delSp modSp mod">
        <pc:chgData name="Tatiana Zuñiga Vicencio" userId="b48abb43-3ff2-40b8-9511-c9e27fc14ae3" providerId="ADAL" clId="{B8364141-D9F8-4C7E-A259-07F63112D133}" dt="2025-03-24T01:29:47.915" v="31" actId="478"/>
        <pc:sldMkLst>
          <pc:docMk/>
          <pc:sldMk cId="2470084341" sldId="2076137729"/>
        </pc:sldMkLst>
        <pc:spChg chg="mod">
          <ac:chgData name="Tatiana Zuñiga Vicencio" userId="b48abb43-3ff2-40b8-9511-c9e27fc14ae3" providerId="ADAL" clId="{B8364141-D9F8-4C7E-A259-07F63112D133}" dt="2025-03-24T01:28:40.279" v="24" actId="14100"/>
          <ac:spMkLst>
            <pc:docMk/>
            <pc:sldMk cId="2470084341" sldId="2076137729"/>
            <ac:spMk id="2" creationId="{1A61DC72-8352-BD2B-D466-047E20431EDE}"/>
          </ac:spMkLst>
        </pc:spChg>
        <pc:spChg chg="del mod">
          <ac:chgData name="Tatiana Zuñiga Vicencio" userId="b48abb43-3ff2-40b8-9511-c9e27fc14ae3" providerId="ADAL" clId="{B8364141-D9F8-4C7E-A259-07F63112D133}" dt="2025-03-24T01:29:47.915" v="31" actId="478"/>
          <ac:spMkLst>
            <pc:docMk/>
            <pc:sldMk cId="2470084341" sldId="2076137729"/>
            <ac:spMk id="3" creationId="{0622F953-4E77-98FF-5569-BBF9A0424ADD}"/>
          </ac:spMkLst>
        </pc:spChg>
      </pc:sldChg>
      <pc:sldChg chg="delSp modSp mod">
        <pc:chgData name="Tatiana Zuñiga Vicencio" userId="b48abb43-3ff2-40b8-9511-c9e27fc14ae3" providerId="ADAL" clId="{B8364141-D9F8-4C7E-A259-07F63112D133}" dt="2025-03-24T01:30:03.597" v="34" actId="1076"/>
        <pc:sldMkLst>
          <pc:docMk/>
          <pc:sldMk cId="3182177649" sldId="2076137730"/>
        </pc:sldMkLst>
        <pc:spChg chg="mod">
          <ac:chgData name="Tatiana Zuñiga Vicencio" userId="b48abb43-3ff2-40b8-9511-c9e27fc14ae3" providerId="ADAL" clId="{B8364141-D9F8-4C7E-A259-07F63112D133}" dt="2025-03-24T01:28:52.141" v="26" actId="207"/>
          <ac:spMkLst>
            <pc:docMk/>
            <pc:sldMk cId="3182177649" sldId="2076137730"/>
            <ac:spMk id="2" creationId="{1A61DC72-8352-BD2B-D466-047E20431EDE}"/>
          </ac:spMkLst>
        </pc:spChg>
        <pc:spChg chg="del">
          <ac:chgData name="Tatiana Zuñiga Vicencio" userId="b48abb43-3ff2-40b8-9511-c9e27fc14ae3" providerId="ADAL" clId="{B8364141-D9F8-4C7E-A259-07F63112D133}" dt="2025-03-24T01:29:59.887" v="33" actId="478"/>
          <ac:spMkLst>
            <pc:docMk/>
            <pc:sldMk cId="3182177649" sldId="2076137730"/>
            <ac:spMk id="3" creationId="{0622F953-4E77-98FF-5569-BBF9A0424ADD}"/>
          </ac:spMkLst>
        </pc:spChg>
        <pc:spChg chg="mod">
          <ac:chgData name="Tatiana Zuñiga Vicencio" userId="b48abb43-3ff2-40b8-9511-c9e27fc14ae3" providerId="ADAL" clId="{B8364141-D9F8-4C7E-A259-07F63112D133}" dt="2025-03-24T01:30:03.597" v="34" actId="1076"/>
          <ac:spMkLst>
            <pc:docMk/>
            <pc:sldMk cId="3182177649" sldId="2076137730"/>
            <ac:spMk id="7" creationId="{BC28F638-7AE5-2D6B-8A0B-D6FCECADB96D}"/>
          </ac:spMkLst>
        </pc:spChg>
      </pc:sldChg>
      <pc:sldChg chg="delSp modSp mod">
        <pc:chgData name="Tatiana Zuñiga Vicencio" userId="b48abb43-3ff2-40b8-9511-c9e27fc14ae3" providerId="ADAL" clId="{B8364141-D9F8-4C7E-A259-07F63112D133}" dt="2025-03-24T01:30:16.799" v="36" actId="1076"/>
        <pc:sldMkLst>
          <pc:docMk/>
          <pc:sldMk cId="1688990334" sldId="2076137731"/>
        </pc:sldMkLst>
        <pc:spChg chg="mod">
          <ac:chgData name="Tatiana Zuñiga Vicencio" userId="b48abb43-3ff2-40b8-9511-c9e27fc14ae3" providerId="ADAL" clId="{B8364141-D9F8-4C7E-A259-07F63112D133}" dt="2025-03-24T01:29:02.006" v="27" actId="207"/>
          <ac:spMkLst>
            <pc:docMk/>
            <pc:sldMk cId="1688990334" sldId="2076137731"/>
            <ac:spMk id="2" creationId="{1A61DC72-8352-BD2B-D466-047E20431EDE}"/>
          </ac:spMkLst>
        </pc:spChg>
        <pc:spChg chg="del">
          <ac:chgData name="Tatiana Zuñiga Vicencio" userId="b48abb43-3ff2-40b8-9511-c9e27fc14ae3" providerId="ADAL" clId="{B8364141-D9F8-4C7E-A259-07F63112D133}" dt="2025-03-24T01:30:13.388" v="35" actId="478"/>
          <ac:spMkLst>
            <pc:docMk/>
            <pc:sldMk cId="1688990334" sldId="2076137731"/>
            <ac:spMk id="3" creationId="{0622F953-4E77-98FF-5569-BBF9A0424ADD}"/>
          </ac:spMkLst>
        </pc:spChg>
        <pc:spChg chg="mod">
          <ac:chgData name="Tatiana Zuñiga Vicencio" userId="b48abb43-3ff2-40b8-9511-c9e27fc14ae3" providerId="ADAL" clId="{B8364141-D9F8-4C7E-A259-07F63112D133}" dt="2025-03-24T01:30:16.799" v="36" actId="1076"/>
          <ac:spMkLst>
            <pc:docMk/>
            <pc:sldMk cId="1688990334" sldId="2076137731"/>
            <ac:spMk id="7" creationId="{BC28F638-7AE5-2D6B-8A0B-D6FCECADB96D}"/>
          </ac:spMkLst>
        </pc:spChg>
      </pc:sldChg>
      <pc:sldChg chg="delSp modSp mod">
        <pc:chgData name="Tatiana Zuñiga Vicencio" userId="b48abb43-3ff2-40b8-9511-c9e27fc14ae3" providerId="ADAL" clId="{B8364141-D9F8-4C7E-A259-07F63112D133}" dt="2025-03-24T01:30:36.670" v="41" actId="1076"/>
        <pc:sldMkLst>
          <pc:docMk/>
          <pc:sldMk cId="3457953128" sldId="2076137732"/>
        </pc:sldMkLst>
        <pc:spChg chg="mod">
          <ac:chgData name="Tatiana Zuñiga Vicencio" userId="b48abb43-3ff2-40b8-9511-c9e27fc14ae3" providerId="ADAL" clId="{B8364141-D9F8-4C7E-A259-07F63112D133}" dt="2025-03-24T01:29:23.302" v="29" actId="207"/>
          <ac:spMkLst>
            <pc:docMk/>
            <pc:sldMk cId="3457953128" sldId="2076137732"/>
            <ac:spMk id="2" creationId="{1A61DC72-8352-BD2B-D466-047E20431EDE}"/>
          </ac:spMkLst>
        </pc:spChg>
        <pc:spChg chg="del">
          <ac:chgData name="Tatiana Zuñiga Vicencio" userId="b48abb43-3ff2-40b8-9511-c9e27fc14ae3" providerId="ADAL" clId="{B8364141-D9F8-4C7E-A259-07F63112D133}" dt="2025-03-24T01:30:33.361" v="40" actId="478"/>
          <ac:spMkLst>
            <pc:docMk/>
            <pc:sldMk cId="3457953128" sldId="2076137732"/>
            <ac:spMk id="3" creationId="{0622F953-4E77-98FF-5569-BBF9A0424ADD}"/>
          </ac:spMkLst>
        </pc:spChg>
        <pc:spChg chg="mod">
          <ac:chgData name="Tatiana Zuñiga Vicencio" userId="b48abb43-3ff2-40b8-9511-c9e27fc14ae3" providerId="ADAL" clId="{B8364141-D9F8-4C7E-A259-07F63112D133}" dt="2025-03-24T01:30:36.670" v="41" actId="1076"/>
          <ac:spMkLst>
            <pc:docMk/>
            <pc:sldMk cId="3457953128" sldId="2076137732"/>
            <ac:spMk id="7" creationId="{BC28F638-7AE5-2D6B-8A0B-D6FCECADB96D}"/>
          </ac:spMkLst>
        </pc:spChg>
      </pc:sldChg>
      <pc:sldChg chg="modSp add mod ord">
        <pc:chgData name="Tatiana Zuñiga Vicencio" userId="b48abb43-3ff2-40b8-9511-c9e27fc14ae3" providerId="ADAL" clId="{B8364141-D9F8-4C7E-A259-07F63112D133}" dt="2025-03-24T01:30:58.009" v="51" actId="20577"/>
        <pc:sldMkLst>
          <pc:docMk/>
          <pc:sldMk cId="952083360" sldId="2076137734"/>
        </pc:sldMkLst>
        <pc:spChg chg="mod">
          <ac:chgData name="Tatiana Zuñiga Vicencio" userId="b48abb43-3ff2-40b8-9511-c9e27fc14ae3" providerId="ADAL" clId="{B8364141-D9F8-4C7E-A259-07F63112D133}" dt="2025-03-24T01:30:58.009" v="51" actId="20577"/>
          <ac:spMkLst>
            <pc:docMk/>
            <pc:sldMk cId="952083360" sldId="2076137734"/>
            <ac:spMk id="2" creationId="{790ED711-594D-C065-D8F7-00C5527C497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FC2656-D0C9-4458-96E2-63B8D593F054}" type="datetimeFigureOut">
              <a:rPr lang="es-CL" smtClean="0"/>
              <a:t>23-03-2025</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6F38C6D-1E16-459A-B4A2-B354227B25CE}" type="slidenum">
              <a:rPr lang="es-CL" smtClean="0"/>
              <a:t>‹Nº›</a:t>
            </a:fld>
            <a:endParaRPr lang="es-CL"/>
          </a:p>
        </p:txBody>
      </p:sp>
    </p:spTree>
    <p:extLst>
      <p:ext uri="{BB962C8B-B14F-4D97-AF65-F5344CB8AC3E}">
        <p14:creationId xmlns:p14="http://schemas.microsoft.com/office/powerpoint/2010/main" val="15274825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Portada">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F39BCFA7-EFF0-AE3A-4D5A-F54C59C5A639}"/>
              </a:ext>
            </a:extLst>
          </p:cNvPr>
          <p:cNvSpPr>
            <a:spLocks noGrp="1"/>
          </p:cNvSpPr>
          <p:nvPr>
            <p:ph type="ctrTitle" hasCustomPrompt="1"/>
          </p:nvPr>
        </p:nvSpPr>
        <p:spPr>
          <a:xfrm>
            <a:off x="6372790" y="3107113"/>
            <a:ext cx="5113194" cy="643773"/>
          </a:xfrm>
        </p:spPr>
        <p:txBody>
          <a:bodyPr anchor="ctr">
            <a:normAutofit/>
          </a:bodyPr>
          <a:lstStyle/>
          <a:p>
            <a:pPr algn="l"/>
            <a:r>
              <a:rPr lang="es-CL" sz="3600" b="1" err="1">
                <a:solidFill>
                  <a:schemeClr val="bg1"/>
                </a:solidFill>
                <a:latin typeface="Gotham" panose="02000603040000020004" pitchFamily="50" charset="0"/>
              </a:rPr>
              <a:t>Lorem</a:t>
            </a:r>
            <a:r>
              <a:rPr lang="es-CL" sz="3600" b="1">
                <a:solidFill>
                  <a:schemeClr val="bg1"/>
                </a:solidFill>
                <a:latin typeface="Gotham" panose="02000603040000020004" pitchFamily="50" charset="0"/>
              </a:rPr>
              <a:t> </a:t>
            </a:r>
            <a:r>
              <a:rPr lang="es-CL" sz="3600" b="1" err="1">
                <a:solidFill>
                  <a:schemeClr val="bg1"/>
                </a:solidFill>
                <a:latin typeface="Gotham" panose="02000603040000020004" pitchFamily="50" charset="0"/>
              </a:rPr>
              <a:t>ipsum</a:t>
            </a:r>
            <a:endParaRPr lang="es-CL" sz="3600" b="1">
              <a:solidFill>
                <a:schemeClr val="bg1"/>
              </a:solidFill>
              <a:latin typeface="Gotham" panose="02000603040000020004" pitchFamily="50" charset="0"/>
            </a:endParaRPr>
          </a:p>
        </p:txBody>
      </p:sp>
      <p:sp>
        <p:nvSpPr>
          <p:cNvPr id="5" name="Subtítulo 2">
            <a:extLst>
              <a:ext uri="{FF2B5EF4-FFF2-40B4-BE49-F238E27FC236}">
                <a16:creationId xmlns:a16="http://schemas.microsoft.com/office/drawing/2014/main" id="{4329DCCD-8CF6-9BA5-1F82-4885C19BA23B}"/>
              </a:ext>
            </a:extLst>
          </p:cNvPr>
          <p:cNvSpPr>
            <a:spLocks noGrp="1"/>
          </p:cNvSpPr>
          <p:nvPr>
            <p:ph type="subTitle" idx="1"/>
          </p:nvPr>
        </p:nvSpPr>
        <p:spPr>
          <a:xfrm>
            <a:off x="6372790" y="3839546"/>
            <a:ext cx="5113194" cy="635654"/>
          </a:xfrm>
        </p:spPr>
        <p:txBody>
          <a:bodyPr>
            <a:noAutofit/>
          </a:bodyPr>
          <a:lstStyle/>
          <a:p>
            <a:pPr algn="l"/>
            <a:r>
              <a:rPr lang="es-ES" sz="1800">
                <a:solidFill>
                  <a:schemeClr val="bg1"/>
                </a:solidFill>
                <a:latin typeface="Gotham" panose="02000603040000020004" pitchFamily="50" charset="0"/>
              </a:rPr>
              <a:t>Haga clic para modificar el estilo de subtítulo del patrón</a:t>
            </a:r>
            <a:endParaRPr lang="es-CL" sz="1800">
              <a:solidFill>
                <a:schemeClr val="bg1"/>
              </a:solidFill>
              <a:latin typeface="Gotham" panose="02000603040000020004" pitchFamily="50" charset="0"/>
            </a:endParaRPr>
          </a:p>
        </p:txBody>
      </p:sp>
      <p:pic>
        <p:nvPicPr>
          <p:cNvPr id="2" name="Imagen 1" descr="Imagen que contiene botella, texto, periódico, firmar&#10;&#10;Descripción generada automáticamente">
            <a:extLst>
              <a:ext uri="{FF2B5EF4-FFF2-40B4-BE49-F238E27FC236}">
                <a16:creationId xmlns:a16="http://schemas.microsoft.com/office/drawing/2014/main" id="{56246E2A-FF94-6B4F-980C-12E7E5DF0CB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94506" y="5579974"/>
            <a:ext cx="2199042" cy="761207"/>
          </a:xfrm>
          <a:prstGeom prst="rect">
            <a:avLst/>
          </a:prstGeom>
        </p:spPr>
      </p:pic>
      <p:pic>
        <p:nvPicPr>
          <p:cNvPr id="3" name="Imagen 2" descr="Imagen que contiene botella, texto, periódico, firmar&#10;&#10;Descripción generada automáticamente">
            <a:extLst>
              <a:ext uri="{FF2B5EF4-FFF2-40B4-BE49-F238E27FC236}">
                <a16:creationId xmlns:a16="http://schemas.microsoft.com/office/drawing/2014/main" id="{0C1A5CBF-F058-40E6-2033-4B100765922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694506" y="5579974"/>
            <a:ext cx="2199042" cy="761207"/>
          </a:xfrm>
          <a:prstGeom prst="rect">
            <a:avLst/>
          </a:prstGeom>
        </p:spPr>
      </p:pic>
    </p:spTree>
    <p:extLst>
      <p:ext uri="{BB962C8B-B14F-4D97-AF65-F5344CB8AC3E}">
        <p14:creationId xmlns:p14="http://schemas.microsoft.com/office/powerpoint/2010/main" val="17311503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emas">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1042219" y="1275824"/>
            <a:ext cx="10113461" cy="602137"/>
          </a:xfrm>
        </p:spPr>
        <p:txBody>
          <a:bodyPr anchor="ctr"/>
          <a:lstStyle>
            <a:lvl1pPr marL="0" algn="ctr">
              <a:defRPr>
                <a:solidFill>
                  <a:srgbClr val="102B42"/>
                </a:solidFill>
                <a:latin typeface="Gotham" panose="02000603040000020004" pitchFamily="50" charset="0"/>
              </a:defRPr>
            </a:lvl1pPr>
          </a:lstStyle>
          <a:p>
            <a:r>
              <a:rPr lang="es-ES" b="1">
                <a:solidFill>
                  <a:srgbClr val="102B42"/>
                </a:solidFill>
                <a:latin typeface="Gotham" panose="02000603040000020004" pitchFamily="2" charset="0"/>
              </a:rPr>
              <a:t>AGENDA</a:t>
            </a:r>
            <a:endParaRPr lang="en-US"/>
          </a:p>
        </p:txBody>
      </p:sp>
      <p:sp>
        <p:nvSpPr>
          <p:cNvPr id="45" name="Rectángulo: esquinas superiores redondeadas 44">
            <a:extLst>
              <a:ext uri="{FF2B5EF4-FFF2-40B4-BE49-F238E27FC236}">
                <a16:creationId xmlns:a16="http://schemas.microsoft.com/office/drawing/2014/main" id="{A669CD1B-0E03-ABA9-763C-5D948F0B8EB8}"/>
              </a:ext>
            </a:extLst>
          </p:cNvPr>
          <p:cNvSpPr/>
          <p:nvPr/>
        </p:nvSpPr>
        <p:spPr>
          <a:xfrm rot="16200000">
            <a:off x="-14135" y="3062436"/>
            <a:ext cx="4305299" cy="2180925"/>
          </a:xfrm>
          <a:prstGeom prst="round2SameRect">
            <a:avLst/>
          </a:prstGeom>
          <a:solidFill>
            <a:srgbClr val="304B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47" name="Subtitle 2">
            <a:extLst>
              <a:ext uri="{FF2B5EF4-FFF2-40B4-BE49-F238E27FC236}">
                <a16:creationId xmlns:a16="http://schemas.microsoft.com/office/drawing/2014/main" id="{024370F0-34C6-0E0F-CB33-03242E12CDC9}"/>
              </a:ext>
            </a:extLst>
          </p:cNvPr>
          <p:cNvSpPr txBox="1">
            <a:spLocks/>
          </p:cNvSpPr>
          <p:nvPr/>
        </p:nvSpPr>
        <p:spPr>
          <a:xfrm>
            <a:off x="3933825" y="1877961"/>
            <a:ext cx="7221854" cy="4444294"/>
          </a:xfrm>
          <a:prstGeom prst="rect">
            <a:avLst/>
          </a:prstGeom>
        </p:spPr>
        <p:txBody>
          <a:bodyPr vert="horz" wrap="square" lIns="91440" tIns="45720" rIns="91440" bIns="4572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0" marR="0" lvl="0" indent="0" algn="l" defTabSz="1087636" rtl="0" eaLnBrk="1" fontAlgn="auto" latinLnBrk="0" hangingPunct="1">
              <a:lnSpc>
                <a:spcPct val="100000"/>
              </a:lnSpc>
              <a:spcBef>
                <a:spcPct val="20000"/>
              </a:spcBef>
              <a:spcAft>
                <a:spcPts val="0"/>
              </a:spcAft>
              <a:buClrTx/>
              <a:buSzTx/>
              <a:buFont typeface="Arial"/>
              <a:buNone/>
              <a:tabLst/>
              <a:defRPr/>
            </a:pPr>
            <a:r>
              <a:rPr lang="en-US" sz="1400" b="1">
                <a:solidFill>
                  <a:srgbClr val="102B42"/>
                </a:solidFill>
                <a:latin typeface="Gotham" panose="02000603040000020004" pitchFamily="50" charset="0"/>
                <a:ea typeface="League Spartan" charset="0"/>
                <a:cs typeface="Poppins SemiBold" pitchFamily="2" charset="77"/>
              </a:rPr>
              <a:t>Tema 01</a:t>
            </a:r>
          </a:p>
          <a:p>
            <a:pPr algn="l">
              <a:lnSpc>
                <a:spcPct val="100000"/>
              </a:lnSpc>
            </a:pPr>
            <a:r>
              <a:rPr lang="es-ES" sz="1400">
                <a:solidFill>
                  <a:srgbClr val="3C3C3B"/>
                </a:solidFill>
                <a:latin typeface="Gotham" panose="02000603040000020004" pitchFamily="50" charset="0"/>
                <a:ea typeface="Open Sans Light" panose="020B0306030504020204" pitchFamily="34" charset="0"/>
                <a:cs typeface="Open Sans Light" panose="020B0306030504020204" pitchFamily="34" charset="0"/>
              </a:rPr>
              <a:t>Puede personalizar cualquier cosa que vea en este cuadro de texto, solo escriba su información.</a:t>
            </a:r>
          </a:p>
          <a:p>
            <a:pPr marL="0" marR="0" lvl="0" indent="0" algn="l" defTabSz="1087636" rtl="0" eaLnBrk="1" fontAlgn="auto" latinLnBrk="0" hangingPunct="1">
              <a:lnSpc>
                <a:spcPct val="100000"/>
              </a:lnSpc>
              <a:spcBef>
                <a:spcPct val="20000"/>
              </a:spcBef>
              <a:spcAft>
                <a:spcPts val="0"/>
              </a:spcAft>
              <a:buClrTx/>
              <a:buSzTx/>
              <a:buFont typeface="Arial"/>
              <a:buNone/>
              <a:tabLst/>
              <a:defRPr/>
            </a:pPr>
            <a:r>
              <a:rPr lang="en-US" sz="1400" b="1">
                <a:solidFill>
                  <a:srgbClr val="102B42"/>
                </a:solidFill>
                <a:latin typeface="Gotham" panose="02000603040000020004" pitchFamily="50" charset="0"/>
                <a:ea typeface="League Spartan" charset="0"/>
                <a:cs typeface="Poppins SemiBold" pitchFamily="2" charset="77"/>
              </a:rPr>
              <a:t>Tema 02</a:t>
            </a:r>
          </a:p>
          <a:p>
            <a:pPr algn="l">
              <a:lnSpc>
                <a:spcPct val="100000"/>
              </a:lnSpc>
            </a:pPr>
            <a:r>
              <a:rPr lang="es-ES" sz="1400">
                <a:solidFill>
                  <a:srgbClr val="3C3C3B"/>
                </a:solidFill>
                <a:latin typeface="Gotham" panose="02000603040000020004" pitchFamily="50" charset="0"/>
                <a:ea typeface="Open Sans Light" panose="020B0306030504020204" pitchFamily="34" charset="0"/>
                <a:cs typeface="Open Sans Light" panose="020B0306030504020204" pitchFamily="34" charset="0"/>
              </a:rPr>
              <a:t>Puede personalizar cualquier cosa que vea en este cuadro de texto, solo escriba su información.</a:t>
            </a:r>
            <a:endParaRPr lang="en-US" sz="1400">
              <a:solidFill>
                <a:srgbClr val="3C3C3B"/>
              </a:solidFill>
              <a:latin typeface="Gotham" panose="02000603040000020004" pitchFamily="50" charset="0"/>
              <a:ea typeface="Open Sans Light" panose="020B0306030504020204" pitchFamily="34" charset="0"/>
              <a:cs typeface="Open Sans Light" panose="020B0306030504020204" pitchFamily="34" charset="0"/>
            </a:endParaRPr>
          </a:p>
          <a:p>
            <a:pPr marL="0" marR="0" lvl="0" indent="0" algn="l" defTabSz="1087636" rtl="0" eaLnBrk="1" fontAlgn="auto" latinLnBrk="0" hangingPunct="1">
              <a:lnSpc>
                <a:spcPct val="100000"/>
              </a:lnSpc>
              <a:spcBef>
                <a:spcPct val="20000"/>
              </a:spcBef>
              <a:spcAft>
                <a:spcPts val="0"/>
              </a:spcAft>
              <a:buClrTx/>
              <a:buSzTx/>
              <a:buFont typeface="Arial"/>
              <a:buNone/>
              <a:tabLst/>
              <a:defRPr/>
            </a:pPr>
            <a:r>
              <a:rPr lang="en-US" sz="1400" b="1">
                <a:solidFill>
                  <a:srgbClr val="102B42"/>
                </a:solidFill>
                <a:latin typeface="Gotham" panose="02000603040000020004" pitchFamily="50" charset="0"/>
                <a:ea typeface="League Spartan" charset="0"/>
                <a:cs typeface="Poppins SemiBold" pitchFamily="2" charset="77"/>
              </a:rPr>
              <a:t>Tema 03</a:t>
            </a:r>
          </a:p>
          <a:p>
            <a:pPr algn="l">
              <a:lnSpc>
                <a:spcPct val="100000"/>
              </a:lnSpc>
            </a:pPr>
            <a:r>
              <a:rPr lang="es-ES" sz="1400">
                <a:solidFill>
                  <a:srgbClr val="3C3C3B"/>
                </a:solidFill>
                <a:latin typeface="Gotham" panose="02000603040000020004" pitchFamily="50" charset="0"/>
                <a:ea typeface="Open Sans Light" panose="020B0306030504020204" pitchFamily="34" charset="0"/>
                <a:cs typeface="Open Sans Light" panose="020B0306030504020204" pitchFamily="34" charset="0"/>
              </a:rPr>
              <a:t>Puede personalizar cualquier cosa que vea en este cuadro de texto, solo escriba su información.</a:t>
            </a:r>
            <a:endParaRPr lang="en-US" sz="1400">
              <a:solidFill>
                <a:srgbClr val="3C3C3B"/>
              </a:solidFill>
              <a:latin typeface="Gotham" panose="02000603040000020004" pitchFamily="50" charset="0"/>
              <a:ea typeface="Open Sans Light" panose="020B0306030504020204" pitchFamily="34" charset="0"/>
              <a:cs typeface="Open Sans Light" panose="020B0306030504020204" pitchFamily="34" charset="0"/>
            </a:endParaRPr>
          </a:p>
          <a:p>
            <a:pPr marL="0" marR="0" lvl="0" indent="0" algn="l" defTabSz="1087636" rtl="0" eaLnBrk="1" fontAlgn="auto" latinLnBrk="0" hangingPunct="1">
              <a:lnSpc>
                <a:spcPct val="100000"/>
              </a:lnSpc>
              <a:spcBef>
                <a:spcPct val="20000"/>
              </a:spcBef>
              <a:spcAft>
                <a:spcPts val="0"/>
              </a:spcAft>
              <a:buClrTx/>
              <a:buSzTx/>
              <a:buFont typeface="Arial"/>
              <a:buNone/>
              <a:tabLst/>
              <a:defRPr/>
            </a:pPr>
            <a:r>
              <a:rPr lang="en-US" sz="1400" b="1">
                <a:solidFill>
                  <a:srgbClr val="102B42"/>
                </a:solidFill>
                <a:latin typeface="Gotham" panose="02000603040000020004" pitchFamily="50" charset="0"/>
                <a:ea typeface="League Spartan" charset="0"/>
                <a:cs typeface="Poppins SemiBold" pitchFamily="2" charset="77"/>
              </a:rPr>
              <a:t>Tema 04</a:t>
            </a:r>
          </a:p>
          <a:p>
            <a:pPr algn="l">
              <a:lnSpc>
                <a:spcPct val="100000"/>
              </a:lnSpc>
            </a:pPr>
            <a:r>
              <a:rPr lang="es-ES" sz="1400">
                <a:solidFill>
                  <a:srgbClr val="3C3C3B"/>
                </a:solidFill>
                <a:latin typeface="Gotham" panose="02000603040000020004" pitchFamily="50" charset="0"/>
                <a:ea typeface="Open Sans Light" panose="020B0306030504020204" pitchFamily="34" charset="0"/>
                <a:cs typeface="Open Sans Light" panose="020B0306030504020204" pitchFamily="34" charset="0"/>
              </a:rPr>
              <a:t>Puede personalizar cualquier cosa que vea en este cuadro de texto, solo escriba su información.</a:t>
            </a:r>
            <a:endParaRPr lang="en-US" sz="1400">
              <a:solidFill>
                <a:srgbClr val="3C3C3B"/>
              </a:solidFill>
              <a:latin typeface="Gotham" panose="02000603040000020004" pitchFamily="50" charset="0"/>
              <a:ea typeface="Open Sans Light" panose="020B0306030504020204" pitchFamily="34" charset="0"/>
              <a:cs typeface="Open Sans Light" panose="020B0306030504020204" pitchFamily="34" charset="0"/>
            </a:endParaRPr>
          </a:p>
          <a:p>
            <a:pPr marL="0" marR="0" lvl="0" indent="0" algn="l" defTabSz="1087636" rtl="0" eaLnBrk="1" fontAlgn="auto" latinLnBrk="0" hangingPunct="1">
              <a:lnSpc>
                <a:spcPct val="100000"/>
              </a:lnSpc>
              <a:spcBef>
                <a:spcPct val="20000"/>
              </a:spcBef>
              <a:spcAft>
                <a:spcPts val="0"/>
              </a:spcAft>
              <a:buClrTx/>
              <a:buSzTx/>
              <a:buFont typeface="Arial"/>
              <a:buNone/>
              <a:tabLst/>
              <a:defRPr/>
            </a:pPr>
            <a:r>
              <a:rPr lang="en-US" sz="1400" b="1">
                <a:solidFill>
                  <a:srgbClr val="102B42"/>
                </a:solidFill>
                <a:latin typeface="Gotham" panose="02000603040000020004" pitchFamily="50" charset="0"/>
                <a:ea typeface="League Spartan" charset="0"/>
                <a:cs typeface="Poppins SemiBold" pitchFamily="2" charset="77"/>
              </a:rPr>
              <a:t>Tema 05</a:t>
            </a:r>
          </a:p>
          <a:p>
            <a:pPr algn="l">
              <a:lnSpc>
                <a:spcPct val="100000"/>
              </a:lnSpc>
            </a:pPr>
            <a:r>
              <a:rPr lang="es-ES" sz="1400">
                <a:solidFill>
                  <a:srgbClr val="3C3C3B"/>
                </a:solidFill>
                <a:latin typeface="Gotham" panose="02000603040000020004" pitchFamily="50" charset="0"/>
                <a:ea typeface="Open Sans Light" panose="020B0306030504020204" pitchFamily="34" charset="0"/>
                <a:cs typeface="Open Sans Light" panose="020B0306030504020204" pitchFamily="34" charset="0"/>
              </a:rPr>
              <a:t>Puede personalizar cualquier cosa que vea en este cuadro de texto, solo escriba su información.</a:t>
            </a:r>
            <a:endParaRPr lang="en-US" sz="1400">
              <a:solidFill>
                <a:srgbClr val="3C3C3B"/>
              </a:solidFill>
              <a:latin typeface="Gotham" panose="02000603040000020004" pitchFamily="50" charset="0"/>
              <a:ea typeface="Open Sans Light" panose="020B0306030504020204" pitchFamily="34" charset="0"/>
              <a:cs typeface="Open Sans Light" panose="020B0306030504020204" pitchFamily="34" charset="0"/>
            </a:endParaRPr>
          </a:p>
          <a:p>
            <a:pPr marL="0" marR="0" lvl="0" indent="0" algn="l" defTabSz="1087636" rtl="0" eaLnBrk="1" fontAlgn="auto" latinLnBrk="0" hangingPunct="1">
              <a:lnSpc>
                <a:spcPct val="100000"/>
              </a:lnSpc>
              <a:spcBef>
                <a:spcPct val="20000"/>
              </a:spcBef>
              <a:spcAft>
                <a:spcPts val="0"/>
              </a:spcAft>
              <a:buClrTx/>
              <a:buSzTx/>
              <a:buFont typeface="Arial"/>
              <a:buNone/>
              <a:tabLst/>
              <a:defRPr/>
            </a:pPr>
            <a:r>
              <a:rPr lang="en-US" sz="1400" b="1">
                <a:solidFill>
                  <a:srgbClr val="102B42"/>
                </a:solidFill>
                <a:latin typeface="Gotham" panose="02000603040000020004" pitchFamily="50" charset="0"/>
                <a:ea typeface="League Spartan" charset="0"/>
                <a:cs typeface="Poppins SemiBold" pitchFamily="2" charset="77"/>
              </a:rPr>
              <a:t>Tema 06</a:t>
            </a:r>
          </a:p>
          <a:p>
            <a:pPr algn="l">
              <a:lnSpc>
                <a:spcPct val="100000"/>
              </a:lnSpc>
            </a:pPr>
            <a:r>
              <a:rPr lang="es-ES" sz="1400">
                <a:solidFill>
                  <a:srgbClr val="3C3C3B"/>
                </a:solidFill>
                <a:latin typeface="Gotham" panose="02000603040000020004" pitchFamily="50" charset="0"/>
                <a:ea typeface="Open Sans Light" panose="020B0306030504020204" pitchFamily="34" charset="0"/>
                <a:cs typeface="Open Sans Light" panose="020B0306030504020204" pitchFamily="34" charset="0"/>
              </a:rPr>
              <a:t>Puede personalizar cualquier cosa que vea en este cuadro de texto, solo escriba su información.</a:t>
            </a:r>
            <a:endParaRPr lang="en-US" sz="1400">
              <a:solidFill>
                <a:srgbClr val="3C3C3B"/>
              </a:solidFill>
              <a:latin typeface="Gotham" panose="02000603040000020004" pitchFamily="50" charset="0"/>
              <a:ea typeface="Open Sans Light" panose="020B0306030504020204" pitchFamily="34" charset="0"/>
              <a:cs typeface="Open Sans Light" panose="020B0306030504020204" pitchFamily="34" charset="0"/>
            </a:endParaRPr>
          </a:p>
        </p:txBody>
      </p:sp>
      <p:pic>
        <p:nvPicPr>
          <p:cNvPr id="4" name="Imagen 3" descr="Texto, Icono&#10;&#10;Descripción generada automáticamente">
            <a:extLst>
              <a:ext uri="{FF2B5EF4-FFF2-40B4-BE49-F238E27FC236}">
                <a16:creationId xmlns:a16="http://schemas.microsoft.com/office/drawing/2014/main" id="{EC37FD03-A8F4-6CC0-494F-F7761EB371D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03277" y="3038639"/>
            <a:ext cx="2125701" cy="2122937"/>
          </a:xfrm>
          <a:prstGeom prst="rect">
            <a:avLst/>
          </a:prstGeom>
        </p:spPr>
      </p:pic>
      <p:sp>
        <p:nvSpPr>
          <p:cNvPr id="2" name="Rectángulo: esquinas superiores redondeadas 1">
            <a:extLst>
              <a:ext uri="{FF2B5EF4-FFF2-40B4-BE49-F238E27FC236}">
                <a16:creationId xmlns:a16="http://schemas.microsoft.com/office/drawing/2014/main" id="{0A795AC2-2570-8980-63E6-7475C134ED02}"/>
              </a:ext>
            </a:extLst>
          </p:cNvPr>
          <p:cNvSpPr/>
          <p:nvPr userDrawn="1"/>
        </p:nvSpPr>
        <p:spPr>
          <a:xfrm rot="16200000">
            <a:off x="-14135" y="3062436"/>
            <a:ext cx="4305299" cy="2180925"/>
          </a:xfrm>
          <a:prstGeom prst="round2SameRect">
            <a:avLst/>
          </a:prstGeom>
          <a:solidFill>
            <a:srgbClr val="304B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3" name="Subtitle 2">
            <a:extLst>
              <a:ext uri="{FF2B5EF4-FFF2-40B4-BE49-F238E27FC236}">
                <a16:creationId xmlns:a16="http://schemas.microsoft.com/office/drawing/2014/main" id="{58D0E71B-CCD1-C90C-325C-CD7138BB89D5}"/>
              </a:ext>
            </a:extLst>
          </p:cNvPr>
          <p:cNvSpPr txBox="1">
            <a:spLocks/>
          </p:cNvSpPr>
          <p:nvPr userDrawn="1"/>
        </p:nvSpPr>
        <p:spPr>
          <a:xfrm>
            <a:off x="3933825" y="1877961"/>
            <a:ext cx="7221854" cy="4444294"/>
          </a:xfrm>
          <a:prstGeom prst="rect">
            <a:avLst/>
          </a:prstGeom>
        </p:spPr>
        <p:txBody>
          <a:bodyPr vert="horz" wrap="square" lIns="91440" tIns="45720" rIns="91440" bIns="4572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0" marR="0" lvl="0" indent="0" algn="l" defTabSz="1087636" rtl="0" eaLnBrk="1" fontAlgn="auto" latinLnBrk="0" hangingPunct="1">
              <a:lnSpc>
                <a:spcPct val="100000"/>
              </a:lnSpc>
              <a:spcBef>
                <a:spcPct val="20000"/>
              </a:spcBef>
              <a:spcAft>
                <a:spcPts val="0"/>
              </a:spcAft>
              <a:buClrTx/>
              <a:buSzTx/>
              <a:buFont typeface="Arial"/>
              <a:buNone/>
              <a:tabLst/>
              <a:defRPr/>
            </a:pPr>
            <a:r>
              <a:rPr lang="en-US" sz="1400" b="1">
                <a:solidFill>
                  <a:srgbClr val="102B42"/>
                </a:solidFill>
                <a:latin typeface="Gotham" panose="02000603040000020004" pitchFamily="50" charset="0"/>
                <a:ea typeface="League Spartan" charset="0"/>
                <a:cs typeface="Poppins SemiBold" pitchFamily="2" charset="77"/>
              </a:rPr>
              <a:t>Tema 01</a:t>
            </a:r>
          </a:p>
          <a:p>
            <a:pPr algn="l">
              <a:lnSpc>
                <a:spcPct val="100000"/>
              </a:lnSpc>
            </a:pPr>
            <a:r>
              <a:rPr lang="es-ES" sz="1400">
                <a:solidFill>
                  <a:srgbClr val="3C3C3B"/>
                </a:solidFill>
                <a:latin typeface="Gotham" panose="02000603040000020004" pitchFamily="50" charset="0"/>
                <a:ea typeface="Open Sans Light" panose="020B0306030504020204" pitchFamily="34" charset="0"/>
                <a:cs typeface="Open Sans Light" panose="020B0306030504020204" pitchFamily="34" charset="0"/>
              </a:rPr>
              <a:t>Puede personalizar cualquier cosa que vea en este cuadro de texto, solo escriba su información.</a:t>
            </a:r>
          </a:p>
          <a:p>
            <a:pPr marL="0" marR="0" lvl="0" indent="0" algn="l" defTabSz="1087636" rtl="0" eaLnBrk="1" fontAlgn="auto" latinLnBrk="0" hangingPunct="1">
              <a:lnSpc>
                <a:spcPct val="100000"/>
              </a:lnSpc>
              <a:spcBef>
                <a:spcPct val="20000"/>
              </a:spcBef>
              <a:spcAft>
                <a:spcPts val="0"/>
              </a:spcAft>
              <a:buClrTx/>
              <a:buSzTx/>
              <a:buFont typeface="Arial"/>
              <a:buNone/>
              <a:tabLst/>
              <a:defRPr/>
            </a:pPr>
            <a:r>
              <a:rPr lang="en-US" sz="1400" b="1">
                <a:solidFill>
                  <a:srgbClr val="102B42"/>
                </a:solidFill>
                <a:latin typeface="Gotham" panose="02000603040000020004" pitchFamily="50" charset="0"/>
                <a:ea typeface="League Spartan" charset="0"/>
                <a:cs typeface="Poppins SemiBold" pitchFamily="2" charset="77"/>
              </a:rPr>
              <a:t>Tema 02</a:t>
            </a:r>
          </a:p>
          <a:p>
            <a:pPr algn="l">
              <a:lnSpc>
                <a:spcPct val="100000"/>
              </a:lnSpc>
            </a:pPr>
            <a:r>
              <a:rPr lang="es-ES" sz="1400">
                <a:solidFill>
                  <a:srgbClr val="3C3C3B"/>
                </a:solidFill>
                <a:latin typeface="Gotham" panose="02000603040000020004" pitchFamily="50" charset="0"/>
                <a:ea typeface="Open Sans Light" panose="020B0306030504020204" pitchFamily="34" charset="0"/>
                <a:cs typeface="Open Sans Light" panose="020B0306030504020204" pitchFamily="34" charset="0"/>
              </a:rPr>
              <a:t>Puede personalizar cualquier cosa que vea en este cuadro de texto, solo escriba su información.</a:t>
            </a:r>
            <a:endParaRPr lang="en-US" sz="1400">
              <a:solidFill>
                <a:srgbClr val="3C3C3B"/>
              </a:solidFill>
              <a:latin typeface="Gotham" panose="02000603040000020004" pitchFamily="50" charset="0"/>
              <a:ea typeface="Open Sans Light" panose="020B0306030504020204" pitchFamily="34" charset="0"/>
              <a:cs typeface="Open Sans Light" panose="020B0306030504020204" pitchFamily="34" charset="0"/>
            </a:endParaRPr>
          </a:p>
          <a:p>
            <a:pPr marL="0" marR="0" lvl="0" indent="0" algn="l" defTabSz="1087636" rtl="0" eaLnBrk="1" fontAlgn="auto" latinLnBrk="0" hangingPunct="1">
              <a:lnSpc>
                <a:spcPct val="100000"/>
              </a:lnSpc>
              <a:spcBef>
                <a:spcPct val="20000"/>
              </a:spcBef>
              <a:spcAft>
                <a:spcPts val="0"/>
              </a:spcAft>
              <a:buClrTx/>
              <a:buSzTx/>
              <a:buFont typeface="Arial"/>
              <a:buNone/>
              <a:tabLst/>
              <a:defRPr/>
            </a:pPr>
            <a:r>
              <a:rPr lang="en-US" sz="1400" b="1">
                <a:solidFill>
                  <a:srgbClr val="102B42"/>
                </a:solidFill>
                <a:latin typeface="Gotham" panose="02000603040000020004" pitchFamily="50" charset="0"/>
                <a:ea typeface="League Spartan" charset="0"/>
                <a:cs typeface="Poppins SemiBold" pitchFamily="2" charset="77"/>
              </a:rPr>
              <a:t>Tema 03</a:t>
            </a:r>
          </a:p>
          <a:p>
            <a:pPr algn="l">
              <a:lnSpc>
                <a:spcPct val="100000"/>
              </a:lnSpc>
            </a:pPr>
            <a:r>
              <a:rPr lang="es-ES" sz="1400">
                <a:solidFill>
                  <a:srgbClr val="3C3C3B"/>
                </a:solidFill>
                <a:latin typeface="Gotham" panose="02000603040000020004" pitchFamily="50" charset="0"/>
                <a:ea typeface="Open Sans Light" panose="020B0306030504020204" pitchFamily="34" charset="0"/>
                <a:cs typeface="Open Sans Light" panose="020B0306030504020204" pitchFamily="34" charset="0"/>
              </a:rPr>
              <a:t>Puede personalizar cualquier cosa que vea en este cuadro de texto, solo escriba su información.</a:t>
            </a:r>
            <a:endParaRPr lang="en-US" sz="1400">
              <a:solidFill>
                <a:srgbClr val="3C3C3B"/>
              </a:solidFill>
              <a:latin typeface="Gotham" panose="02000603040000020004" pitchFamily="50" charset="0"/>
              <a:ea typeface="Open Sans Light" panose="020B0306030504020204" pitchFamily="34" charset="0"/>
              <a:cs typeface="Open Sans Light" panose="020B0306030504020204" pitchFamily="34" charset="0"/>
            </a:endParaRPr>
          </a:p>
          <a:p>
            <a:pPr marL="0" marR="0" lvl="0" indent="0" algn="l" defTabSz="1087636" rtl="0" eaLnBrk="1" fontAlgn="auto" latinLnBrk="0" hangingPunct="1">
              <a:lnSpc>
                <a:spcPct val="100000"/>
              </a:lnSpc>
              <a:spcBef>
                <a:spcPct val="20000"/>
              </a:spcBef>
              <a:spcAft>
                <a:spcPts val="0"/>
              </a:spcAft>
              <a:buClrTx/>
              <a:buSzTx/>
              <a:buFont typeface="Arial"/>
              <a:buNone/>
              <a:tabLst/>
              <a:defRPr/>
            </a:pPr>
            <a:r>
              <a:rPr lang="en-US" sz="1400" b="1">
                <a:solidFill>
                  <a:srgbClr val="102B42"/>
                </a:solidFill>
                <a:latin typeface="Gotham" panose="02000603040000020004" pitchFamily="50" charset="0"/>
                <a:ea typeface="League Spartan" charset="0"/>
                <a:cs typeface="Poppins SemiBold" pitchFamily="2" charset="77"/>
              </a:rPr>
              <a:t>Tema 04</a:t>
            </a:r>
          </a:p>
          <a:p>
            <a:pPr algn="l">
              <a:lnSpc>
                <a:spcPct val="100000"/>
              </a:lnSpc>
            </a:pPr>
            <a:r>
              <a:rPr lang="es-ES" sz="1400">
                <a:solidFill>
                  <a:srgbClr val="3C3C3B"/>
                </a:solidFill>
                <a:latin typeface="Gotham" panose="02000603040000020004" pitchFamily="50" charset="0"/>
                <a:ea typeface="Open Sans Light" panose="020B0306030504020204" pitchFamily="34" charset="0"/>
                <a:cs typeface="Open Sans Light" panose="020B0306030504020204" pitchFamily="34" charset="0"/>
              </a:rPr>
              <a:t>Puede personalizar cualquier cosa que vea en este cuadro de texto, solo escriba su información.</a:t>
            </a:r>
            <a:endParaRPr lang="en-US" sz="1400">
              <a:solidFill>
                <a:srgbClr val="3C3C3B"/>
              </a:solidFill>
              <a:latin typeface="Gotham" panose="02000603040000020004" pitchFamily="50" charset="0"/>
              <a:ea typeface="Open Sans Light" panose="020B0306030504020204" pitchFamily="34" charset="0"/>
              <a:cs typeface="Open Sans Light" panose="020B0306030504020204" pitchFamily="34" charset="0"/>
            </a:endParaRPr>
          </a:p>
          <a:p>
            <a:pPr marL="0" marR="0" lvl="0" indent="0" algn="l" defTabSz="1087636" rtl="0" eaLnBrk="1" fontAlgn="auto" latinLnBrk="0" hangingPunct="1">
              <a:lnSpc>
                <a:spcPct val="100000"/>
              </a:lnSpc>
              <a:spcBef>
                <a:spcPct val="20000"/>
              </a:spcBef>
              <a:spcAft>
                <a:spcPts val="0"/>
              </a:spcAft>
              <a:buClrTx/>
              <a:buSzTx/>
              <a:buFont typeface="Arial"/>
              <a:buNone/>
              <a:tabLst/>
              <a:defRPr/>
            </a:pPr>
            <a:r>
              <a:rPr lang="en-US" sz="1400" b="1">
                <a:solidFill>
                  <a:srgbClr val="102B42"/>
                </a:solidFill>
                <a:latin typeface="Gotham" panose="02000603040000020004" pitchFamily="50" charset="0"/>
                <a:ea typeface="League Spartan" charset="0"/>
                <a:cs typeface="Poppins SemiBold" pitchFamily="2" charset="77"/>
              </a:rPr>
              <a:t>Tema 05</a:t>
            </a:r>
          </a:p>
          <a:p>
            <a:pPr algn="l">
              <a:lnSpc>
                <a:spcPct val="100000"/>
              </a:lnSpc>
            </a:pPr>
            <a:r>
              <a:rPr lang="es-ES" sz="1400">
                <a:solidFill>
                  <a:srgbClr val="3C3C3B"/>
                </a:solidFill>
                <a:latin typeface="Gotham" panose="02000603040000020004" pitchFamily="50" charset="0"/>
                <a:ea typeface="Open Sans Light" panose="020B0306030504020204" pitchFamily="34" charset="0"/>
                <a:cs typeface="Open Sans Light" panose="020B0306030504020204" pitchFamily="34" charset="0"/>
              </a:rPr>
              <a:t>Puede personalizar cualquier cosa que vea en este cuadro de texto, solo escriba su información.</a:t>
            </a:r>
            <a:endParaRPr lang="en-US" sz="1400">
              <a:solidFill>
                <a:srgbClr val="3C3C3B"/>
              </a:solidFill>
              <a:latin typeface="Gotham" panose="02000603040000020004" pitchFamily="50" charset="0"/>
              <a:ea typeface="Open Sans Light" panose="020B0306030504020204" pitchFamily="34" charset="0"/>
              <a:cs typeface="Open Sans Light" panose="020B0306030504020204" pitchFamily="34" charset="0"/>
            </a:endParaRPr>
          </a:p>
          <a:p>
            <a:pPr marL="0" marR="0" lvl="0" indent="0" algn="l" defTabSz="1087636" rtl="0" eaLnBrk="1" fontAlgn="auto" latinLnBrk="0" hangingPunct="1">
              <a:lnSpc>
                <a:spcPct val="100000"/>
              </a:lnSpc>
              <a:spcBef>
                <a:spcPct val="20000"/>
              </a:spcBef>
              <a:spcAft>
                <a:spcPts val="0"/>
              </a:spcAft>
              <a:buClrTx/>
              <a:buSzTx/>
              <a:buFont typeface="Arial"/>
              <a:buNone/>
              <a:tabLst/>
              <a:defRPr/>
            </a:pPr>
            <a:r>
              <a:rPr lang="en-US" sz="1400" b="1">
                <a:solidFill>
                  <a:srgbClr val="102B42"/>
                </a:solidFill>
                <a:latin typeface="Gotham" panose="02000603040000020004" pitchFamily="50" charset="0"/>
                <a:ea typeface="League Spartan" charset="0"/>
                <a:cs typeface="Poppins SemiBold" pitchFamily="2" charset="77"/>
              </a:rPr>
              <a:t>Tema 06</a:t>
            </a:r>
          </a:p>
          <a:p>
            <a:pPr algn="l">
              <a:lnSpc>
                <a:spcPct val="100000"/>
              </a:lnSpc>
            </a:pPr>
            <a:r>
              <a:rPr lang="es-ES" sz="1400">
                <a:solidFill>
                  <a:srgbClr val="3C3C3B"/>
                </a:solidFill>
                <a:latin typeface="Gotham" panose="02000603040000020004" pitchFamily="50" charset="0"/>
                <a:ea typeface="Open Sans Light" panose="020B0306030504020204" pitchFamily="34" charset="0"/>
                <a:cs typeface="Open Sans Light" panose="020B0306030504020204" pitchFamily="34" charset="0"/>
              </a:rPr>
              <a:t>Puede personalizar cualquier cosa que vea en este cuadro de texto, solo escriba su información.</a:t>
            </a:r>
            <a:endParaRPr lang="en-US" sz="1400">
              <a:solidFill>
                <a:srgbClr val="3C3C3B"/>
              </a:solidFill>
              <a:latin typeface="Gotham" panose="02000603040000020004" pitchFamily="50" charset="0"/>
              <a:ea typeface="Open Sans Light" panose="020B0306030504020204" pitchFamily="34" charset="0"/>
              <a:cs typeface="Open Sans Light" panose="020B0306030504020204" pitchFamily="34" charset="0"/>
            </a:endParaRPr>
          </a:p>
        </p:txBody>
      </p:sp>
      <p:pic>
        <p:nvPicPr>
          <p:cNvPr id="5" name="Imagen 4" descr="Texto, Icono&#10;&#10;Descripción generada automáticamente">
            <a:extLst>
              <a:ext uri="{FF2B5EF4-FFF2-40B4-BE49-F238E27FC236}">
                <a16:creationId xmlns:a16="http://schemas.microsoft.com/office/drawing/2014/main" id="{5635357D-06B7-EB68-33AC-ADC3298904A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03277" y="3038639"/>
            <a:ext cx="2125701" cy="2122937"/>
          </a:xfrm>
          <a:prstGeom prst="rect">
            <a:avLst/>
          </a:prstGeom>
        </p:spPr>
      </p:pic>
    </p:spTree>
    <p:extLst>
      <p:ext uri="{BB962C8B-B14F-4D97-AF65-F5344CB8AC3E}">
        <p14:creationId xmlns:p14="http://schemas.microsoft.com/office/powerpoint/2010/main" val="39708246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apositiva General">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1042219" y="1275824"/>
            <a:ext cx="10113461" cy="602137"/>
          </a:xfrm>
        </p:spPr>
        <p:txBody>
          <a:bodyPr anchor="ctr"/>
          <a:lstStyle>
            <a:lvl1pPr marL="0" algn="ctr">
              <a:defRPr>
                <a:solidFill>
                  <a:srgbClr val="102B42"/>
                </a:solidFill>
                <a:latin typeface="Gotham" panose="02000603040000020004" pitchFamily="50" charset="0"/>
              </a:defRPr>
            </a:lvl1pPr>
          </a:lstStyle>
          <a:p>
            <a:r>
              <a:rPr lang="es-ES" b="1" err="1">
                <a:solidFill>
                  <a:srgbClr val="102B42"/>
                </a:solidFill>
                <a:latin typeface="Gotham" panose="02000603040000020004" pitchFamily="2" charset="0"/>
              </a:rPr>
              <a:t>Lorem</a:t>
            </a:r>
            <a:r>
              <a:rPr lang="es-ES" b="1">
                <a:solidFill>
                  <a:srgbClr val="102B42"/>
                </a:solidFill>
                <a:latin typeface="Gotham" panose="02000603040000020004" pitchFamily="2" charset="0"/>
              </a:rPr>
              <a:t> </a:t>
            </a:r>
            <a:r>
              <a:rPr lang="es-ES" b="1" err="1">
                <a:solidFill>
                  <a:srgbClr val="102B42"/>
                </a:solidFill>
                <a:latin typeface="Gotham" panose="02000603040000020004" pitchFamily="2" charset="0"/>
              </a:rPr>
              <a:t>Ipsum</a:t>
            </a:r>
            <a:endParaRPr lang="en-US"/>
          </a:p>
        </p:txBody>
      </p:sp>
      <p:sp>
        <p:nvSpPr>
          <p:cNvPr id="56" name="Content Placeholder 2">
            <a:extLst>
              <a:ext uri="{FF2B5EF4-FFF2-40B4-BE49-F238E27FC236}">
                <a16:creationId xmlns:a16="http://schemas.microsoft.com/office/drawing/2014/main" id="{25AF31D7-DDAD-AE10-0239-B0B639942F05}"/>
              </a:ext>
            </a:extLst>
          </p:cNvPr>
          <p:cNvSpPr>
            <a:spLocks noGrp="1"/>
          </p:cNvSpPr>
          <p:nvPr>
            <p:ph idx="1"/>
          </p:nvPr>
        </p:nvSpPr>
        <p:spPr>
          <a:xfrm>
            <a:off x="629587" y="1966452"/>
            <a:ext cx="11137692" cy="4359396"/>
          </a:xfrm>
        </p:spPr>
        <p:txBody>
          <a:bodyPr/>
          <a:lstStyle>
            <a:lvl1pPr>
              <a:defRPr>
                <a:solidFill>
                  <a:srgbClr val="3C3C3B"/>
                </a:solidFill>
              </a:defRPr>
            </a:lvl1pPr>
            <a:lvl2pPr>
              <a:defRPr>
                <a:solidFill>
                  <a:srgbClr val="3C3C3B"/>
                </a:solidFill>
              </a:defRPr>
            </a:lvl2pPr>
            <a:lvl3pPr>
              <a:defRPr>
                <a:solidFill>
                  <a:srgbClr val="3C3C3B"/>
                </a:solidFill>
              </a:defRPr>
            </a:lvl3pPr>
            <a:lvl4pPr>
              <a:defRPr>
                <a:solidFill>
                  <a:srgbClr val="3C3C3B"/>
                </a:solidFill>
              </a:defRPr>
            </a:lvl4pPr>
            <a:lvl5pPr>
              <a:defRPr>
                <a:solidFill>
                  <a:srgbClr val="3C3C3B"/>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Tree>
    <p:extLst>
      <p:ext uri="{BB962C8B-B14F-4D97-AF65-F5344CB8AC3E}">
        <p14:creationId xmlns:p14="http://schemas.microsoft.com/office/powerpoint/2010/main" val="31672318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iapositiva Cambio Tem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BBA8F40-9B3F-63B9-DD8C-BB01669C23EF}"/>
              </a:ext>
            </a:extLst>
          </p:cNvPr>
          <p:cNvSpPr>
            <a:spLocks noGrp="1"/>
          </p:cNvSpPr>
          <p:nvPr>
            <p:ph type="title" hasCustomPrompt="1"/>
          </p:nvPr>
        </p:nvSpPr>
        <p:spPr>
          <a:xfrm>
            <a:off x="4558721" y="2553043"/>
            <a:ext cx="7286438" cy="1744716"/>
          </a:xfrm>
        </p:spPr>
        <p:txBody>
          <a:bodyPr anchor="ctr"/>
          <a:lstStyle/>
          <a:p>
            <a:r>
              <a:rPr lang="es-CL" sz="4400" b="1" err="1">
                <a:solidFill>
                  <a:schemeClr val="bg1"/>
                </a:solidFill>
                <a:latin typeface="Gotham" panose="02000603040000020004" pitchFamily="50" charset="0"/>
              </a:rPr>
              <a:t>Lorem</a:t>
            </a:r>
            <a:r>
              <a:rPr lang="es-CL" sz="4400" b="1">
                <a:solidFill>
                  <a:schemeClr val="bg1"/>
                </a:solidFill>
                <a:latin typeface="Gotham" panose="02000603040000020004" pitchFamily="50" charset="0"/>
              </a:rPr>
              <a:t> </a:t>
            </a:r>
            <a:r>
              <a:rPr lang="es-CL" sz="4400" b="1" err="1">
                <a:solidFill>
                  <a:schemeClr val="bg1"/>
                </a:solidFill>
                <a:latin typeface="Gotham" panose="02000603040000020004" pitchFamily="50" charset="0"/>
              </a:rPr>
              <a:t>ipsum</a:t>
            </a:r>
            <a:endParaRPr lang="es-CL"/>
          </a:p>
        </p:txBody>
      </p:sp>
    </p:spTree>
    <p:extLst>
      <p:ext uri="{BB962C8B-B14F-4D97-AF65-F5344CB8AC3E}">
        <p14:creationId xmlns:p14="http://schemas.microsoft.com/office/powerpoint/2010/main" val="33532688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Portada">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F39BCFA7-EFF0-AE3A-4D5A-F54C59C5A639}"/>
              </a:ext>
            </a:extLst>
          </p:cNvPr>
          <p:cNvSpPr>
            <a:spLocks noGrp="1"/>
          </p:cNvSpPr>
          <p:nvPr>
            <p:ph type="ctrTitle" hasCustomPrompt="1"/>
          </p:nvPr>
        </p:nvSpPr>
        <p:spPr>
          <a:xfrm>
            <a:off x="6372790" y="3107113"/>
            <a:ext cx="5113194" cy="643773"/>
          </a:xfrm>
        </p:spPr>
        <p:txBody>
          <a:bodyPr anchor="ctr">
            <a:normAutofit/>
          </a:bodyPr>
          <a:lstStyle/>
          <a:p>
            <a:pPr algn="l"/>
            <a:r>
              <a:rPr lang="es-CL" sz="3600" b="1" err="1">
                <a:solidFill>
                  <a:schemeClr val="bg1"/>
                </a:solidFill>
                <a:latin typeface="Gotham" panose="02000603040000020004" pitchFamily="50" charset="0"/>
              </a:rPr>
              <a:t>Lorem</a:t>
            </a:r>
            <a:r>
              <a:rPr lang="es-CL" sz="3600" b="1">
                <a:solidFill>
                  <a:schemeClr val="bg1"/>
                </a:solidFill>
                <a:latin typeface="Gotham" panose="02000603040000020004" pitchFamily="50" charset="0"/>
              </a:rPr>
              <a:t> </a:t>
            </a:r>
            <a:r>
              <a:rPr lang="es-CL" sz="3600" b="1" err="1">
                <a:solidFill>
                  <a:schemeClr val="bg1"/>
                </a:solidFill>
                <a:latin typeface="Gotham" panose="02000603040000020004" pitchFamily="50" charset="0"/>
              </a:rPr>
              <a:t>ipsum</a:t>
            </a:r>
            <a:endParaRPr lang="es-CL" sz="3600" b="1">
              <a:solidFill>
                <a:schemeClr val="bg1"/>
              </a:solidFill>
              <a:latin typeface="Gotham" panose="02000603040000020004" pitchFamily="50" charset="0"/>
            </a:endParaRPr>
          </a:p>
        </p:txBody>
      </p:sp>
      <p:sp>
        <p:nvSpPr>
          <p:cNvPr id="5" name="Subtítulo 2">
            <a:extLst>
              <a:ext uri="{FF2B5EF4-FFF2-40B4-BE49-F238E27FC236}">
                <a16:creationId xmlns:a16="http://schemas.microsoft.com/office/drawing/2014/main" id="{4329DCCD-8CF6-9BA5-1F82-4885C19BA23B}"/>
              </a:ext>
            </a:extLst>
          </p:cNvPr>
          <p:cNvSpPr>
            <a:spLocks noGrp="1"/>
          </p:cNvSpPr>
          <p:nvPr>
            <p:ph type="subTitle" idx="1"/>
          </p:nvPr>
        </p:nvSpPr>
        <p:spPr>
          <a:xfrm>
            <a:off x="6372790" y="3839546"/>
            <a:ext cx="5113194" cy="635654"/>
          </a:xfrm>
        </p:spPr>
        <p:txBody>
          <a:bodyPr>
            <a:noAutofit/>
          </a:bodyPr>
          <a:lstStyle/>
          <a:p>
            <a:pPr algn="l"/>
            <a:r>
              <a:rPr lang="es-CL" sz="1800" err="1">
                <a:solidFill>
                  <a:schemeClr val="bg1"/>
                </a:solidFill>
                <a:latin typeface="Gotham" panose="02000603040000020004" pitchFamily="50" charset="0"/>
              </a:rPr>
              <a:t>Lorem</a:t>
            </a:r>
            <a:r>
              <a:rPr lang="es-CL" sz="1800">
                <a:solidFill>
                  <a:schemeClr val="bg1"/>
                </a:solidFill>
                <a:latin typeface="Gotham" panose="02000603040000020004" pitchFamily="50" charset="0"/>
              </a:rPr>
              <a:t> </a:t>
            </a:r>
            <a:r>
              <a:rPr lang="es-CL" sz="1800" err="1">
                <a:solidFill>
                  <a:schemeClr val="bg1"/>
                </a:solidFill>
                <a:latin typeface="Gotham" panose="02000603040000020004" pitchFamily="50" charset="0"/>
              </a:rPr>
              <a:t>ipsum</a:t>
            </a:r>
            <a:r>
              <a:rPr lang="es-CL" sz="1800">
                <a:solidFill>
                  <a:schemeClr val="bg1"/>
                </a:solidFill>
                <a:latin typeface="Gotham" panose="02000603040000020004" pitchFamily="50" charset="0"/>
              </a:rPr>
              <a:t> dolor </a:t>
            </a:r>
            <a:r>
              <a:rPr lang="es-CL" sz="1800" err="1">
                <a:solidFill>
                  <a:schemeClr val="bg1"/>
                </a:solidFill>
                <a:latin typeface="Gotham" panose="02000603040000020004" pitchFamily="50" charset="0"/>
              </a:rPr>
              <a:t>sit</a:t>
            </a:r>
            <a:r>
              <a:rPr lang="es-CL" sz="1800">
                <a:solidFill>
                  <a:schemeClr val="bg1"/>
                </a:solidFill>
                <a:latin typeface="Gotham" panose="02000603040000020004" pitchFamily="50" charset="0"/>
              </a:rPr>
              <a:t> </a:t>
            </a:r>
            <a:r>
              <a:rPr lang="es-CL" sz="1800" err="1">
                <a:solidFill>
                  <a:schemeClr val="bg1"/>
                </a:solidFill>
                <a:latin typeface="Gotham" panose="02000603040000020004" pitchFamily="50" charset="0"/>
              </a:rPr>
              <a:t>amet</a:t>
            </a:r>
            <a:r>
              <a:rPr lang="es-CL" sz="1800">
                <a:solidFill>
                  <a:schemeClr val="bg1"/>
                </a:solidFill>
                <a:latin typeface="Gotham" panose="02000603040000020004" pitchFamily="50" charset="0"/>
              </a:rPr>
              <a:t>, </a:t>
            </a:r>
            <a:r>
              <a:rPr lang="es-CL" sz="1800" err="1">
                <a:solidFill>
                  <a:schemeClr val="bg1"/>
                </a:solidFill>
                <a:latin typeface="Gotham" panose="02000603040000020004" pitchFamily="50" charset="0"/>
              </a:rPr>
              <a:t>consectetuer</a:t>
            </a:r>
            <a:r>
              <a:rPr lang="es-CL" sz="1800">
                <a:solidFill>
                  <a:schemeClr val="bg1"/>
                </a:solidFill>
                <a:latin typeface="Gotham" panose="02000603040000020004" pitchFamily="50" charset="0"/>
              </a:rPr>
              <a:t> </a:t>
            </a:r>
            <a:r>
              <a:rPr lang="es-CL" sz="1800" err="1">
                <a:solidFill>
                  <a:schemeClr val="bg1"/>
                </a:solidFill>
                <a:latin typeface="Gotham" panose="02000603040000020004" pitchFamily="50" charset="0"/>
              </a:rPr>
              <a:t>adipiscing</a:t>
            </a:r>
            <a:r>
              <a:rPr lang="es-CL" sz="1800">
                <a:solidFill>
                  <a:schemeClr val="bg1"/>
                </a:solidFill>
                <a:latin typeface="Gotham" panose="02000603040000020004" pitchFamily="50" charset="0"/>
              </a:rPr>
              <a:t> </a:t>
            </a:r>
            <a:r>
              <a:rPr lang="es-CL" sz="1800" err="1">
                <a:solidFill>
                  <a:schemeClr val="bg1"/>
                </a:solidFill>
                <a:latin typeface="Gotham" panose="02000603040000020004" pitchFamily="50" charset="0"/>
              </a:rPr>
              <a:t>elit</a:t>
            </a:r>
            <a:r>
              <a:rPr lang="es-CL" sz="1800">
                <a:solidFill>
                  <a:schemeClr val="bg1"/>
                </a:solidFill>
                <a:latin typeface="Gotham" panose="02000603040000020004" pitchFamily="50" charset="0"/>
              </a:rPr>
              <a:t>, sed </a:t>
            </a:r>
            <a:r>
              <a:rPr lang="es-CL" sz="1800" err="1">
                <a:solidFill>
                  <a:schemeClr val="bg1"/>
                </a:solidFill>
                <a:latin typeface="Gotham" panose="02000603040000020004" pitchFamily="50" charset="0"/>
              </a:rPr>
              <a:t>diam</a:t>
            </a:r>
            <a:r>
              <a:rPr lang="es-CL" sz="1800">
                <a:solidFill>
                  <a:schemeClr val="bg1"/>
                </a:solidFill>
                <a:latin typeface="Gotham" panose="02000603040000020004" pitchFamily="50" charset="0"/>
              </a:rPr>
              <a:t>.</a:t>
            </a:r>
          </a:p>
        </p:txBody>
      </p:sp>
      <p:pic>
        <p:nvPicPr>
          <p:cNvPr id="2" name="Imagen 1" descr="Imagen que contiene botella, texto, periódico, firmar&#10;&#10;Descripción generada automáticamente">
            <a:extLst>
              <a:ext uri="{FF2B5EF4-FFF2-40B4-BE49-F238E27FC236}">
                <a16:creationId xmlns:a16="http://schemas.microsoft.com/office/drawing/2014/main" id="{56246E2A-FF94-6B4F-980C-12E7E5DF0CB8}"/>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694506" y="5579974"/>
            <a:ext cx="2199042" cy="761207"/>
          </a:xfrm>
          <a:prstGeom prst="rect">
            <a:avLst/>
          </a:prstGeom>
        </p:spPr>
      </p:pic>
    </p:spTree>
    <p:extLst>
      <p:ext uri="{BB962C8B-B14F-4D97-AF65-F5344CB8AC3E}">
        <p14:creationId xmlns:p14="http://schemas.microsoft.com/office/powerpoint/2010/main" val="6395908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emas">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1042219" y="1275824"/>
            <a:ext cx="10113461" cy="602137"/>
          </a:xfrm>
        </p:spPr>
        <p:txBody>
          <a:bodyPr anchor="ctr"/>
          <a:lstStyle>
            <a:lvl1pPr marL="0" algn="ctr">
              <a:defRPr>
                <a:solidFill>
                  <a:srgbClr val="102B42"/>
                </a:solidFill>
                <a:latin typeface="Gotham" panose="02000603040000020004" pitchFamily="50" charset="0"/>
              </a:defRPr>
            </a:lvl1pPr>
          </a:lstStyle>
          <a:p>
            <a:r>
              <a:rPr lang="es-ES" b="1">
                <a:solidFill>
                  <a:srgbClr val="102B42"/>
                </a:solidFill>
                <a:latin typeface="Gotham" panose="02000603040000020004" pitchFamily="2" charset="0"/>
              </a:rPr>
              <a:t>AGENDA</a:t>
            </a:r>
            <a:endParaRPr lang="en-US"/>
          </a:p>
        </p:txBody>
      </p:sp>
      <p:sp>
        <p:nvSpPr>
          <p:cNvPr id="45" name="Rectángulo: esquinas superiores redondeadas 44">
            <a:extLst>
              <a:ext uri="{FF2B5EF4-FFF2-40B4-BE49-F238E27FC236}">
                <a16:creationId xmlns:a16="http://schemas.microsoft.com/office/drawing/2014/main" id="{A669CD1B-0E03-ABA9-763C-5D948F0B8EB8}"/>
              </a:ext>
            </a:extLst>
          </p:cNvPr>
          <p:cNvSpPr/>
          <p:nvPr userDrawn="1"/>
        </p:nvSpPr>
        <p:spPr>
          <a:xfrm rot="16200000">
            <a:off x="-14135" y="3062436"/>
            <a:ext cx="4305299" cy="2180925"/>
          </a:xfrm>
          <a:prstGeom prst="round2SameRect">
            <a:avLst/>
          </a:prstGeom>
          <a:solidFill>
            <a:srgbClr val="304B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47" name="Subtitle 2">
            <a:extLst>
              <a:ext uri="{FF2B5EF4-FFF2-40B4-BE49-F238E27FC236}">
                <a16:creationId xmlns:a16="http://schemas.microsoft.com/office/drawing/2014/main" id="{024370F0-34C6-0E0F-CB33-03242E12CDC9}"/>
              </a:ext>
            </a:extLst>
          </p:cNvPr>
          <p:cNvSpPr txBox="1">
            <a:spLocks/>
          </p:cNvSpPr>
          <p:nvPr userDrawn="1"/>
        </p:nvSpPr>
        <p:spPr>
          <a:xfrm>
            <a:off x="3933825" y="1877961"/>
            <a:ext cx="7221854" cy="4444294"/>
          </a:xfrm>
          <a:prstGeom prst="rect">
            <a:avLst/>
          </a:prstGeom>
        </p:spPr>
        <p:txBody>
          <a:bodyPr vert="horz" wrap="square" lIns="91440" tIns="45720" rIns="91440" bIns="4572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0" marR="0" lvl="0" indent="0" algn="l" defTabSz="1087636" rtl="0" eaLnBrk="1" fontAlgn="auto" latinLnBrk="0" hangingPunct="1">
              <a:lnSpc>
                <a:spcPct val="100000"/>
              </a:lnSpc>
              <a:spcBef>
                <a:spcPct val="20000"/>
              </a:spcBef>
              <a:spcAft>
                <a:spcPts val="0"/>
              </a:spcAft>
              <a:buClrTx/>
              <a:buSzTx/>
              <a:buFont typeface="Arial"/>
              <a:buNone/>
              <a:tabLst/>
              <a:defRPr/>
            </a:pPr>
            <a:r>
              <a:rPr lang="en-US" sz="1400" b="1">
                <a:solidFill>
                  <a:srgbClr val="102B42"/>
                </a:solidFill>
                <a:latin typeface="Gotham" panose="02000603040000020004" pitchFamily="50" charset="0"/>
                <a:ea typeface="League Spartan" charset="0"/>
                <a:cs typeface="Poppins SemiBold" pitchFamily="2" charset="77"/>
              </a:rPr>
              <a:t>Tema 01</a:t>
            </a:r>
          </a:p>
          <a:p>
            <a:pPr algn="l">
              <a:lnSpc>
                <a:spcPct val="100000"/>
              </a:lnSpc>
            </a:pPr>
            <a:r>
              <a:rPr lang="es-ES" sz="1400">
                <a:solidFill>
                  <a:srgbClr val="3C3C3B"/>
                </a:solidFill>
                <a:latin typeface="Gotham" panose="02000603040000020004" pitchFamily="50" charset="0"/>
                <a:ea typeface="Open Sans Light" panose="020B0306030504020204" pitchFamily="34" charset="0"/>
                <a:cs typeface="Open Sans Light" panose="020B0306030504020204" pitchFamily="34" charset="0"/>
              </a:rPr>
              <a:t>Puede personalizar cualquier cosa que vea en este cuadro de texto, solo escriba su información.</a:t>
            </a:r>
          </a:p>
          <a:p>
            <a:pPr marL="0" marR="0" lvl="0" indent="0" algn="l" defTabSz="1087636" rtl="0" eaLnBrk="1" fontAlgn="auto" latinLnBrk="0" hangingPunct="1">
              <a:lnSpc>
                <a:spcPct val="100000"/>
              </a:lnSpc>
              <a:spcBef>
                <a:spcPct val="20000"/>
              </a:spcBef>
              <a:spcAft>
                <a:spcPts val="0"/>
              </a:spcAft>
              <a:buClrTx/>
              <a:buSzTx/>
              <a:buFont typeface="Arial"/>
              <a:buNone/>
              <a:tabLst/>
              <a:defRPr/>
            </a:pPr>
            <a:r>
              <a:rPr lang="en-US" sz="1400" b="1">
                <a:solidFill>
                  <a:srgbClr val="102B42"/>
                </a:solidFill>
                <a:latin typeface="Gotham" panose="02000603040000020004" pitchFamily="50" charset="0"/>
                <a:ea typeface="League Spartan" charset="0"/>
                <a:cs typeface="Poppins SemiBold" pitchFamily="2" charset="77"/>
              </a:rPr>
              <a:t>Tema 02</a:t>
            </a:r>
          </a:p>
          <a:p>
            <a:pPr algn="l">
              <a:lnSpc>
                <a:spcPct val="100000"/>
              </a:lnSpc>
            </a:pPr>
            <a:r>
              <a:rPr lang="es-ES" sz="1400">
                <a:solidFill>
                  <a:srgbClr val="3C3C3B"/>
                </a:solidFill>
                <a:latin typeface="Gotham" panose="02000603040000020004" pitchFamily="50" charset="0"/>
                <a:ea typeface="Open Sans Light" panose="020B0306030504020204" pitchFamily="34" charset="0"/>
                <a:cs typeface="Open Sans Light" panose="020B0306030504020204" pitchFamily="34" charset="0"/>
              </a:rPr>
              <a:t>Puede personalizar cualquier cosa que vea en este cuadro de texto, solo escriba su información.</a:t>
            </a:r>
            <a:endParaRPr lang="en-US" sz="1400">
              <a:solidFill>
                <a:srgbClr val="3C3C3B"/>
              </a:solidFill>
              <a:latin typeface="Gotham" panose="02000603040000020004" pitchFamily="50" charset="0"/>
              <a:ea typeface="Open Sans Light" panose="020B0306030504020204" pitchFamily="34" charset="0"/>
              <a:cs typeface="Open Sans Light" panose="020B0306030504020204" pitchFamily="34" charset="0"/>
            </a:endParaRPr>
          </a:p>
          <a:p>
            <a:pPr marL="0" marR="0" lvl="0" indent="0" algn="l" defTabSz="1087636" rtl="0" eaLnBrk="1" fontAlgn="auto" latinLnBrk="0" hangingPunct="1">
              <a:lnSpc>
                <a:spcPct val="100000"/>
              </a:lnSpc>
              <a:spcBef>
                <a:spcPct val="20000"/>
              </a:spcBef>
              <a:spcAft>
                <a:spcPts val="0"/>
              </a:spcAft>
              <a:buClrTx/>
              <a:buSzTx/>
              <a:buFont typeface="Arial"/>
              <a:buNone/>
              <a:tabLst/>
              <a:defRPr/>
            </a:pPr>
            <a:r>
              <a:rPr lang="en-US" sz="1400" b="1">
                <a:solidFill>
                  <a:srgbClr val="102B42"/>
                </a:solidFill>
                <a:latin typeface="Gotham" panose="02000603040000020004" pitchFamily="50" charset="0"/>
                <a:ea typeface="League Spartan" charset="0"/>
                <a:cs typeface="Poppins SemiBold" pitchFamily="2" charset="77"/>
              </a:rPr>
              <a:t>Tema 03</a:t>
            </a:r>
          </a:p>
          <a:p>
            <a:pPr algn="l">
              <a:lnSpc>
                <a:spcPct val="100000"/>
              </a:lnSpc>
            </a:pPr>
            <a:r>
              <a:rPr lang="es-ES" sz="1400">
                <a:solidFill>
                  <a:srgbClr val="3C3C3B"/>
                </a:solidFill>
                <a:latin typeface="Gotham" panose="02000603040000020004" pitchFamily="50" charset="0"/>
                <a:ea typeface="Open Sans Light" panose="020B0306030504020204" pitchFamily="34" charset="0"/>
                <a:cs typeface="Open Sans Light" panose="020B0306030504020204" pitchFamily="34" charset="0"/>
              </a:rPr>
              <a:t>Puede personalizar cualquier cosa que vea en este cuadro de texto, solo escriba su información.</a:t>
            </a:r>
            <a:endParaRPr lang="en-US" sz="1400">
              <a:solidFill>
                <a:srgbClr val="3C3C3B"/>
              </a:solidFill>
              <a:latin typeface="Gotham" panose="02000603040000020004" pitchFamily="50" charset="0"/>
              <a:ea typeface="Open Sans Light" panose="020B0306030504020204" pitchFamily="34" charset="0"/>
              <a:cs typeface="Open Sans Light" panose="020B0306030504020204" pitchFamily="34" charset="0"/>
            </a:endParaRPr>
          </a:p>
          <a:p>
            <a:pPr marL="0" marR="0" lvl="0" indent="0" algn="l" defTabSz="1087636" rtl="0" eaLnBrk="1" fontAlgn="auto" latinLnBrk="0" hangingPunct="1">
              <a:lnSpc>
                <a:spcPct val="100000"/>
              </a:lnSpc>
              <a:spcBef>
                <a:spcPct val="20000"/>
              </a:spcBef>
              <a:spcAft>
                <a:spcPts val="0"/>
              </a:spcAft>
              <a:buClrTx/>
              <a:buSzTx/>
              <a:buFont typeface="Arial"/>
              <a:buNone/>
              <a:tabLst/>
              <a:defRPr/>
            </a:pPr>
            <a:r>
              <a:rPr lang="en-US" sz="1400" b="1">
                <a:solidFill>
                  <a:srgbClr val="102B42"/>
                </a:solidFill>
                <a:latin typeface="Gotham" panose="02000603040000020004" pitchFamily="50" charset="0"/>
                <a:ea typeface="League Spartan" charset="0"/>
                <a:cs typeface="Poppins SemiBold" pitchFamily="2" charset="77"/>
              </a:rPr>
              <a:t>Tema 04</a:t>
            </a:r>
          </a:p>
          <a:p>
            <a:pPr algn="l">
              <a:lnSpc>
                <a:spcPct val="100000"/>
              </a:lnSpc>
            </a:pPr>
            <a:r>
              <a:rPr lang="es-ES" sz="1400">
                <a:solidFill>
                  <a:srgbClr val="3C3C3B"/>
                </a:solidFill>
                <a:latin typeface="Gotham" panose="02000603040000020004" pitchFamily="50" charset="0"/>
                <a:ea typeface="Open Sans Light" panose="020B0306030504020204" pitchFamily="34" charset="0"/>
                <a:cs typeface="Open Sans Light" panose="020B0306030504020204" pitchFamily="34" charset="0"/>
              </a:rPr>
              <a:t>Puede personalizar cualquier cosa que vea en este cuadro de texto, solo escriba su información.</a:t>
            </a:r>
            <a:endParaRPr lang="en-US" sz="1400">
              <a:solidFill>
                <a:srgbClr val="3C3C3B"/>
              </a:solidFill>
              <a:latin typeface="Gotham" panose="02000603040000020004" pitchFamily="50" charset="0"/>
              <a:ea typeface="Open Sans Light" panose="020B0306030504020204" pitchFamily="34" charset="0"/>
              <a:cs typeface="Open Sans Light" panose="020B0306030504020204" pitchFamily="34" charset="0"/>
            </a:endParaRPr>
          </a:p>
          <a:p>
            <a:pPr marL="0" marR="0" lvl="0" indent="0" algn="l" defTabSz="1087636" rtl="0" eaLnBrk="1" fontAlgn="auto" latinLnBrk="0" hangingPunct="1">
              <a:lnSpc>
                <a:spcPct val="100000"/>
              </a:lnSpc>
              <a:spcBef>
                <a:spcPct val="20000"/>
              </a:spcBef>
              <a:spcAft>
                <a:spcPts val="0"/>
              </a:spcAft>
              <a:buClrTx/>
              <a:buSzTx/>
              <a:buFont typeface="Arial"/>
              <a:buNone/>
              <a:tabLst/>
              <a:defRPr/>
            </a:pPr>
            <a:r>
              <a:rPr lang="en-US" sz="1400" b="1">
                <a:solidFill>
                  <a:srgbClr val="102B42"/>
                </a:solidFill>
                <a:latin typeface="Gotham" panose="02000603040000020004" pitchFamily="50" charset="0"/>
                <a:ea typeface="League Spartan" charset="0"/>
                <a:cs typeface="Poppins SemiBold" pitchFamily="2" charset="77"/>
              </a:rPr>
              <a:t>Tema 05</a:t>
            </a:r>
          </a:p>
          <a:p>
            <a:pPr algn="l">
              <a:lnSpc>
                <a:spcPct val="100000"/>
              </a:lnSpc>
            </a:pPr>
            <a:r>
              <a:rPr lang="es-ES" sz="1400">
                <a:solidFill>
                  <a:srgbClr val="3C3C3B"/>
                </a:solidFill>
                <a:latin typeface="Gotham" panose="02000603040000020004" pitchFamily="50" charset="0"/>
                <a:ea typeface="Open Sans Light" panose="020B0306030504020204" pitchFamily="34" charset="0"/>
                <a:cs typeface="Open Sans Light" panose="020B0306030504020204" pitchFamily="34" charset="0"/>
              </a:rPr>
              <a:t>Puede personalizar cualquier cosa que vea en este cuadro de texto, solo escriba su información.</a:t>
            </a:r>
            <a:endParaRPr lang="en-US" sz="1400">
              <a:solidFill>
                <a:srgbClr val="3C3C3B"/>
              </a:solidFill>
              <a:latin typeface="Gotham" panose="02000603040000020004" pitchFamily="50" charset="0"/>
              <a:ea typeface="Open Sans Light" panose="020B0306030504020204" pitchFamily="34" charset="0"/>
              <a:cs typeface="Open Sans Light" panose="020B0306030504020204" pitchFamily="34" charset="0"/>
            </a:endParaRPr>
          </a:p>
          <a:p>
            <a:pPr marL="0" marR="0" lvl="0" indent="0" algn="l" defTabSz="1087636" rtl="0" eaLnBrk="1" fontAlgn="auto" latinLnBrk="0" hangingPunct="1">
              <a:lnSpc>
                <a:spcPct val="100000"/>
              </a:lnSpc>
              <a:spcBef>
                <a:spcPct val="20000"/>
              </a:spcBef>
              <a:spcAft>
                <a:spcPts val="0"/>
              </a:spcAft>
              <a:buClrTx/>
              <a:buSzTx/>
              <a:buFont typeface="Arial"/>
              <a:buNone/>
              <a:tabLst/>
              <a:defRPr/>
            </a:pPr>
            <a:r>
              <a:rPr lang="en-US" sz="1400" b="1">
                <a:solidFill>
                  <a:srgbClr val="102B42"/>
                </a:solidFill>
                <a:latin typeface="Gotham" panose="02000603040000020004" pitchFamily="50" charset="0"/>
                <a:ea typeface="League Spartan" charset="0"/>
                <a:cs typeface="Poppins SemiBold" pitchFamily="2" charset="77"/>
              </a:rPr>
              <a:t>Tema 06</a:t>
            </a:r>
          </a:p>
          <a:p>
            <a:pPr algn="l">
              <a:lnSpc>
                <a:spcPct val="100000"/>
              </a:lnSpc>
            </a:pPr>
            <a:r>
              <a:rPr lang="es-ES" sz="1400">
                <a:solidFill>
                  <a:srgbClr val="3C3C3B"/>
                </a:solidFill>
                <a:latin typeface="Gotham" panose="02000603040000020004" pitchFamily="50" charset="0"/>
                <a:ea typeface="Open Sans Light" panose="020B0306030504020204" pitchFamily="34" charset="0"/>
                <a:cs typeface="Open Sans Light" panose="020B0306030504020204" pitchFamily="34" charset="0"/>
              </a:rPr>
              <a:t>Puede personalizar cualquier cosa que vea en este cuadro de texto, solo escriba su información.</a:t>
            </a:r>
            <a:endParaRPr lang="en-US" sz="1400">
              <a:solidFill>
                <a:srgbClr val="3C3C3B"/>
              </a:solidFill>
              <a:latin typeface="Gotham" panose="02000603040000020004" pitchFamily="50" charset="0"/>
              <a:ea typeface="Open Sans Light" panose="020B0306030504020204" pitchFamily="34" charset="0"/>
              <a:cs typeface="Open Sans Light" panose="020B0306030504020204" pitchFamily="34" charset="0"/>
            </a:endParaRPr>
          </a:p>
        </p:txBody>
      </p:sp>
      <p:pic>
        <p:nvPicPr>
          <p:cNvPr id="4" name="Imagen 3" descr="Texto, Icono&#10;&#10;Descripción generada automáticamente">
            <a:extLst>
              <a:ext uri="{FF2B5EF4-FFF2-40B4-BE49-F238E27FC236}">
                <a16:creationId xmlns:a16="http://schemas.microsoft.com/office/drawing/2014/main" id="{EC37FD03-A8F4-6CC0-494F-F7761EB371D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03277" y="3038639"/>
            <a:ext cx="2125701" cy="2122937"/>
          </a:xfrm>
          <a:prstGeom prst="rect">
            <a:avLst/>
          </a:prstGeom>
        </p:spPr>
      </p:pic>
    </p:spTree>
    <p:extLst>
      <p:ext uri="{BB962C8B-B14F-4D97-AF65-F5344CB8AC3E}">
        <p14:creationId xmlns:p14="http://schemas.microsoft.com/office/powerpoint/2010/main" val="19939597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Diapositiva General">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1042219" y="1275824"/>
            <a:ext cx="10113461" cy="602137"/>
          </a:xfrm>
        </p:spPr>
        <p:txBody>
          <a:bodyPr anchor="ctr"/>
          <a:lstStyle>
            <a:lvl1pPr marL="0" algn="ctr">
              <a:defRPr>
                <a:solidFill>
                  <a:srgbClr val="102B42"/>
                </a:solidFill>
                <a:latin typeface="Gotham" panose="02000603040000020004" pitchFamily="50" charset="0"/>
              </a:defRPr>
            </a:lvl1pPr>
          </a:lstStyle>
          <a:p>
            <a:r>
              <a:rPr lang="es-ES" b="1" err="1">
                <a:solidFill>
                  <a:srgbClr val="102B42"/>
                </a:solidFill>
                <a:latin typeface="Gotham" panose="02000603040000020004" pitchFamily="2" charset="0"/>
              </a:rPr>
              <a:t>Lorem</a:t>
            </a:r>
            <a:r>
              <a:rPr lang="es-ES" b="1">
                <a:solidFill>
                  <a:srgbClr val="102B42"/>
                </a:solidFill>
                <a:latin typeface="Gotham" panose="02000603040000020004" pitchFamily="2" charset="0"/>
              </a:rPr>
              <a:t> </a:t>
            </a:r>
            <a:r>
              <a:rPr lang="es-ES" b="1" err="1">
                <a:solidFill>
                  <a:srgbClr val="102B42"/>
                </a:solidFill>
                <a:latin typeface="Gotham" panose="02000603040000020004" pitchFamily="2" charset="0"/>
              </a:rPr>
              <a:t>Ipsum</a:t>
            </a:r>
            <a:endParaRPr lang="en-US"/>
          </a:p>
        </p:txBody>
      </p:sp>
      <p:sp>
        <p:nvSpPr>
          <p:cNvPr id="56" name="Content Placeholder 2">
            <a:extLst>
              <a:ext uri="{FF2B5EF4-FFF2-40B4-BE49-F238E27FC236}">
                <a16:creationId xmlns:a16="http://schemas.microsoft.com/office/drawing/2014/main" id="{25AF31D7-DDAD-AE10-0239-B0B639942F05}"/>
              </a:ext>
            </a:extLst>
          </p:cNvPr>
          <p:cNvSpPr>
            <a:spLocks noGrp="1"/>
          </p:cNvSpPr>
          <p:nvPr>
            <p:ph idx="1"/>
          </p:nvPr>
        </p:nvSpPr>
        <p:spPr>
          <a:xfrm>
            <a:off x="629587" y="1966452"/>
            <a:ext cx="11137692" cy="4359396"/>
          </a:xfrm>
        </p:spPr>
        <p:txBody>
          <a:bodyPr/>
          <a:lstStyle>
            <a:lvl1pPr>
              <a:defRPr>
                <a:solidFill>
                  <a:srgbClr val="3C3C3B"/>
                </a:solidFill>
              </a:defRPr>
            </a:lvl1pPr>
            <a:lvl2pPr>
              <a:defRPr>
                <a:solidFill>
                  <a:srgbClr val="3C3C3B"/>
                </a:solidFill>
              </a:defRPr>
            </a:lvl2pPr>
            <a:lvl3pPr>
              <a:defRPr>
                <a:solidFill>
                  <a:srgbClr val="3C3C3B"/>
                </a:solidFill>
              </a:defRPr>
            </a:lvl3pPr>
            <a:lvl4pPr>
              <a:defRPr>
                <a:solidFill>
                  <a:srgbClr val="3C3C3B"/>
                </a:solidFill>
              </a:defRPr>
            </a:lvl4pPr>
            <a:lvl5pPr>
              <a:defRPr>
                <a:solidFill>
                  <a:srgbClr val="3C3C3B"/>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Tree>
    <p:extLst>
      <p:ext uri="{BB962C8B-B14F-4D97-AF65-F5344CB8AC3E}">
        <p14:creationId xmlns:p14="http://schemas.microsoft.com/office/powerpoint/2010/main" val="1936364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Diapositiva Cambio Tem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BBA8F40-9B3F-63B9-DD8C-BB01669C23EF}"/>
              </a:ext>
            </a:extLst>
          </p:cNvPr>
          <p:cNvSpPr>
            <a:spLocks noGrp="1"/>
          </p:cNvSpPr>
          <p:nvPr>
            <p:ph type="title" hasCustomPrompt="1"/>
          </p:nvPr>
        </p:nvSpPr>
        <p:spPr>
          <a:xfrm>
            <a:off x="4558721" y="2553043"/>
            <a:ext cx="7286438" cy="1744716"/>
          </a:xfrm>
        </p:spPr>
        <p:txBody>
          <a:bodyPr anchor="ctr"/>
          <a:lstStyle/>
          <a:p>
            <a:r>
              <a:rPr lang="es-CL" sz="4400" b="1" err="1">
                <a:solidFill>
                  <a:schemeClr val="bg1"/>
                </a:solidFill>
                <a:latin typeface="Gotham" panose="02000603040000020004" pitchFamily="50" charset="0"/>
              </a:rPr>
              <a:t>Lorem</a:t>
            </a:r>
            <a:r>
              <a:rPr lang="es-CL" sz="4400" b="1">
                <a:solidFill>
                  <a:schemeClr val="bg1"/>
                </a:solidFill>
                <a:latin typeface="Gotham" panose="02000603040000020004" pitchFamily="50" charset="0"/>
              </a:rPr>
              <a:t> </a:t>
            </a:r>
            <a:r>
              <a:rPr lang="es-CL" sz="4400" b="1" err="1">
                <a:solidFill>
                  <a:schemeClr val="bg1"/>
                </a:solidFill>
                <a:latin typeface="Gotham" panose="02000603040000020004" pitchFamily="50" charset="0"/>
              </a:rPr>
              <a:t>ipsum</a:t>
            </a:r>
            <a:endParaRPr lang="es-CL"/>
          </a:p>
        </p:txBody>
      </p:sp>
    </p:spTree>
    <p:extLst>
      <p:ext uri="{BB962C8B-B14F-4D97-AF65-F5344CB8AC3E}">
        <p14:creationId xmlns:p14="http://schemas.microsoft.com/office/powerpoint/2010/main" val="34111978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apositiva General">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1042219" y="1275824"/>
            <a:ext cx="10113461" cy="602137"/>
          </a:xfrm>
        </p:spPr>
        <p:txBody>
          <a:bodyPr anchor="ctr"/>
          <a:lstStyle>
            <a:lvl1pPr marL="0" algn="ctr">
              <a:defRPr>
                <a:solidFill>
                  <a:srgbClr val="102B42"/>
                </a:solidFill>
                <a:latin typeface="Gotham" panose="02000603040000020004" pitchFamily="50" charset="0"/>
              </a:defRPr>
            </a:lvl1pPr>
          </a:lstStyle>
          <a:p>
            <a:r>
              <a:rPr lang="es-ES" b="1" err="1">
                <a:solidFill>
                  <a:srgbClr val="102B42"/>
                </a:solidFill>
                <a:latin typeface="Gotham" panose="02000603040000020004" pitchFamily="2" charset="0"/>
              </a:rPr>
              <a:t>Lorem</a:t>
            </a:r>
            <a:r>
              <a:rPr lang="es-ES" b="1">
                <a:solidFill>
                  <a:srgbClr val="102B42"/>
                </a:solidFill>
                <a:latin typeface="Gotham" panose="02000603040000020004" pitchFamily="2" charset="0"/>
              </a:rPr>
              <a:t> </a:t>
            </a:r>
            <a:r>
              <a:rPr lang="es-ES" b="1" err="1">
                <a:solidFill>
                  <a:srgbClr val="102B42"/>
                </a:solidFill>
                <a:latin typeface="Gotham" panose="02000603040000020004" pitchFamily="2" charset="0"/>
              </a:rPr>
              <a:t>Ipsum</a:t>
            </a:r>
            <a:endParaRPr lang="en-US"/>
          </a:p>
        </p:txBody>
      </p:sp>
      <p:sp>
        <p:nvSpPr>
          <p:cNvPr id="56" name="Content Placeholder 2">
            <a:extLst>
              <a:ext uri="{FF2B5EF4-FFF2-40B4-BE49-F238E27FC236}">
                <a16:creationId xmlns:a16="http://schemas.microsoft.com/office/drawing/2014/main" id="{25AF31D7-DDAD-AE10-0239-B0B639942F05}"/>
              </a:ext>
            </a:extLst>
          </p:cNvPr>
          <p:cNvSpPr>
            <a:spLocks noGrp="1"/>
          </p:cNvSpPr>
          <p:nvPr>
            <p:ph idx="1"/>
          </p:nvPr>
        </p:nvSpPr>
        <p:spPr>
          <a:xfrm>
            <a:off x="629587" y="1966452"/>
            <a:ext cx="11137692" cy="4359396"/>
          </a:xfrm>
        </p:spPr>
        <p:txBody>
          <a:bodyPr/>
          <a:lstStyle>
            <a:lvl1pPr>
              <a:defRPr>
                <a:solidFill>
                  <a:srgbClr val="3C3C3B"/>
                </a:solidFill>
              </a:defRPr>
            </a:lvl1pPr>
            <a:lvl2pPr>
              <a:defRPr>
                <a:solidFill>
                  <a:srgbClr val="3C3C3B"/>
                </a:solidFill>
              </a:defRPr>
            </a:lvl2pPr>
            <a:lvl3pPr>
              <a:defRPr>
                <a:solidFill>
                  <a:srgbClr val="3C3C3B"/>
                </a:solidFill>
              </a:defRPr>
            </a:lvl3pPr>
            <a:lvl4pPr>
              <a:defRPr>
                <a:solidFill>
                  <a:srgbClr val="3C3C3B"/>
                </a:solidFill>
              </a:defRPr>
            </a:lvl4pPr>
            <a:lvl5pPr>
              <a:defRPr>
                <a:solidFill>
                  <a:srgbClr val="3C3C3B"/>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Tree>
    <p:extLst>
      <p:ext uri="{BB962C8B-B14F-4D97-AF65-F5344CB8AC3E}">
        <p14:creationId xmlns:p14="http://schemas.microsoft.com/office/powerpoint/2010/main" val="1936364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apositiva Cambio Tem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BBA8F40-9B3F-63B9-DD8C-BB01669C23EF}"/>
              </a:ext>
            </a:extLst>
          </p:cNvPr>
          <p:cNvSpPr>
            <a:spLocks noGrp="1"/>
          </p:cNvSpPr>
          <p:nvPr>
            <p:ph type="title" hasCustomPrompt="1"/>
          </p:nvPr>
        </p:nvSpPr>
        <p:spPr>
          <a:xfrm>
            <a:off x="4558721" y="2553043"/>
            <a:ext cx="7286438" cy="1744716"/>
          </a:xfrm>
        </p:spPr>
        <p:txBody>
          <a:bodyPr anchor="ctr"/>
          <a:lstStyle/>
          <a:p>
            <a:r>
              <a:rPr lang="es-CL" sz="4400" b="1" err="1">
                <a:solidFill>
                  <a:schemeClr val="bg1"/>
                </a:solidFill>
                <a:latin typeface="Gotham" panose="02000603040000020004" pitchFamily="50" charset="0"/>
              </a:rPr>
              <a:t>Lorem</a:t>
            </a:r>
            <a:r>
              <a:rPr lang="es-CL" sz="4400" b="1">
                <a:solidFill>
                  <a:schemeClr val="bg1"/>
                </a:solidFill>
                <a:latin typeface="Gotham" panose="02000603040000020004" pitchFamily="50" charset="0"/>
              </a:rPr>
              <a:t> </a:t>
            </a:r>
            <a:r>
              <a:rPr lang="es-CL" sz="4400" b="1" err="1">
                <a:solidFill>
                  <a:schemeClr val="bg1"/>
                </a:solidFill>
                <a:latin typeface="Gotham" panose="02000603040000020004" pitchFamily="50" charset="0"/>
              </a:rPr>
              <a:t>ipsum</a:t>
            </a:r>
            <a:endParaRPr lang="es-CL"/>
          </a:p>
        </p:txBody>
      </p:sp>
    </p:spTree>
    <p:extLst>
      <p:ext uri="{BB962C8B-B14F-4D97-AF65-F5344CB8AC3E}">
        <p14:creationId xmlns:p14="http://schemas.microsoft.com/office/powerpoint/2010/main" val="34111978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mas">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1042219" y="1275824"/>
            <a:ext cx="10113461" cy="602137"/>
          </a:xfrm>
        </p:spPr>
        <p:txBody>
          <a:bodyPr anchor="ctr"/>
          <a:lstStyle>
            <a:lvl1pPr marL="0" algn="ctr">
              <a:defRPr>
                <a:solidFill>
                  <a:srgbClr val="102B42"/>
                </a:solidFill>
                <a:latin typeface="Gotham" panose="02000603040000020004" pitchFamily="50" charset="0"/>
              </a:defRPr>
            </a:lvl1pPr>
          </a:lstStyle>
          <a:p>
            <a:r>
              <a:rPr lang="es-ES" b="1">
                <a:solidFill>
                  <a:srgbClr val="102B42"/>
                </a:solidFill>
                <a:latin typeface="Gotham" panose="02000603040000020004" pitchFamily="2" charset="0"/>
              </a:rPr>
              <a:t>AGENDA</a:t>
            </a:r>
            <a:endParaRPr lang="en-US"/>
          </a:p>
        </p:txBody>
      </p:sp>
      <p:sp>
        <p:nvSpPr>
          <p:cNvPr id="45" name="Rectángulo: esquinas superiores redondeadas 44">
            <a:extLst>
              <a:ext uri="{FF2B5EF4-FFF2-40B4-BE49-F238E27FC236}">
                <a16:creationId xmlns:a16="http://schemas.microsoft.com/office/drawing/2014/main" id="{A669CD1B-0E03-ABA9-763C-5D948F0B8EB8}"/>
              </a:ext>
            </a:extLst>
          </p:cNvPr>
          <p:cNvSpPr/>
          <p:nvPr userDrawn="1"/>
        </p:nvSpPr>
        <p:spPr>
          <a:xfrm rot="16200000">
            <a:off x="-14135" y="3062436"/>
            <a:ext cx="4305299" cy="2180925"/>
          </a:xfrm>
          <a:prstGeom prst="round2SameRect">
            <a:avLst/>
          </a:prstGeom>
          <a:solidFill>
            <a:srgbClr val="304B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47" name="Subtitle 2">
            <a:extLst>
              <a:ext uri="{FF2B5EF4-FFF2-40B4-BE49-F238E27FC236}">
                <a16:creationId xmlns:a16="http://schemas.microsoft.com/office/drawing/2014/main" id="{024370F0-34C6-0E0F-CB33-03242E12CDC9}"/>
              </a:ext>
            </a:extLst>
          </p:cNvPr>
          <p:cNvSpPr txBox="1">
            <a:spLocks/>
          </p:cNvSpPr>
          <p:nvPr userDrawn="1"/>
        </p:nvSpPr>
        <p:spPr>
          <a:xfrm>
            <a:off x="3933825" y="1877961"/>
            <a:ext cx="7221854" cy="4444294"/>
          </a:xfrm>
          <a:prstGeom prst="rect">
            <a:avLst/>
          </a:prstGeom>
        </p:spPr>
        <p:txBody>
          <a:bodyPr vert="horz" wrap="square" lIns="91440" tIns="45720" rIns="91440" bIns="4572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0" marR="0" lvl="0" indent="0" algn="l" defTabSz="1087636" rtl="0" eaLnBrk="1" fontAlgn="auto" latinLnBrk="0" hangingPunct="1">
              <a:lnSpc>
                <a:spcPct val="100000"/>
              </a:lnSpc>
              <a:spcBef>
                <a:spcPct val="20000"/>
              </a:spcBef>
              <a:spcAft>
                <a:spcPts val="0"/>
              </a:spcAft>
              <a:buClrTx/>
              <a:buSzTx/>
              <a:buFont typeface="Arial"/>
              <a:buNone/>
              <a:tabLst/>
              <a:defRPr/>
            </a:pPr>
            <a:r>
              <a:rPr lang="en-US" sz="1400" b="1">
                <a:solidFill>
                  <a:srgbClr val="102B42"/>
                </a:solidFill>
                <a:latin typeface="Gotham" panose="02000603040000020004" pitchFamily="50" charset="0"/>
                <a:ea typeface="League Spartan" charset="0"/>
                <a:cs typeface="Poppins SemiBold" pitchFamily="2" charset="77"/>
              </a:rPr>
              <a:t>Tema 01</a:t>
            </a:r>
          </a:p>
          <a:p>
            <a:pPr algn="l">
              <a:lnSpc>
                <a:spcPct val="100000"/>
              </a:lnSpc>
            </a:pPr>
            <a:r>
              <a:rPr lang="es-ES" sz="1400">
                <a:solidFill>
                  <a:srgbClr val="3C3C3B"/>
                </a:solidFill>
                <a:latin typeface="Gotham" panose="02000603040000020004" pitchFamily="50" charset="0"/>
                <a:ea typeface="Open Sans Light" panose="020B0306030504020204" pitchFamily="34" charset="0"/>
                <a:cs typeface="Open Sans Light" panose="020B0306030504020204" pitchFamily="34" charset="0"/>
              </a:rPr>
              <a:t>Puede personalizar cualquier cosa que vea en este cuadro de texto, solo escriba su información.</a:t>
            </a:r>
          </a:p>
          <a:p>
            <a:pPr marL="0" marR="0" lvl="0" indent="0" algn="l" defTabSz="1087636" rtl="0" eaLnBrk="1" fontAlgn="auto" latinLnBrk="0" hangingPunct="1">
              <a:lnSpc>
                <a:spcPct val="100000"/>
              </a:lnSpc>
              <a:spcBef>
                <a:spcPct val="20000"/>
              </a:spcBef>
              <a:spcAft>
                <a:spcPts val="0"/>
              </a:spcAft>
              <a:buClrTx/>
              <a:buSzTx/>
              <a:buFont typeface="Arial"/>
              <a:buNone/>
              <a:tabLst/>
              <a:defRPr/>
            </a:pPr>
            <a:r>
              <a:rPr lang="en-US" sz="1400" b="1">
                <a:solidFill>
                  <a:srgbClr val="102B42"/>
                </a:solidFill>
                <a:latin typeface="Gotham" panose="02000603040000020004" pitchFamily="50" charset="0"/>
                <a:ea typeface="League Spartan" charset="0"/>
                <a:cs typeface="Poppins SemiBold" pitchFamily="2" charset="77"/>
              </a:rPr>
              <a:t>Tema 02</a:t>
            </a:r>
          </a:p>
          <a:p>
            <a:pPr algn="l">
              <a:lnSpc>
                <a:spcPct val="100000"/>
              </a:lnSpc>
            </a:pPr>
            <a:r>
              <a:rPr lang="es-ES" sz="1400">
                <a:solidFill>
                  <a:srgbClr val="3C3C3B"/>
                </a:solidFill>
                <a:latin typeface="Gotham" panose="02000603040000020004" pitchFamily="50" charset="0"/>
                <a:ea typeface="Open Sans Light" panose="020B0306030504020204" pitchFamily="34" charset="0"/>
                <a:cs typeface="Open Sans Light" panose="020B0306030504020204" pitchFamily="34" charset="0"/>
              </a:rPr>
              <a:t>Puede personalizar cualquier cosa que vea en este cuadro de texto, solo escriba su información.</a:t>
            </a:r>
            <a:endParaRPr lang="en-US" sz="1400">
              <a:solidFill>
                <a:srgbClr val="3C3C3B"/>
              </a:solidFill>
              <a:latin typeface="Gotham" panose="02000603040000020004" pitchFamily="50" charset="0"/>
              <a:ea typeface="Open Sans Light" panose="020B0306030504020204" pitchFamily="34" charset="0"/>
              <a:cs typeface="Open Sans Light" panose="020B0306030504020204" pitchFamily="34" charset="0"/>
            </a:endParaRPr>
          </a:p>
          <a:p>
            <a:pPr marL="0" marR="0" lvl="0" indent="0" algn="l" defTabSz="1087636" rtl="0" eaLnBrk="1" fontAlgn="auto" latinLnBrk="0" hangingPunct="1">
              <a:lnSpc>
                <a:spcPct val="100000"/>
              </a:lnSpc>
              <a:spcBef>
                <a:spcPct val="20000"/>
              </a:spcBef>
              <a:spcAft>
                <a:spcPts val="0"/>
              </a:spcAft>
              <a:buClrTx/>
              <a:buSzTx/>
              <a:buFont typeface="Arial"/>
              <a:buNone/>
              <a:tabLst/>
              <a:defRPr/>
            </a:pPr>
            <a:r>
              <a:rPr lang="en-US" sz="1400" b="1">
                <a:solidFill>
                  <a:srgbClr val="102B42"/>
                </a:solidFill>
                <a:latin typeface="Gotham" panose="02000603040000020004" pitchFamily="50" charset="0"/>
                <a:ea typeface="League Spartan" charset="0"/>
                <a:cs typeface="Poppins SemiBold" pitchFamily="2" charset="77"/>
              </a:rPr>
              <a:t>Tema 03</a:t>
            </a:r>
          </a:p>
          <a:p>
            <a:pPr algn="l">
              <a:lnSpc>
                <a:spcPct val="100000"/>
              </a:lnSpc>
            </a:pPr>
            <a:r>
              <a:rPr lang="es-ES" sz="1400">
                <a:solidFill>
                  <a:srgbClr val="3C3C3B"/>
                </a:solidFill>
                <a:latin typeface="Gotham" panose="02000603040000020004" pitchFamily="50" charset="0"/>
                <a:ea typeface="Open Sans Light" panose="020B0306030504020204" pitchFamily="34" charset="0"/>
                <a:cs typeface="Open Sans Light" panose="020B0306030504020204" pitchFamily="34" charset="0"/>
              </a:rPr>
              <a:t>Puede personalizar cualquier cosa que vea en este cuadro de texto, solo escriba su información.</a:t>
            </a:r>
            <a:endParaRPr lang="en-US" sz="1400">
              <a:solidFill>
                <a:srgbClr val="3C3C3B"/>
              </a:solidFill>
              <a:latin typeface="Gotham" panose="02000603040000020004" pitchFamily="50" charset="0"/>
              <a:ea typeface="Open Sans Light" panose="020B0306030504020204" pitchFamily="34" charset="0"/>
              <a:cs typeface="Open Sans Light" panose="020B0306030504020204" pitchFamily="34" charset="0"/>
            </a:endParaRPr>
          </a:p>
          <a:p>
            <a:pPr marL="0" marR="0" lvl="0" indent="0" algn="l" defTabSz="1087636" rtl="0" eaLnBrk="1" fontAlgn="auto" latinLnBrk="0" hangingPunct="1">
              <a:lnSpc>
                <a:spcPct val="100000"/>
              </a:lnSpc>
              <a:spcBef>
                <a:spcPct val="20000"/>
              </a:spcBef>
              <a:spcAft>
                <a:spcPts val="0"/>
              </a:spcAft>
              <a:buClrTx/>
              <a:buSzTx/>
              <a:buFont typeface="Arial"/>
              <a:buNone/>
              <a:tabLst/>
              <a:defRPr/>
            </a:pPr>
            <a:r>
              <a:rPr lang="en-US" sz="1400" b="1">
                <a:solidFill>
                  <a:srgbClr val="102B42"/>
                </a:solidFill>
                <a:latin typeface="Gotham" panose="02000603040000020004" pitchFamily="50" charset="0"/>
                <a:ea typeface="League Spartan" charset="0"/>
                <a:cs typeface="Poppins SemiBold" pitchFamily="2" charset="77"/>
              </a:rPr>
              <a:t>Tema 04</a:t>
            </a:r>
          </a:p>
          <a:p>
            <a:pPr algn="l">
              <a:lnSpc>
                <a:spcPct val="100000"/>
              </a:lnSpc>
            </a:pPr>
            <a:r>
              <a:rPr lang="es-ES" sz="1400">
                <a:solidFill>
                  <a:srgbClr val="3C3C3B"/>
                </a:solidFill>
                <a:latin typeface="Gotham" panose="02000603040000020004" pitchFamily="50" charset="0"/>
                <a:ea typeface="Open Sans Light" panose="020B0306030504020204" pitchFamily="34" charset="0"/>
                <a:cs typeface="Open Sans Light" panose="020B0306030504020204" pitchFamily="34" charset="0"/>
              </a:rPr>
              <a:t>Puede personalizar cualquier cosa que vea en este cuadro de texto, solo escriba su información.</a:t>
            </a:r>
            <a:endParaRPr lang="en-US" sz="1400">
              <a:solidFill>
                <a:srgbClr val="3C3C3B"/>
              </a:solidFill>
              <a:latin typeface="Gotham" panose="02000603040000020004" pitchFamily="50" charset="0"/>
              <a:ea typeface="Open Sans Light" panose="020B0306030504020204" pitchFamily="34" charset="0"/>
              <a:cs typeface="Open Sans Light" panose="020B0306030504020204" pitchFamily="34" charset="0"/>
            </a:endParaRPr>
          </a:p>
          <a:p>
            <a:pPr marL="0" marR="0" lvl="0" indent="0" algn="l" defTabSz="1087636" rtl="0" eaLnBrk="1" fontAlgn="auto" latinLnBrk="0" hangingPunct="1">
              <a:lnSpc>
                <a:spcPct val="100000"/>
              </a:lnSpc>
              <a:spcBef>
                <a:spcPct val="20000"/>
              </a:spcBef>
              <a:spcAft>
                <a:spcPts val="0"/>
              </a:spcAft>
              <a:buClrTx/>
              <a:buSzTx/>
              <a:buFont typeface="Arial"/>
              <a:buNone/>
              <a:tabLst/>
              <a:defRPr/>
            </a:pPr>
            <a:r>
              <a:rPr lang="en-US" sz="1400" b="1">
                <a:solidFill>
                  <a:srgbClr val="102B42"/>
                </a:solidFill>
                <a:latin typeface="Gotham" panose="02000603040000020004" pitchFamily="50" charset="0"/>
                <a:ea typeface="League Spartan" charset="0"/>
                <a:cs typeface="Poppins SemiBold" pitchFamily="2" charset="77"/>
              </a:rPr>
              <a:t>Tema 05</a:t>
            </a:r>
          </a:p>
          <a:p>
            <a:pPr algn="l">
              <a:lnSpc>
                <a:spcPct val="100000"/>
              </a:lnSpc>
            </a:pPr>
            <a:r>
              <a:rPr lang="es-ES" sz="1400">
                <a:solidFill>
                  <a:srgbClr val="3C3C3B"/>
                </a:solidFill>
                <a:latin typeface="Gotham" panose="02000603040000020004" pitchFamily="50" charset="0"/>
                <a:ea typeface="Open Sans Light" panose="020B0306030504020204" pitchFamily="34" charset="0"/>
                <a:cs typeface="Open Sans Light" panose="020B0306030504020204" pitchFamily="34" charset="0"/>
              </a:rPr>
              <a:t>Puede personalizar cualquier cosa que vea en este cuadro de texto, solo escriba su información.</a:t>
            </a:r>
            <a:endParaRPr lang="en-US" sz="1400">
              <a:solidFill>
                <a:srgbClr val="3C3C3B"/>
              </a:solidFill>
              <a:latin typeface="Gotham" panose="02000603040000020004" pitchFamily="50" charset="0"/>
              <a:ea typeface="Open Sans Light" panose="020B0306030504020204" pitchFamily="34" charset="0"/>
              <a:cs typeface="Open Sans Light" panose="020B0306030504020204" pitchFamily="34" charset="0"/>
            </a:endParaRPr>
          </a:p>
          <a:p>
            <a:pPr marL="0" marR="0" lvl="0" indent="0" algn="l" defTabSz="1087636" rtl="0" eaLnBrk="1" fontAlgn="auto" latinLnBrk="0" hangingPunct="1">
              <a:lnSpc>
                <a:spcPct val="100000"/>
              </a:lnSpc>
              <a:spcBef>
                <a:spcPct val="20000"/>
              </a:spcBef>
              <a:spcAft>
                <a:spcPts val="0"/>
              </a:spcAft>
              <a:buClrTx/>
              <a:buSzTx/>
              <a:buFont typeface="Arial"/>
              <a:buNone/>
              <a:tabLst/>
              <a:defRPr/>
            </a:pPr>
            <a:r>
              <a:rPr lang="en-US" sz="1400" b="1">
                <a:solidFill>
                  <a:srgbClr val="102B42"/>
                </a:solidFill>
                <a:latin typeface="Gotham" panose="02000603040000020004" pitchFamily="50" charset="0"/>
                <a:ea typeface="League Spartan" charset="0"/>
                <a:cs typeface="Poppins SemiBold" pitchFamily="2" charset="77"/>
              </a:rPr>
              <a:t>Tema 06</a:t>
            </a:r>
          </a:p>
          <a:p>
            <a:pPr algn="l">
              <a:lnSpc>
                <a:spcPct val="100000"/>
              </a:lnSpc>
            </a:pPr>
            <a:r>
              <a:rPr lang="es-ES" sz="1400">
                <a:solidFill>
                  <a:srgbClr val="3C3C3B"/>
                </a:solidFill>
                <a:latin typeface="Gotham" panose="02000603040000020004" pitchFamily="50" charset="0"/>
                <a:ea typeface="Open Sans Light" panose="020B0306030504020204" pitchFamily="34" charset="0"/>
                <a:cs typeface="Open Sans Light" panose="020B0306030504020204" pitchFamily="34" charset="0"/>
              </a:rPr>
              <a:t>Puede personalizar cualquier cosa que vea en este cuadro de texto, solo escriba su información.</a:t>
            </a:r>
            <a:endParaRPr lang="en-US" sz="1400">
              <a:solidFill>
                <a:srgbClr val="3C3C3B"/>
              </a:solidFill>
              <a:latin typeface="Gotham" panose="02000603040000020004" pitchFamily="50" charset="0"/>
              <a:ea typeface="Open Sans Light" panose="020B0306030504020204" pitchFamily="34" charset="0"/>
              <a:cs typeface="Open Sans Light" panose="020B0306030504020204" pitchFamily="34" charset="0"/>
            </a:endParaRPr>
          </a:p>
        </p:txBody>
      </p:sp>
      <p:pic>
        <p:nvPicPr>
          <p:cNvPr id="4" name="Imagen 3" descr="Texto, Icono&#10;&#10;Descripción generada automáticamente">
            <a:extLst>
              <a:ext uri="{FF2B5EF4-FFF2-40B4-BE49-F238E27FC236}">
                <a16:creationId xmlns:a16="http://schemas.microsoft.com/office/drawing/2014/main" id="{EC37FD03-A8F4-6CC0-494F-F7761EB371D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03277" y="3038639"/>
            <a:ext cx="2125701" cy="2122937"/>
          </a:xfrm>
          <a:prstGeom prst="rect">
            <a:avLst/>
          </a:prstGeom>
        </p:spPr>
      </p:pic>
    </p:spTree>
    <p:extLst>
      <p:ext uri="{BB962C8B-B14F-4D97-AF65-F5344CB8AC3E}">
        <p14:creationId xmlns:p14="http://schemas.microsoft.com/office/powerpoint/2010/main" val="19939597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ortada">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F39BCFA7-EFF0-AE3A-4D5A-F54C59C5A639}"/>
              </a:ext>
            </a:extLst>
          </p:cNvPr>
          <p:cNvSpPr>
            <a:spLocks noGrp="1"/>
          </p:cNvSpPr>
          <p:nvPr>
            <p:ph type="ctrTitle" hasCustomPrompt="1"/>
          </p:nvPr>
        </p:nvSpPr>
        <p:spPr>
          <a:xfrm>
            <a:off x="6372790" y="3107113"/>
            <a:ext cx="5113194" cy="643773"/>
          </a:xfrm>
        </p:spPr>
        <p:txBody>
          <a:bodyPr anchor="ctr">
            <a:normAutofit/>
          </a:bodyPr>
          <a:lstStyle/>
          <a:p>
            <a:pPr algn="l"/>
            <a:r>
              <a:rPr lang="es-CL" sz="3600" b="1" err="1">
                <a:solidFill>
                  <a:schemeClr val="bg1"/>
                </a:solidFill>
                <a:latin typeface="Gotham" panose="02000603040000020004" pitchFamily="50" charset="0"/>
              </a:rPr>
              <a:t>Lorem</a:t>
            </a:r>
            <a:r>
              <a:rPr lang="es-CL" sz="3600" b="1">
                <a:solidFill>
                  <a:schemeClr val="bg1"/>
                </a:solidFill>
                <a:latin typeface="Gotham" panose="02000603040000020004" pitchFamily="50" charset="0"/>
              </a:rPr>
              <a:t> </a:t>
            </a:r>
            <a:r>
              <a:rPr lang="es-CL" sz="3600" b="1" err="1">
                <a:solidFill>
                  <a:schemeClr val="bg1"/>
                </a:solidFill>
                <a:latin typeface="Gotham" panose="02000603040000020004" pitchFamily="50" charset="0"/>
              </a:rPr>
              <a:t>ipsum</a:t>
            </a:r>
            <a:endParaRPr lang="es-CL" sz="3600" b="1">
              <a:solidFill>
                <a:schemeClr val="bg1"/>
              </a:solidFill>
              <a:latin typeface="Gotham" panose="02000603040000020004" pitchFamily="50" charset="0"/>
            </a:endParaRPr>
          </a:p>
        </p:txBody>
      </p:sp>
      <p:sp>
        <p:nvSpPr>
          <p:cNvPr id="5" name="Subtítulo 2">
            <a:extLst>
              <a:ext uri="{FF2B5EF4-FFF2-40B4-BE49-F238E27FC236}">
                <a16:creationId xmlns:a16="http://schemas.microsoft.com/office/drawing/2014/main" id="{4329DCCD-8CF6-9BA5-1F82-4885C19BA23B}"/>
              </a:ext>
            </a:extLst>
          </p:cNvPr>
          <p:cNvSpPr>
            <a:spLocks noGrp="1"/>
          </p:cNvSpPr>
          <p:nvPr>
            <p:ph type="subTitle" idx="1"/>
          </p:nvPr>
        </p:nvSpPr>
        <p:spPr>
          <a:xfrm>
            <a:off x="6372790" y="3839546"/>
            <a:ext cx="5113194" cy="635654"/>
          </a:xfrm>
        </p:spPr>
        <p:txBody>
          <a:bodyPr>
            <a:noAutofit/>
          </a:bodyPr>
          <a:lstStyle/>
          <a:p>
            <a:pPr algn="l"/>
            <a:r>
              <a:rPr lang="es-CL" sz="1800" err="1">
                <a:solidFill>
                  <a:schemeClr val="bg1"/>
                </a:solidFill>
                <a:latin typeface="Gotham" panose="02000603040000020004" pitchFamily="50" charset="0"/>
              </a:rPr>
              <a:t>Lorem</a:t>
            </a:r>
            <a:r>
              <a:rPr lang="es-CL" sz="1800">
                <a:solidFill>
                  <a:schemeClr val="bg1"/>
                </a:solidFill>
                <a:latin typeface="Gotham" panose="02000603040000020004" pitchFamily="50" charset="0"/>
              </a:rPr>
              <a:t> </a:t>
            </a:r>
            <a:r>
              <a:rPr lang="es-CL" sz="1800" err="1">
                <a:solidFill>
                  <a:schemeClr val="bg1"/>
                </a:solidFill>
                <a:latin typeface="Gotham" panose="02000603040000020004" pitchFamily="50" charset="0"/>
              </a:rPr>
              <a:t>ipsum</a:t>
            </a:r>
            <a:r>
              <a:rPr lang="es-CL" sz="1800">
                <a:solidFill>
                  <a:schemeClr val="bg1"/>
                </a:solidFill>
                <a:latin typeface="Gotham" panose="02000603040000020004" pitchFamily="50" charset="0"/>
              </a:rPr>
              <a:t> dolor </a:t>
            </a:r>
            <a:r>
              <a:rPr lang="es-CL" sz="1800" err="1">
                <a:solidFill>
                  <a:schemeClr val="bg1"/>
                </a:solidFill>
                <a:latin typeface="Gotham" panose="02000603040000020004" pitchFamily="50" charset="0"/>
              </a:rPr>
              <a:t>sit</a:t>
            </a:r>
            <a:r>
              <a:rPr lang="es-CL" sz="1800">
                <a:solidFill>
                  <a:schemeClr val="bg1"/>
                </a:solidFill>
                <a:latin typeface="Gotham" panose="02000603040000020004" pitchFamily="50" charset="0"/>
              </a:rPr>
              <a:t> </a:t>
            </a:r>
            <a:r>
              <a:rPr lang="es-CL" sz="1800" err="1">
                <a:solidFill>
                  <a:schemeClr val="bg1"/>
                </a:solidFill>
                <a:latin typeface="Gotham" panose="02000603040000020004" pitchFamily="50" charset="0"/>
              </a:rPr>
              <a:t>amet</a:t>
            </a:r>
            <a:r>
              <a:rPr lang="es-CL" sz="1800">
                <a:solidFill>
                  <a:schemeClr val="bg1"/>
                </a:solidFill>
                <a:latin typeface="Gotham" panose="02000603040000020004" pitchFamily="50" charset="0"/>
              </a:rPr>
              <a:t>, </a:t>
            </a:r>
            <a:r>
              <a:rPr lang="es-CL" sz="1800" err="1">
                <a:solidFill>
                  <a:schemeClr val="bg1"/>
                </a:solidFill>
                <a:latin typeface="Gotham" panose="02000603040000020004" pitchFamily="50" charset="0"/>
              </a:rPr>
              <a:t>consectetuer</a:t>
            </a:r>
            <a:r>
              <a:rPr lang="es-CL" sz="1800">
                <a:solidFill>
                  <a:schemeClr val="bg1"/>
                </a:solidFill>
                <a:latin typeface="Gotham" panose="02000603040000020004" pitchFamily="50" charset="0"/>
              </a:rPr>
              <a:t> </a:t>
            </a:r>
            <a:r>
              <a:rPr lang="es-CL" sz="1800" err="1">
                <a:solidFill>
                  <a:schemeClr val="bg1"/>
                </a:solidFill>
                <a:latin typeface="Gotham" panose="02000603040000020004" pitchFamily="50" charset="0"/>
              </a:rPr>
              <a:t>adipiscing</a:t>
            </a:r>
            <a:r>
              <a:rPr lang="es-CL" sz="1800">
                <a:solidFill>
                  <a:schemeClr val="bg1"/>
                </a:solidFill>
                <a:latin typeface="Gotham" panose="02000603040000020004" pitchFamily="50" charset="0"/>
              </a:rPr>
              <a:t> </a:t>
            </a:r>
            <a:r>
              <a:rPr lang="es-CL" sz="1800" err="1">
                <a:solidFill>
                  <a:schemeClr val="bg1"/>
                </a:solidFill>
                <a:latin typeface="Gotham" panose="02000603040000020004" pitchFamily="50" charset="0"/>
              </a:rPr>
              <a:t>elit</a:t>
            </a:r>
            <a:r>
              <a:rPr lang="es-CL" sz="1800">
                <a:solidFill>
                  <a:schemeClr val="bg1"/>
                </a:solidFill>
                <a:latin typeface="Gotham" panose="02000603040000020004" pitchFamily="50" charset="0"/>
              </a:rPr>
              <a:t>, sed </a:t>
            </a:r>
            <a:r>
              <a:rPr lang="es-CL" sz="1800" err="1">
                <a:solidFill>
                  <a:schemeClr val="bg1"/>
                </a:solidFill>
                <a:latin typeface="Gotham" panose="02000603040000020004" pitchFamily="50" charset="0"/>
              </a:rPr>
              <a:t>diam</a:t>
            </a:r>
            <a:r>
              <a:rPr lang="es-CL" sz="1800">
                <a:solidFill>
                  <a:schemeClr val="bg1"/>
                </a:solidFill>
                <a:latin typeface="Gotham" panose="02000603040000020004" pitchFamily="50" charset="0"/>
              </a:rPr>
              <a:t>.</a:t>
            </a:r>
          </a:p>
        </p:txBody>
      </p:sp>
      <p:pic>
        <p:nvPicPr>
          <p:cNvPr id="2" name="Imagen 1" descr="Imagen que contiene botella, texto, periódico, firmar&#10;&#10;Descripción generada automáticamente">
            <a:extLst>
              <a:ext uri="{FF2B5EF4-FFF2-40B4-BE49-F238E27FC236}">
                <a16:creationId xmlns:a16="http://schemas.microsoft.com/office/drawing/2014/main" id="{56246E2A-FF94-6B4F-980C-12E7E5DF0CB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694506" y="5579974"/>
            <a:ext cx="2199042" cy="761207"/>
          </a:xfrm>
          <a:prstGeom prst="rect">
            <a:avLst/>
          </a:prstGeom>
        </p:spPr>
      </p:pic>
    </p:spTree>
    <p:extLst>
      <p:ext uri="{BB962C8B-B14F-4D97-AF65-F5344CB8AC3E}">
        <p14:creationId xmlns:p14="http://schemas.microsoft.com/office/powerpoint/2010/main" val="6395908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image" Target="../media/image1.png"/><Relationship Id="rId5" Type="http://schemas.openxmlformats.org/officeDocument/2006/relationships/theme" Target="../theme/theme2.xml"/><Relationship Id="rId4"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0"/>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29866" y="2203068"/>
            <a:ext cx="4925814" cy="1450757"/>
          </a:xfrm>
          <a:prstGeom prst="rect">
            <a:avLst/>
          </a:prstGeom>
        </p:spPr>
        <p:txBody>
          <a:bodyPr vert="horz" lIns="91440" tIns="45720" rIns="91440" bIns="45720" rtlCol="0" anchor="b">
            <a:noAutofit/>
          </a:bodyPr>
          <a:lstStyle/>
          <a:p>
            <a:r>
              <a:rPr lang="es-ES"/>
              <a:t>Haga clic para modificar el estilo de título del patrón</a:t>
            </a:r>
            <a:endParaRPr lang="en-US"/>
          </a:p>
        </p:txBody>
      </p:sp>
      <p:sp>
        <p:nvSpPr>
          <p:cNvPr id="3" name="Text Placeholder 2"/>
          <p:cNvSpPr>
            <a:spLocks noGrp="1"/>
          </p:cNvSpPr>
          <p:nvPr>
            <p:ph type="body" idx="1"/>
          </p:nvPr>
        </p:nvSpPr>
        <p:spPr>
          <a:xfrm>
            <a:off x="6229866" y="3653824"/>
            <a:ext cx="4925814" cy="1173009"/>
          </a:xfrm>
          <a:prstGeom prst="rect">
            <a:avLst/>
          </a:prstGeom>
        </p:spPr>
        <p:txBody>
          <a:bodyPr vert="horz" lIns="0" tIns="45720" rIns="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Tree>
    <p:extLst>
      <p:ext uri="{BB962C8B-B14F-4D97-AF65-F5344CB8AC3E}">
        <p14:creationId xmlns:p14="http://schemas.microsoft.com/office/powerpoint/2010/main" val="3249104872"/>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62" r:id="rId5"/>
    <p:sldLayoutId id="2147483665" r:id="rId6"/>
    <p:sldLayoutId id="2147483661" r:id="rId7"/>
    <p:sldLayoutId id="2147483663" r:id="rId8"/>
  </p:sldLayoutIdLst>
  <p:txStyles>
    <p:titleStyle>
      <a:lvl1pPr algn="l" defTabSz="914400" rtl="0" eaLnBrk="1" latinLnBrk="0" hangingPunct="1">
        <a:lnSpc>
          <a:spcPct val="85000"/>
        </a:lnSpc>
        <a:spcBef>
          <a:spcPct val="0"/>
        </a:spcBef>
        <a:buNone/>
        <a:defRPr sz="4400" b="1" kern="1200" spc="-50" baseline="0">
          <a:solidFill>
            <a:schemeClr val="bg1"/>
          </a:solidFill>
          <a:latin typeface="Gotham" panose="02000603040000020004" pitchFamily="50" charset="0"/>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bg1"/>
          </a:solidFill>
          <a:latin typeface="Gotham" panose="02000603040000020004" pitchFamily="50" charset="0"/>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bg1"/>
          </a:solidFill>
          <a:latin typeface="Gotham" panose="02000603040000020004" pitchFamily="50" charset="0"/>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bg1"/>
          </a:solidFill>
          <a:latin typeface="Gotham" panose="02000603040000020004" pitchFamily="50" charset="0"/>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bg1"/>
          </a:solidFill>
          <a:latin typeface="Gotham" panose="02000603040000020004" pitchFamily="50" charset="0"/>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bg1"/>
          </a:solidFill>
          <a:latin typeface="Gotham" panose="02000603040000020004" pitchFamily="50" charset="0"/>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160" userDrawn="1">
          <p15:clr>
            <a:srgbClr val="F26B43"/>
          </p15:clr>
        </p15:guide>
        <p15:guide id="4"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6"/>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29866" y="2203068"/>
            <a:ext cx="4925814" cy="1450757"/>
          </a:xfrm>
          <a:prstGeom prst="rect">
            <a:avLst/>
          </a:prstGeom>
        </p:spPr>
        <p:txBody>
          <a:bodyPr vert="horz" lIns="91440" tIns="45720" rIns="91440" bIns="45720" rtlCol="0" anchor="b">
            <a:noAutofit/>
          </a:bodyPr>
          <a:lstStyle/>
          <a:p>
            <a:r>
              <a:rPr lang="es-ES"/>
              <a:t>Haga clic para modificar el estilo de título del patrón</a:t>
            </a:r>
            <a:endParaRPr lang="en-US"/>
          </a:p>
        </p:txBody>
      </p:sp>
      <p:sp>
        <p:nvSpPr>
          <p:cNvPr id="3" name="Text Placeholder 2"/>
          <p:cNvSpPr>
            <a:spLocks noGrp="1"/>
          </p:cNvSpPr>
          <p:nvPr>
            <p:ph type="body" idx="1"/>
          </p:nvPr>
        </p:nvSpPr>
        <p:spPr>
          <a:xfrm>
            <a:off x="6229866" y="3653824"/>
            <a:ext cx="4925814" cy="1173009"/>
          </a:xfrm>
          <a:prstGeom prst="rect">
            <a:avLst/>
          </a:prstGeom>
        </p:spPr>
        <p:txBody>
          <a:bodyPr vert="horz" lIns="0" tIns="45720" rIns="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Tree>
    <p:extLst>
      <p:ext uri="{BB962C8B-B14F-4D97-AF65-F5344CB8AC3E}">
        <p14:creationId xmlns:p14="http://schemas.microsoft.com/office/powerpoint/2010/main" val="2491898207"/>
      </p:ext>
    </p:extLst>
  </p:cSld>
  <p:clrMap bg1="lt1" tx1="dk1" bg2="lt2" tx2="dk2" accent1="accent1" accent2="accent2" accent3="accent3" accent4="accent4" accent5="accent5" accent6="accent6" hlink="hlink" folHlink="folHlink"/>
  <p:sldLayoutIdLst>
    <p:sldLayoutId id="2147483674" r:id="rId1"/>
    <p:sldLayoutId id="2147483673" r:id="rId2"/>
    <p:sldLayoutId id="2147483672" r:id="rId3"/>
    <p:sldLayoutId id="2147483671" r:id="rId4"/>
  </p:sldLayoutIdLst>
  <p:txStyles>
    <p:titleStyle>
      <a:lvl1pPr algn="l" defTabSz="914400" rtl="0" eaLnBrk="1" latinLnBrk="0" hangingPunct="1">
        <a:lnSpc>
          <a:spcPct val="85000"/>
        </a:lnSpc>
        <a:spcBef>
          <a:spcPct val="0"/>
        </a:spcBef>
        <a:buNone/>
        <a:defRPr sz="4400" b="1" kern="1200" spc="-50" baseline="0">
          <a:solidFill>
            <a:schemeClr val="bg1"/>
          </a:solidFill>
          <a:latin typeface="Gotham" panose="02000603040000020004" pitchFamily="50" charset="0"/>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bg1"/>
          </a:solidFill>
          <a:latin typeface="Gotham" panose="02000603040000020004" pitchFamily="50" charset="0"/>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bg1"/>
          </a:solidFill>
          <a:latin typeface="Gotham" panose="02000603040000020004" pitchFamily="50" charset="0"/>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bg1"/>
          </a:solidFill>
          <a:latin typeface="Gotham" panose="02000603040000020004" pitchFamily="50" charset="0"/>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bg1"/>
          </a:solidFill>
          <a:latin typeface="Gotham" panose="02000603040000020004" pitchFamily="50" charset="0"/>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bg1"/>
          </a:solidFill>
          <a:latin typeface="Gotham" panose="02000603040000020004" pitchFamily="50" charset="0"/>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72BB412-0761-08C0-91B5-7D184FDF0428}"/>
              </a:ext>
            </a:extLst>
          </p:cNvPr>
          <p:cNvSpPr>
            <a:spLocks noGrp="1"/>
          </p:cNvSpPr>
          <p:nvPr>
            <p:ph type="ctrTitle"/>
          </p:nvPr>
        </p:nvSpPr>
        <p:spPr>
          <a:xfrm>
            <a:off x="546152" y="3714504"/>
            <a:ext cx="5292436" cy="643773"/>
          </a:xfrm>
        </p:spPr>
        <p:txBody>
          <a:bodyPr>
            <a:normAutofit fontScale="90000"/>
          </a:bodyPr>
          <a:lstStyle/>
          <a:p>
            <a:r>
              <a:rPr lang="es-MX" dirty="0">
                <a:latin typeface="Gotham"/>
              </a:rPr>
              <a:t>Unidad 2</a:t>
            </a:r>
            <a:endParaRPr lang="es-ES" dirty="0"/>
          </a:p>
        </p:txBody>
      </p:sp>
      <p:sp>
        <p:nvSpPr>
          <p:cNvPr id="3" name="Subtítulo 2">
            <a:extLst>
              <a:ext uri="{FF2B5EF4-FFF2-40B4-BE49-F238E27FC236}">
                <a16:creationId xmlns:a16="http://schemas.microsoft.com/office/drawing/2014/main" id="{317770C8-A12B-436B-AB8E-9FC2932E0DB7}"/>
              </a:ext>
            </a:extLst>
          </p:cNvPr>
          <p:cNvSpPr>
            <a:spLocks noGrp="1"/>
          </p:cNvSpPr>
          <p:nvPr>
            <p:ph type="subTitle" idx="1"/>
          </p:nvPr>
        </p:nvSpPr>
        <p:spPr>
          <a:xfrm>
            <a:off x="543593" y="4359107"/>
            <a:ext cx="9375321" cy="635654"/>
          </a:xfrm>
        </p:spPr>
        <p:txBody>
          <a:bodyPr vert="horz" lIns="0" tIns="45720" rIns="0" bIns="45720" rtlCol="0" anchor="t">
            <a:noAutofit/>
          </a:bodyPr>
          <a:lstStyle/>
          <a:p>
            <a:r>
              <a:rPr lang="es-CL" sz="3600" dirty="0"/>
              <a:t>Diseñando una aplicación en base a las experiencias centradas en el usuario</a:t>
            </a:r>
            <a:r>
              <a:rPr lang="es-MX" sz="3600" b="0" dirty="0"/>
              <a:t> </a:t>
            </a:r>
            <a:endParaRPr lang="es-MX" sz="3600" b="1" dirty="0">
              <a:solidFill>
                <a:srgbClr val="000000"/>
              </a:solidFill>
              <a:latin typeface="Gotham"/>
              <a:cs typeface="Helvetica"/>
            </a:endParaRPr>
          </a:p>
        </p:txBody>
      </p:sp>
    </p:spTree>
    <p:extLst>
      <p:ext uri="{BB962C8B-B14F-4D97-AF65-F5344CB8AC3E}">
        <p14:creationId xmlns:p14="http://schemas.microsoft.com/office/powerpoint/2010/main" val="35914117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6EFDCBE-E499-3103-92A5-28F5D6427A64}"/>
              </a:ext>
            </a:extLst>
          </p:cNvPr>
          <p:cNvSpPr>
            <a:spLocks noGrp="1"/>
          </p:cNvSpPr>
          <p:nvPr>
            <p:ph type="title"/>
          </p:nvPr>
        </p:nvSpPr>
        <p:spPr>
          <a:xfrm>
            <a:off x="1039269" y="263376"/>
            <a:ext cx="10113461" cy="602137"/>
          </a:xfrm>
        </p:spPr>
        <p:txBody>
          <a:bodyPr/>
          <a:lstStyle/>
          <a:p>
            <a:r>
              <a:rPr lang="es-ES" dirty="0">
                <a:latin typeface="Gotham"/>
              </a:rPr>
              <a:t>ÍNDICE</a:t>
            </a:r>
            <a:endParaRPr lang="es-ES" dirty="0"/>
          </a:p>
        </p:txBody>
      </p:sp>
      <p:sp>
        <p:nvSpPr>
          <p:cNvPr id="4" name="CuadroTexto 3">
            <a:extLst>
              <a:ext uri="{FF2B5EF4-FFF2-40B4-BE49-F238E27FC236}">
                <a16:creationId xmlns:a16="http://schemas.microsoft.com/office/drawing/2014/main" id="{E13EDA60-EA13-DE58-247C-0BA1927DF33E}"/>
              </a:ext>
            </a:extLst>
          </p:cNvPr>
          <p:cNvSpPr txBox="1"/>
          <p:nvPr/>
        </p:nvSpPr>
        <p:spPr>
          <a:xfrm>
            <a:off x="3906982" y="1877961"/>
            <a:ext cx="7499927" cy="3908762"/>
          </a:xfrm>
          <a:prstGeom prst="rect">
            <a:avLst/>
          </a:prstGeom>
          <a:solidFill>
            <a:schemeClr val="bg1"/>
          </a:solidFill>
        </p:spPr>
        <p:txBody>
          <a:bodyPr wrap="square" lIns="91440" tIns="45720" rIns="91440" bIns="45720" rtlCol="0" anchor="t">
            <a:spAutoFit/>
          </a:bodyPr>
          <a:lstStyle/>
          <a:p>
            <a:pPr marL="285750" indent="-285750">
              <a:buFont typeface="Arial" panose="020B0604020202020204" pitchFamily="34" charset="0"/>
              <a:buChar char="•"/>
            </a:pPr>
            <a:r>
              <a:rPr lang="es-MX" sz="2000" dirty="0">
                <a:solidFill>
                  <a:srgbClr val="102B42"/>
                </a:solidFill>
              </a:rPr>
              <a:t>Tema 1: </a:t>
            </a:r>
            <a:r>
              <a:rPr lang="es-MX" sz="2000" b="1" dirty="0">
                <a:solidFill>
                  <a:srgbClr val="102B42"/>
                </a:solidFill>
                <a:latin typeface="Calibri"/>
                <a:ea typeface="Calibri"/>
                <a:cs typeface="Calibri"/>
              </a:rPr>
              <a:t>mapa conceptual</a:t>
            </a:r>
            <a:endParaRPr lang="es-MX" sz="2000" dirty="0">
              <a:solidFill>
                <a:srgbClr val="102B42"/>
              </a:solidFill>
              <a:ea typeface="Calibri"/>
              <a:cs typeface="Calibri"/>
            </a:endParaRPr>
          </a:p>
          <a:p>
            <a:pPr marL="285750" indent="-285750">
              <a:buFont typeface="Arial" panose="020B0604020202020204" pitchFamily="34" charset="0"/>
              <a:buChar char="•"/>
            </a:pPr>
            <a:endParaRPr lang="es-MX" sz="2000" dirty="0">
              <a:solidFill>
                <a:srgbClr val="102B42"/>
              </a:solidFill>
            </a:endParaRPr>
          </a:p>
          <a:p>
            <a:pPr marL="285750" indent="-285750">
              <a:buFont typeface="Arial" panose="020B0604020202020204" pitchFamily="34" charset="0"/>
              <a:buChar char="•"/>
            </a:pPr>
            <a:r>
              <a:rPr lang="es-MX" sz="2000" dirty="0">
                <a:solidFill>
                  <a:srgbClr val="102B42"/>
                </a:solidFill>
              </a:rPr>
              <a:t>Tema 2: </a:t>
            </a:r>
            <a:r>
              <a:rPr lang="es-MX" sz="2000" b="1" i="0" u="none" strike="noStrike" dirty="0">
                <a:solidFill>
                  <a:srgbClr val="102B42"/>
                </a:solidFill>
                <a:effectLst/>
                <a:latin typeface="Calibri" panose="020F0502020204030204" pitchFamily="34" charset="0"/>
              </a:rPr>
              <a:t>retroalimentación</a:t>
            </a:r>
            <a:r>
              <a:rPr lang="es-MX" sz="2000" b="1" dirty="0">
                <a:solidFill>
                  <a:srgbClr val="102B42"/>
                </a:solidFill>
                <a:latin typeface="Calibri" panose="020F0502020204030204" pitchFamily="34" charset="0"/>
              </a:rPr>
              <a:t> preguntas del apunte</a:t>
            </a:r>
            <a:endParaRPr lang="es-MX" sz="2000" dirty="0">
              <a:solidFill>
                <a:srgbClr val="102B42"/>
              </a:solidFill>
            </a:endParaRPr>
          </a:p>
          <a:p>
            <a:endParaRPr lang="es-MX" sz="2000" dirty="0">
              <a:solidFill>
                <a:srgbClr val="496073"/>
              </a:solidFill>
            </a:endParaRPr>
          </a:p>
          <a:p>
            <a:pPr marL="285750" indent="-285750">
              <a:buFont typeface="Arial" panose="020B0604020202020204" pitchFamily="34" charset="0"/>
              <a:buChar char="•"/>
            </a:pPr>
            <a:r>
              <a:rPr lang="es-MX" sz="2000" dirty="0">
                <a:solidFill>
                  <a:srgbClr val="102B42"/>
                </a:solidFill>
              </a:rPr>
              <a:t>Tema 3: </a:t>
            </a:r>
            <a:r>
              <a:rPr lang="es-MX" sz="2000" b="1" i="0" u="none" strike="noStrike" dirty="0">
                <a:solidFill>
                  <a:srgbClr val="102B42"/>
                </a:solidFill>
                <a:effectLst/>
                <a:latin typeface="Calibri" panose="020F0502020204030204" pitchFamily="34" charset="0"/>
              </a:rPr>
              <a:t>retroalimentación preguntas del foro</a:t>
            </a:r>
            <a:endParaRPr lang="es-MX" sz="2000" dirty="0">
              <a:solidFill>
                <a:srgbClr val="102B42"/>
              </a:solidFill>
            </a:endParaRPr>
          </a:p>
          <a:p>
            <a:pPr marL="285750" indent="-285750">
              <a:buFont typeface="Arial" panose="020B0604020202020204" pitchFamily="34" charset="0"/>
              <a:buChar char="•"/>
            </a:pPr>
            <a:endParaRPr lang="es-MX" sz="2000" dirty="0">
              <a:solidFill>
                <a:srgbClr val="102B42"/>
              </a:solidFill>
            </a:endParaRPr>
          </a:p>
          <a:p>
            <a:pPr marL="285750" indent="-285750">
              <a:buFont typeface="Arial" panose="020B0604020202020204" pitchFamily="34" charset="0"/>
              <a:buChar char="•"/>
            </a:pPr>
            <a:r>
              <a:rPr lang="es-MX" sz="2000" dirty="0">
                <a:solidFill>
                  <a:srgbClr val="102B42"/>
                </a:solidFill>
              </a:rPr>
              <a:t>Tema 4: </a:t>
            </a:r>
            <a:r>
              <a:rPr lang="en-US" sz="2000" b="1" dirty="0">
                <a:solidFill>
                  <a:srgbClr val="102B42"/>
                </a:solidFill>
                <a:latin typeface="Calibri" panose="020F0502020204030204" pitchFamily="34" charset="0"/>
              </a:rPr>
              <a:t>mini </a:t>
            </a:r>
            <a:r>
              <a:rPr lang="en-US" sz="2000" b="1" dirty="0" err="1">
                <a:solidFill>
                  <a:srgbClr val="102B42"/>
                </a:solidFill>
                <a:latin typeface="Calibri" panose="020F0502020204030204" pitchFamily="34" charset="0"/>
              </a:rPr>
              <a:t>problema</a:t>
            </a:r>
            <a:r>
              <a:rPr lang="en-US" sz="2000" b="1" dirty="0">
                <a:solidFill>
                  <a:srgbClr val="102B42"/>
                </a:solidFill>
                <a:latin typeface="Calibri" panose="020F0502020204030204" pitchFamily="34" charset="0"/>
              </a:rPr>
              <a:t> , taller </a:t>
            </a:r>
            <a:r>
              <a:rPr lang="en-US" sz="2000" b="1" dirty="0" err="1">
                <a:solidFill>
                  <a:srgbClr val="102B42"/>
                </a:solidFill>
                <a:latin typeface="Calibri" panose="020F0502020204030204" pitchFamily="34" charset="0"/>
              </a:rPr>
              <a:t>grupal</a:t>
            </a:r>
            <a:r>
              <a:rPr lang="en-US" sz="2000" b="1" dirty="0">
                <a:solidFill>
                  <a:srgbClr val="102B42"/>
                </a:solidFill>
                <a:latin typeface="Calibri" panose="020F0502020204030204" pitchFamily="34" charset="0"/>
              </a:rPr>
              <a:t>.</a:t>
            </a:r>
            <a:endParaRPr lang="en-US" sz="2000" b="0" i="0" dirty="0">
              <a:solidFill>
                <a:srgbClr val="102B42"/>
              </a:solidFill>
              <a:effectLst/>
              <a:latin typeface="Calibri" panose="020F0502020204030204" pitchFamily="34" charset="0"/>
            </a:endParaRPr>
          </a:p>
          <a:p>
            <a:pPr marL="285750" indent="-285750">
              <a:buFont typeface="Arial" panose="020B0604020202020204" pitchFamily="34" charset="0"/>
              <a:buChar char="•"/>
            </a:pPr>
            <a:endParaRPr lang="en-US" dirty="0">
              <a:solidFill>
                <a:srgbClr val="102B42"/>
              </a:solidFill>
              <a:latin typeface="Calibri" panose="020F0502020204030204" pitchFamily="34" charset="0"/>
            </a:endParaRPr>
          </a:p>
          <a:p>
            <a:pPr marL="285750" indent="-285750">
              <a:buFont typeface="Arial" panose="020B0604020202020204" pitchFamily="34" charset="0"/>
              <a:buChar char="•"/>
            </a:pPr>
            <a:endParaRPr lang="en-US" dirty="0">
              <a:solidFill>
                <a:srgbClr val="102B42"/>
              </a:solidFill>
              <a:latin typeface="Calibri" panose="020F0502020204030204" pitchFamily="34" charset="0"/>
            </a:endParaRPr>
          </a:p>
          <a:p>
            <a:pPr marL="285750" indent="-285750">
              <a:buFont typeface="Arial" panose="020B0604020202020204" pitchFamily="34" charset="0"/>
              <a:buChar char="•"/>
            </a:pPr>
            <a:endParaRPr lang="en-US" dirty="0">
              <a:solidFill>
                <a:srgbClr val="102B42"/>
              </a:solidFill>
              <a:latin typeface="Calibri" panose="020F0502020204030204" pitchFamily="34" charset="0"/>
            </a:endParaRPr>
          </a:p>
          <a:p>
            <a:pPr marL="285750" indent="-285750">
              <a:buFont typeface="Arial" panose="020B0604020202020204" pitchFamily="34" charset="0"/>
              <a:buChar char="•"/>
            </a:pPr>
            <a:endParaRPr lang="en-US" dirty="0">
              <a:solidFill>
                <a:srgbClr val="102B42"/>
              </a:solidFill>
              <a:latin typeface="Calibri" panose="020F0502020204030204" pitchFamily="34" charset="0"/>
            </a:endParaRPr>
          </a:p>
          <a:p>
            <a:endParaRPr lang="en-US" dirty="0">
              <a:solidFill>
                <a:srgbClr val="102B42"/>
              </a:solidFill>
              <a:latin typeface="Calibri" panose="020F0502020204030204" pitchFamily="34" charset="0"/>
            </a:endParaRPr>
          </a:p>
          <a:p>
            <a:pPr marL="285750" indent="-285750">
              <a:buFont typeface="Arial" panose="020B0604020202020204" pitchFamily="34" charset="0"/>
              <a:buChar char="•"/>
            </a:pPr>
            <a:endParaRPr lang="es-CL" dirty="0"/>
          </a:p>
        </p:txBody>
      </p:sp>
    </p:spTree>
    <p:extLst>
      <p:ext uri="{BB962C8B-B14F-4D97-AF65-F5344CB8AC3E}">
        <p14:creationId xmlns:p14="http://schemas.microsoft.com/office/powerpoint/2010/main" val="15205944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6EFDCBE-E499-3103-92A5-28F5D6427A64}"/>
              </a:ext>
            </a:extLst>
          </p:cNvPr>
          <p:cNvSpPr>
            <a:spLocks noGrp="1"/>
          </p:cNvSpPr>
          <p:nvPr>
            <p:ph type="title"/>
          </p:nvPr>
        </p:nvSpPr>
        <p:spPr/>
        <p:txBody>
          <a:bodyPr/>
          <a:lstStyle/>
          <a:p>
            <a:r>
              <a:rPr lang="es-ES" dirty="0">
                <a:latin typeface="Gotham"/>
              </a:rPr>
              <a:t>Introducción </a:t>
            </a:r>
            <a:endParaRPr lang="es-ES" dirty="0"/>
          </a:p>
        </p:txBody>
      </p:sp>
      <p:sp>
        <p:nvSpPr>
          <p:cNvPr id="3" name="CuadroTexto 2">
            <a:extLst>
              <a:ext uri="{FF2B5EF4-FFF2-40B4-BE49-F238E27FC236}">
                <a16:creationId xmlns:a16="http://schemas.microsoft.com/office/drawing/2014/main" id="{E13EDA60-EA13-DE58-247C-0BA1927DF33E}"/>
              </a:ext>
            </a:extLst>
          </p:cNvPr>
          <p:cNvSpPr txBox="1"/>
          <p:nvPr/>
        </p:nvSpPr>
        <p:spPr>
          <a:xfrm>
            <a:off x="3862159" y="1877961"/>
            <a:ext cx="7499927" cy="3785652"/>
          </a:xfrm>
          <a:prstGeom prst="rect">
            <a:avLst/>
          </a:prstGeom>
          <a:solidFill>
            <a:schemeClr val="bg1"/>
          </a:solidFill>
        </p:spPr>
        <p:txBody>
          <a:bodyPr wrap="square" lIns="91440" tIns="45720" rIns="91440" bIns="45720" rtlCol="0" anchor="t">
            <a:spAutoFit/>
          </a:bodyPr>
          <a:lstStyle/>
          <a:p>
            <a:endParaRPr lang="es-MX" dirty="0">
              <a:solidFill>
                <a:srgbClr val="102B42"/>
              </a:solidFill>
              <a:cs typeface="Calibri"/>
            </a:endParaRPr>
          </a:p>
          <a:p>
            <a:pPr marL="285750" indent="-285750">
              <a:buFont typeface="Arial" panose="020B0604020202020204" pitchFamily="34" charset="0"/>
              <a:buChar char="•"/>
            </a:pPr>
            <a:endParaRPr lang="es-MX" dirty="0"/>
          </a:p>
          <a:p>
            <a:pPr marL="285750" indent="-285750">
              <a:buFont typeface="Arial" panose="020B0604020202020204" pitchFamily="34" charset="0"/>
              <a:buChar char="•"/>
            </a:pPr>
            <a:r>
              <a:rPr lang="es-MX" sz="2400" dirty="0">
                <a:cs typeface="Calibri"/>
              </a:rPr>
              <a:t>En esta presentación tiene como objetivo realizar una retroalimentación de las actividades asincrónicas que has realizado. Además de proponerte una problemática con el fin de que demuestres tu aprendizaje.</a:t>
            </a:r>
            <a:endParaRPr lang="es-MX" dirty="0"/>
          </a:p>
          <a:p>
            <a:endParaRPr lang="es-MX" dirty="0">
              <a:cs typeface="Calibri" panose="020F0502020204030204"/>
            </a:endParaRPr>
          </a:p>
          <a:p>
            <a:endParaRPr lang="es-MX" dirty="0">
              <a:cs typeface="Calibri" panose="020F0502020204030204"/>
            </a:endParaRPr>
          </a:p>
          <a:p>
            <a:endParaRPr lang="es-MX" dirty="0">
              <a:cs typeface="Calibri" panose="020F0502020204030204"/>
            </a:endParaRPr>
          </a:p>
          <a:p>
            <a:endParaRPr lang="es-MX" dirty="0">
              <a:cs typeface="Calibri" panose="020F0502020204030204"/>
            </a:endParaRPr>
          </a:p>
          <a:p>
            <a:endParaRPr lang="es-MX" dirty="0">
              <a:cs typeface="Calibri" panose="020F0502020204030204"/>
            </a:endParaRPr>
          </a:p>
          <a:p>
            <a:pPr marL="285750" indent="-285750">
              <a:buFont typeface="Arial" panose="020B0604020202020204" pitchFamily="34" charset="0"/>
              <a:buChar char="•"/>
            </a:pPr>
            <a:endParaRPr lang="es-CL" dirty="0">
              <a:ea typeface="Calibri" panose="020F0502020204030204"/>
              <a:cs typeface="Calibri" panose="020F0502020204030204"/>
            </a:endParaRPr>
          </a:p>
        </p:txBody>
      </p:sp>
      <p:pic>
        <p:nvPicPr>
          <p:cNvPr id="5" name="Gráfico 4" descr="Trabajar desde el escritorio de casa con relleno sólido">
            <a:extLst>
              <a:ext uri="{FF2B5EF4-FFF2-40B4-BE49-F238E27FC236}">
                <a16:creationId xmlns:a16="http://schemas.microsoft.com/office/drawing/2014/main" id="{312CE1C3-F8A1-8813-2131-FCC5E12CF39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183278" y="313766"/>
            <a:ext cx="1761242" cy="1761242"/>
          </a:xfrm>
          <a:prstGeom prst="rect">
            <a:avLst/>
          </a:prstGeom>
        </p:spPr>
      </p:pic>
    </p:spTree>
    <p:extLst>
      <p:ext uri="{BB962C8B-B14F-4D97-AF65-F5344CB8AC3E}">
        <p14:creationId xmlns:p14="http://schemas.microsoft.com/office/powerpoint/2010/main" val="25460429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C1683D-3F2C-514D-52C2-E5502AEA6BCB}"/>
              </a:ext>
            </a:extLst>
          </p:cNvPr>
          <p:cNvSpPr>
            <a:spLocks noGrp="1"/>
          </p:cNvSpPr>
          <p:nvPr>
            <p:ph type="title"/>
          </p:nvPr>
        </p:nvSpPr>
        <p:spPr>
          <a:xfrm>
            <a:off x="648038" y="3105217"/>
            <a:ext cx="11075718" cy="1342782"/>
          </a:xfrm>
        </p:spPr>
        <p:txBody>
          <a:bodyPr/>
          <a:lstStyle/>
          <a:p>
            <a:pPr algn="ctr"/>
            <a:r>
              <a:rPr lang="es-MX" sz="3600" dirty="0">
                <a:solidFill>
                  <a:srgbClr val="FFFFFF"/>
                </a:solidFill>
                <a:latin typeface="Gotham"/>
              </a:rPr>
              <a:t>RESUMEN UNIDAD</a:t>
            </a:r>
            <a:endParaRPr lang="es-ES" sz="3600" dirty="0"/>
          </a:p>
        </p:txBody>
      </p:sp>
    </p:spTree>
    <p:extLst>
      <p:ext uri="{BB962C8B-B14F-4D97-AF65-F5344CB8AC3E}">
        <p14:creationId xmlns:p14="http://schemas.microsoft.com/office/powerpoint/2010/main" val="8688125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B74C9C-032E-5215-271E-7472146DFFC5}"/>
              </a:ext>
            </a:extLst>
          </p:cNvPr>
          <p:cNvSpPr>
            <a:spLocks noGrp="1"/>
          </p:cNvSpPr>
          <p:nvPr>
            <p:ph type="title"/>
          </p:nvPr>
        </p:nvSpPr>
        <p:spPr>
          <a:xfrm>
            <a:off x="1794386" y="313870"/>
            <a:ext cx="10113461" cy="602137"/>
          </a:xfrm>
        </p:spPr>
        <p:txBody>
          <a:bodyPr/>
          <a:lstStyle/>
          <a:p>
            <a:r>
              <a:rPr lang="es-ES" dirty="0">
                <a:solidFill>
                  <a:schemeClr val="bg1"/>
                </a:solidFill>
              </a:rPr>
              <a:t>Resumen unidad</a:t>
            </a:r>
          </a:p>
        </p:txBody>
      </p:sp>
      <p:pic>
        <p:nvPicPr>
          <p:cNvPr id="5" name="Imagen 4">
            <a:extLst>
              <a:ext uri="{FF2B5EF4-FFF2-40B4-BE49-F238E27FC236}">
                <a16:creationId xmlns:a16="http://schemas.microsoft.com/office/drawing/2014/main" id="{1B0102BA-E5E1-F0A3-865D-AA5752700FF9}"/>
              </a:ext>
            </a:extLst>
          </p:cNvPr>
          <p:cNvPicPr>
            <a:picLocks noChangeAspect="1"/>
          </p:cNvPicPr>
          <p:nvPr/>
        </p:nvPicPr>
        <p:blipFill>
          <a:blip r:embed="rId2"/>
          <a:srcRect l="29873" t="37056" r="12796" b="18176"/>
          <a:stretch/>
        </p:blipFill>
        <p:spPr>
          <a:xfrm>
            <a:off x="795579" y="1101986"/>
            <a:ext cx="10600841" cy="4654028"/>
          </a:xfrm>
          <a:prstGeom prst="rect">
            <a:avLst/>
          </a:prstGeom>
        </p:spPr>
      </p:pic>
    </p:spTree>
    <p:extLst>
      <p:ext uri="{BB962C8B-B14F-4D97-AF65-F5344CB8AC3E}">
        <p14:creationId xmlns:p14="http://schemas.microsoft.com/office/powerpoint/2010/main" val="36312526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C1683D-3F2C-514D-52C2-E5502AEA6BCB}"/>
              </a:ext>
            </a:extLst>
          </p:cNvPr>
          <p:cNvSpPr>
            <a:spLocks noGrp="1"/>
          </p:cNvSpPr>
          <p:nvPr>
            <p:ph type="title"/>
          </p:nvPr>
        </p:nvSpPr>
        <p:spPr>
          <a:xfrm>
            <a:off x="1043233" y="3029802"/>
            <a:ext cx="10105534" cy="1342782"/>
          </a:xfrm>
        </p:spPr>
        <p:txBody>
          <a:bodyPr/>
          <a:lstStyle/>
          <a:p>
            <a:pPr algn="ctr"/>
            <a:r>
              <a:rPr lang="es-MX" sz="3600" dirty="0">
                <a:solidFill>
                  <a:srgbClr val="FFFFFF"/>
                </a:solidFill>
                <a:latin typeface="Gotham"/>
              </a:rPr>
              <a:t>Retroalimentaciones actividades asincrónicas</a:t>
            </a:r>
            <a:endParaRPr lang="es-ES" sz="3600" dirty="0"/>
          </a:p>
        </p:txBody>
      </p:sp>
    </p:spTree>
    <p:extLst>
      <p:ext uri="{BB962C8B-B14F-4D97-AF65-F5344CB8AC3E}">
        <p14:creationId xmlns:p14="http://schemas.microsoft.com/office/powerpoint/2010/main" val="14077988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A61DC72-8352-BD2B-D466-047E20431EDE}"/>
              </a:ext>
            </a:extLst>
          </p:cNvPr>
          <p:cNvSpPr>
            <a:spLocks noGrp="1"/>
          </p:cNvSpPr>
          <p:nvPr>
            <p:ph type="title"/>
          </p:nvPr>
        </p:nvSpPr>
        <p:spPr>
          <a:xfrm>
            <a:off x="1902875" y="784211"/>
            <a:ext cx="10113461" cy="602137"/>
          </a:xfrm>
        </p:spPr>
        <p:txBody>
          <a:bodyPr/>
          <a:lstStyle/>
          <a:p>
            <a:r>
              <a:rPr lang="es-ES" dirty="0">
                <a:solidFill>
                  <a:schemeClr val="tx1"/>
                </a:solidFill>
                <a:latin typeface="Gotham"/>
              </a:rPr>
              <a:t>Apunte activador de aprendizaje</a:t>
            </a:r>
            <a:endParaRPr lang="es-ES" dirty="0">
              <a:solidFill>
                <a:schemeClr val="tx1"/>
              </a:solidFill>
            </a:endParaRPr>
          </a:p>
        </p:txBody>
      </p:sp>
      <p:sp>
        <p:nvSpPr>
          <p:cNvPr id="3" name="CuadroTexto 2">
            <a:extLst>
              <a:ext uri="{FF2B5EF4-FFF2-40B4-BE49-F238E27FC236}">
                <a16:creationId xmlns:a16="http://schemas.microsoft.com/office/drawing/2014/main" id="{0622F953-4E77-98FF-5569-BBF9A0424ADD}"/>
              </a:ext>
            </a:extLst>
          </p:cNvPr>
          <p:cNvSpPr txBox="1"/>
          <p:nvPr/>
        </p:nvSpPr>
        <p:spPr>
          <a:xfrm>
            <a:off x="707923" y="1386348"/>
            <a:ext cx="11135032" cy="369332"/>
          </a:xfrm>
          <a:prstGeom prst="rect">
            <a:avLst/>
          </a:prstGeom>
          <a:noFill/>
        </p:spPr>
        <p:txBody>
          <a:bodyPr wrap="square" lIns="91440" tIns="45720" rIns="91440" bIns="45720" rtlCol="0" anchor="t">
            <a:spAutoFit/>
          </a:bodyPr>
          <a:lstStyle/>
          <a:p>
            <a:r>
              <a:rPr lang="es-ES" dirty="0"/>
              <a:t>A continuación, se presentan las preguntas del apunte activador del aprendizaje.</a:t>
            </a:r>
          </a:p>
        </p:txBody>
      </p:sp>
      <p:sp>
        <p:nvSpPr>
          <p:cNvPr id="7" name="CuadroTexto 6">
            <a:extLst>
              <a:ext uri="{FF2B5EF4-FFF2-40B4-BE49-F238E27FC236}">
                <a16:creationId xmlns:a16="http://schemas.microsoft.com/office/drawing/2014/main" id="{BC28F638-7AE5-2D6B-8A0B-D6FCECADB96D}"/>
              </a:ext>
            </a:extLst>
          </p:cNvPr>
          <p:cNvSpPr txBox="1"/>
          <p:nvPr/>
        </p:nvSpPr>
        <p:spPr>
          <a:xfrm>
            <a:off x="291372" y="1755680"/>
            <a:ext cx="11135032" cy="5232202"/>
          </a:xfrm>
          <a:prstGeom prst="rect">
            <a:avLst/>
          </a:prstGeom>
          <a:noFill/>
        </p:spPr>
        <p:txBody>
          <a:bodyPr wrap="square" rtlCol="0">
            <a:spAutoFit/>
          </a:bodyPr>
          <a:lstStyle/>
          <a:p>
            <a:r>
              <a:rPr lang="es-ES" dirty="0"/>
              <a:t>Preguntas:</a:t>
            </a:r>
          </a:p>
          <a:p>
            <a:pPr marL="342900" indent="-342900">
              <a:buFont typeface="+mj-lt"/>
              <a:buAutoNum type="arabicPeriod"/>
            </a:pPr>
            <a:r>
              <a:rPr lang="es-ES" sz="1600" dirty="0"/>
              <a:t>¿Cuál es la importancia de entender la estructura del HTML y el uso del </a:t>
            </a:r>
            <a:r>
              <a:rPr lang="es-ES" sz="1600" dirty="0" err="1"/>
              <a:t>javascript</a:t>
            </a:r>
            <a:r>
              <a:rPr lang="es-ES" sz="1600" dirty="0"/>
              <a:t>?</a:t>
            </a:r>
          </a:p>
          <a:p>
            <a:endParaRPr lang="es-ES" sz="1600" dirty="0"/>
          </a:p>
          <a:p>
            <a:pPr algn="just"/>
            <a:r>
              <a:rPr lang="es-ES" sz="1400" b="1" dirty="0">
                <a:solidFill>
                  <a:srgbClr val="0070C0"/>
                </a:solidFill>
              </a:rPr>
              <a:t>Importancia de entender la estructura del HTML</a:t>
            </a:r>
          </a:p>
          <a:p>
            <a:pPr algn="just"/>
            <a:r>
              <a:rPr lang="es-ES" sz="1400" dirty="0">
                <a:solidFill>
                  <a:srgbClr val="0070C0"/>
                </a:solidFill>
              </a:rPr>
              <a:t>HTML (</a:t>
            </a:r>
            <a:r>
              <a:rPr lang="es-ES" sz="1400" dirty="0" err="1">
                <a:solidFill>
                  <a:srgbClr val="0070C0"/>
                </a:solidFill>
              </a:rPr>
              <a:t>HyperText</a:t>
            </a:r>
            <a:r>
              <a:rPr lang="es-ES" sz="1400" dirty="0">
                <a:solidFill>
                  <a:srgbClr val="0070C0"/>
                </a:solidFill>
              </a:rPr>
              <a:t> </a:t>
            </a:r>
            <a:r>
              <a:rPr lang="es-ES" sz="1400" dirty="0" err="1">
                <a:solidFill>
                  <a:srgbClr val="0070C0"/>
                </a:solidFill>
              </a:rPr>
              <a:t>Markup</a:t>
            </a:r>
            <a:r>
              <a:rPr lang="es-ES" sz="1400" dirty="0">
                <a:solidFill>
                  <a:srgbClr val="0070C0"/>
                </a:solidFill>
              </a:rPr>
              <a:t> Language) es el lenguaje de marcado estándar para crear páginas web. Comprender su estructura es crucial porque: Base de la web: HTML es la base sobre la que se construyen todas las páginas web. Conocer su estructura permite crear contenido web de manera efectiva.</a:t>
            </a:r>
          </a:p>
          <a:p>
            <a:pPr algn="just"/>
            <a:r>
              <a:rPr lang="es-ES" sz="1400" dirty="0">
                <a:solidFill>
                  <a:srgbClr val="0070C0"/>
                </a:solidFill>
              </a:rPr>
              <a:t>Semántica: Entender la semántica de HTML ayuda a dar significado al contenido, lo que mejora la accesibilidad y la indexación por parte de los motores de búsqueda.</a:t>
            </a:r>
          </a:p>
          <a:p>
            <a:pPr algn="just"/>
            <a:r>
              <a:rPr lang="es-ES" sz="1400" dirty="0">
                <a:solidFill>
                  <a:srgbClr val="0070C0"/>
                </a:solidFill>
              </a:rPr>
              <a:t>Compatibilidad: Conocer la estructura de HTML garantiza que las páginas web sean compatibles con diferentes navegadores y dispositivos.</a:t>
            </a:r>
          </a:p>
          <a:p>
            <a:endParaRPr lang="es-ES" sz="1400" dirty="0">
              <a:solidFill>
                <a:srgbClr val="0070C0"/>
              </a:solidFill>
            </a:endParaRPr>
          </a:p>
          <a:p>
            <a:r>
              <a:rPr lang="es-ES" sz="1400" b="1" dirty="0">
                <a:solidFill>
                  <a:srgbClr val="0070C0"/>
                </a:solidFill>
              </a:rPr>
              <a:t>Importancia del uso de JavaScript</a:t>
            </a:r>
          </a:p>
          <a:p>
            <a:pPr algn="just"/>
            <a:r>
              <a:rPr lang="es-ES" sz="1400" dirty="0">
                <a:solidFill>
                  <a:srgbClr val="0070C0"/>
                </a:solidFill>
              </a:rPr>
              <a:t>JavaScript es un lenguaje de programación fundamental en el desarrollo web interactivo. Su importancia radica en:</a:t>
            </a:r>
          </a:p>
          <a:p>
            <a:pPr marL="742950" lvl="1" indent="-285750" algn="just">
              <a:buFont typeface="Arial" panose="020B0604020202020204" pitchFamily="34" charset="0"/>
              <a:buChar char="•"/>
            </a:pPr>
            <a:r>
              <a:rPr lang="es-ES" sz="1400" dirty="0">
                <a:solidFill>
                  <a:srgbClr val="0070C0"/>
                </a:solidFill>
              </a:rPr>
              <a:t>Interactividad: JavaScript permite crear páginas web dinámicas e interactivas, mejorando la experiencia del usuario.</a:t>
            </a:r>
          </a:p>
          <a:p>
            <a:pPr marL="742950" lvl="1" indent="-285750" algn="just">
              <a:buFont typeface="Arial" panose="020B0604020202020204" pitchFamily="34" charset="0"/>
              <a:buChar char="•"/>
            </a:pPr>
            <a:r>
              <a:rPr lang="es-ES" sz="1400" dirty="0">
                <a:solidFill>
                  <a:srgbClr val="0070C0"/>
                </a:solidFill>
              </a:rPr>
              <a:t>Manipulación del DOM: Con JavaScript, se puede acceder y modificar el </a:t>
            </a:r>
            <a:r>
              <a:rPr lang="es-ES" sz="1400" dirty="0" err="1">
                <a:solidFill>
                  <a:srgbClr val="0070C0"/>
                </a:solidFill>
              </a:rPr>
              <a:t>Document</a:t>
            </a:r>
            <a:r>
              <a:rPr lang="es-ES" sz="1400" dirty="0">
                <a:solidFill>
                  <a:srgbClr val="0070C0"/>
                </a:solidFill>
              </a:rPr>
              <a:t> </a:t>
            </a:r>
            <a:r>
              <a:rPr lang="es-ES" sz="1400" dirty="0" err="1">
                <a:solidFill>
                  <a:srgbClr val="0070C0"/>
                </a:solidFill>
              </a:rPr>
              <a:t>Object</a:t>
            </a:r>
            <a:r>
              <a:rPr lang="es-ES" sz="1400" dirty="0">
                <a:solidFill>
                  <a:srgbClr val="0070C0"/>
                </a:solidFill>
              </a:rPr>
              <a:t> </a:t>
            </a:r>
            <a:r>
              <a:rPr lang="es-ES" sz="1400" dirty="0" err="1">
                <a:solidFill>
                  <a:srgbClr val="0070C0"/>
                </a:solidFill>
              </a:rPr>
              <a:t>Model</a:t>
            </a:r>
            <a:r>
              <a:rPr lang="es-ES" sz="1400" dirty="0">
                <a:solidFill>
                  <a:srgbClr val="0070C0"/>
                </a:solidFill>
              </a:rPr>
              <a:t> (DOM) de una página web, lo que posibilita cambios en tiempo real sin necesidad de recargar la página.</a:t>
            </a:r>
          </a:p>
          <a:p>
            <a:pPr marL="742950" lvl="1" indent="-285750" algn="just">
              <a:buFont typeface="Arial" panose="020B0604020202020204" pitchFamily="34" charset="0"/>
              <a:buChar char="•"/>
            </a:pPr>
            <a:r>
              <a:rPr lang="es-ES" sz="1400" dirty="0">
                <a:solidFill>
                  <a:srgbClr val="0070C0"/>
                </a:solidFill>
              </a:rPr>
              <a:t>Validación de formularios: JavaScript se utiliza para validar datos en formularios web, mejorando la precisión y la experiencia del usuario.</a:t>
            </a:r>
          </a:p>
          <a:p>
            <a:pPr marL="742950" lvl="1" indent="-285750" algn="just">
              <a:buFont typeface="Arial" panose="020B0604020202020204" pitchFamily="34" charset="0"/>
              <a:buChar char="•"/>
            </a:pPr>
            <a:r>
              <a:rPr lang="es-ES" sz="1400" dirty="0">
                <a:solidFill>
                  <a:srgbClr val="0070C0"/>
                </a:solidFill>
              </a:rPr>
              <a:t>Optimización de rendimiento: Al utilizar JavaScript de manera eficiente, se pueden optimizar el rendimiento de las aplicaciones web al reducir la carga en el servidor.</a:t>
            </a:r>
          </a:p>
          <a:p>
            <a:endParaRPr lang="es-ES" sz="1400" dirty="0">
              <a:solidFill>
                <a:srgbClr val="0070C0"/>
              </a:solidFill>
            </a:endParaRPr>
          </a:p>
          <a:p>
            <a:r>
              <a:rPr lang="es-ES" sz="1400" dirty="0">
                <a:solidFill>
                  <a:srgbClr val="0070C0"/>
                </a:solidFill>
              </a:rPr>
              <a:t>En resumen, comprender la estructura del HTML y el uso de JavaScript es esencial para desarrollar sitios web efectivos, interactivos y compatibles con las últimas tendencias en tecnología web.</a:t>
            </a:r>
          </a:p>
          <a:p>
            <a:endParaRPr lang="es-ES" sz="1600" dirty="0"/>
          </a:p>
          <a:p>
            <a:endParaRPr lang="es-ES" sz="1600" dirty="0"/>
          </a:p>
        </p:txBody>
      </p:sp>
    </p:spTree>
    <p:extLst>
      <p:ext uri="{BB962C8B-B14F-4D97-AF65-F5344CB8AC3E}">
        <p14:creationId xmlns:p14="http://schemas.microsoft.com/office/powerpoint/2010/main" val="33083521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A61DC72-8352-BD2B-D466-047E20431EDE}"/>
              </a:ext>
            </a:extLst>
          </p:cNvPr>
          <p:cNvSpPr>
            <a:spLocks noGrp="1"/>
          </p:cNvSpPr>
          <p:nvPr>
            <p:ph type="title"/>
          </p:nvPr>
        </p:nvSpPr>
        <p:spPr>
          <a:xfrm>
            <a:off x="2078539" y="589309"/>
            <a:ext cx="10113461" cy="602137"/>
          </a:xfrm>
        </p:spPr>
        <p:txBody>
          <a:bodyPr/>
          <a:lstStyle/>
          <a:p>
            <a:r>
              <a:rPr lang="es-ES" dirty="0">
                <a:solidFill>
                  <a:schemeClr val="tx1"/>
                </a:solidFill>
                <a:latin typeface="Gotham"/>
              </a:rPr>
              <a:t>Foro crítico reflexivo</a:t>
            </a:r>
            <a:endParaRPr lang="es-ES" dirty="0">
              <a:solidFill>
                <a:schemeClr val="tx1"/>
              </a:solidFill>
            </a:endParaRPr>
          </a:p>
        </p:txBody>
      </p:sp>
      <p:sp>
        <p:nvSpPr>
          <p:cNvPr id="3" name="CuadroTexto 2">
            <a:extLst>
              <a:ext uri="{FF2B5EF4-FFF2-40B4-BE49-F238E27FC236}">
                <a16:creationId xmlns:a16="http://schemas.microsoft.com/office/drawing/2014/main" id="{0622F953-4E77-98FF-5569-BBF9A0424ADD}"/>
              </a:ext>
            </a:extLst>
          </p:cNvPr>
          <p:cNvSpPr txBox="1"/>
          <p:nvPr/>
        </p:nvSpPr>
        <p:spPr>
          <a:xfrm>
            <a:off x="707923" y="1386348"/>
            <a:ext cx="11135032" cy="369332"/>
          </a:xfrm>
          <a:prstGeom prst="rect">
            <a:avLst/>
          </a:prstGeom>
          <a:noFill/>
        </p:spPr>
        <p:txBody>
          <a:bodyPr wrap="square" rtlCol="0">
            <a:spAutoFit/>
          </a:bodyPr>
          <a:lstStyle/>
          <a:p>
            <a:r>
              <a:rPr lang="es-ES" dirty="0"/>
              <a:t>A continuación, se presentan las preguntas de la sección “Foro”. </a:t>
            </a:r>
          </a:p>
        </p:txBody>
      </p:sp>
      <p:sp>
        <p:nvSpPr>
          <p:cNvPr id="7" name="CuadroTexto 6">
            <a:extLst>
              <a:ext uri="{FF2B5EF4-FFF2-40B4-BE49-F238E27FC236}">
                <a16:creationId xmlns:a16="http://schemas.microsoft.com/office/drawing/2014/main" id="{BC28F638-7AE5-2D6B-8A0B-D6FCECADB96D}"/>
              </a:ext>
            </a:extLst>
          </p:cNvPr>
          <p:cNvSpPr txBox="1"/>
          <p:nvPr/>
        </p:nvSpPr>
        <p:spPr>
          <a:xfrm>
            <a:off x="707923" y="2145483"/>
            <a:ext cx="11135032" cy="3785652"/>
          </a:xfrm>
          <a:prstGeom prst="rect">
            <a:avLst/>
          </a:prstGeom>
          <a:noFill/>
        </p:spPr>
        <p:txBody>
          <a:bodyPr wrap="square" rtlCol="0">
            <a:spAutoFit/>
          </a:bodyPr>
          <a:lstStyle/>
          <a:p>
            <a:r>
              <a:rPr lang="es-ES" sz="1200" dirty="0"/>
              <a:t>Preguntas:</a:t>
            </a:r>
          </a:p>
          <a:p>
            <a:pPr marL="228600" indent="-228600">
              <a:buFontTx/>
              <a:buAutoNum type="arabicPeriod"/>
            </a:pPr>
            <a:r>
              <a:rPr lang="es-CL" sz="1200" dirty="0"/>
              <a:t>¿Cómo has aplicado la interactividad en el desarrollo de interfaces de usuario en tus proyectos? </a:t>
            </a:r>
          </a:p>
          <a:p>
            <a:pPr lvl="0"/>
            <a:r>
              <a:rPr lang="es-CL" sz="1200" dirty="0"/>
              <a:t> </a:t>
            </a:r>
          </a:p>
          <a:p>
            <a:pPr lvl="0" algn="just"/>
            <a:r>
              <a:rPr lang="es-ES" sz="1200" dirty="0">
                <a:solidFill>
                  <a:srgbClr val="0070C0"/>
                </a:solidFill>
              </a:rPr>
              <a:t>La interactividad en el desarrollo de interfaces de usuario es fundamental para crear experiencias atractivas y funcionales. Algunas formas en las que se puede aplicar la interactividad en proyectos de diseño de interfaces incluyen:</a:t>
            </a:r>
          </a:p>
          <a:p>
            <a:pPr marL="628650" lvl="1" indent="-171450" algn="just">
              <a:buFont typeface="Arial" panose="020B0604020202020204" pitchFamily="34" charset="0"/>
              <a:buChar char="•"/>
            </a:pPr>
            <a:r>
              <a:rPr lang="es-ES" sz="1200" dirty="0" err="1">
                <a:solidFill>
                  <a:srgbClr val="0070C0"/>
                </a:solidFill>
              </a:rPr>
              <a:t>Feedback</a:t>
            </a:r>
            <a:r>
              <a:rPr lang="es-ES" sz="1200" dirty="0">
                <a:solidFill>
                  <a:srgbClr val="0070C0"/>
                </a:solidFill>
              </a:rPr>
              <a:t> inmediato: Implementar elementos interactivos que respondan inmediatamente a las acciones del usuario, como cambios de color al pasar el cursor sobre un botón.</a:t>
            </a:r>
          </a:p>
          <a:p>
            <a:pPr marL="628650" lvl="1" indent="-171450" algn="just">
              <a:buFont typeface="Arial" panose="020B0604020202020204" pitchFamily="34" charset="0"/>
              <a:buChar char="•"/>
            </a:pPr>
            <a:r>
              <a:rPr lang="es-ES" sz="1200" dirty="0">
                <a:solidFill>
                  <a:srgbClr val="0070C0"/>
                </a:solidFill>
              </a:rPr>
              <a:t>Animaciones: Utilizar animaciones sutiles para guiar al usuario a través de la interfaz y hacer que la experiencia sea más dinámica y atractiva.</a:t>
            </a:r>
          </a:p>
          <a:p>
            <a:pPr marL="628650" lvl="1" indent="-171450" algn="just">
              <a:buFont typeface="Arial" panose="020B0604020202020204" pitchFamily="34" charset="0"/>
              <a:buChar char="•"/>
            </a:pPr>
            <a:r>
              <a:rPr lang="es-ES" sz="1200" dirty="0">
                <a:solidFill>
                  <a:srgbClr val="0070C0"/>
                </a:solidFill>
              </a:rPr>
              <a:t>Elementos desplegables: Incorporar elementos desplegables o deslizables para mostrar información adicional de forma interactiva, manteniendo la interfaz limpia y organizada.</a:t>
            </a:r>
          </a:p>
          <a:p>
            <a:pPr marL="628650" lvl="1" indent="-171450" algn="just">
              <a:buFont typeface="Arial" panose="020B0604020202020204" pitchFamily="34" charset="0"/>
              <a:buChar char="•"/>
            </a:pPr>
            <a:r>
              <a:rPr lang="es-ES" sz="1200" dirty="0">
                <a:solidFill>
                  <a:srgbClr val="0070C0"/>
                </a:solidFill>
              </a:rPr>
              <a:t>Formularios interactivos: Diseñar formularios que ofrezcan sugerencias en tiempo real, validen los datos mientras se ingresan y proporcionen retroalimentación instantánea para mejorar la experiencia del usuario.</a:t>
            </a:r>
          </a:p>
          <a:p>
            <a:pPr marL="628650" lvl="1" indent="-171450" algn="just">
              <a:buFont typeface="Arial" panose="020B0604020202020204" pitchFamily="34" charset="0"/>
              <a:buChar char="•"/>
            </a:pPr>
            <a:r>
              <a:rPr lang="es-ES" sz="1200" dirty="0">
                <a:solidFill>
                  <a:srgbClr val="0070C0"/>
                </a:solidFill>
              </a:rPr>
              <a:t>Funcionalidades táctiles: Adaptar la interfaz para dispositivos táctiles, permitiendo gestos como deslizar, pellizcar y tocar para interactuar de manera intuitiva.</a:t>
            </a:r>
          </a:p>
          <a:p>
            <a:pPr lvl="0"/>
            <a:endParaRPr lang="es-CL" sz="1200" dirty="0"/>
          </a:p>
          <a:p>
            <a:pPr lvl="0"/>
            <a:r>
              <a:rPr lang="es-CL" sz="1200" dirty="0"/>
              <a:t>2. ¿Puedes proporcionar un ejemplo de una interfaz que hayas creado y cómo responde a las acciones del usuario a través de eventos? </a:t>
            </a:r>
          </a:p>
          <a:p>
            <a:pPr lvl="0"/>
            <a:r>
              <a:rPr lang="es-ES" sz="1200" dirty="0">
                <a:solidFill>
                  <a:srgbClr val="0070C0"/>
                </a:solidFill>
              </a:rPr>
              <a:t>Para proporcionar un ejemplo de una interfaz que responde a las acciones del usuario a través de eventos, consideremos una aplicación de lista de tareas. En esta interfaz, cuando un usuario marca una tarea como completada, se desencadena un evento que actualiza visualmente la tarea marcada y la mueve a la sección de tareas completadas. Este proceso implica la interacción del usuario con la interfaz y la respuesta de la misma a través de eventos.</a:t>
            </a:r>
          </a:p>
          <a:p>
            <a:pPr lvl="0"/>
            <a:endParaRPr lang="es-CL" sz="1200" dirty="0">
              <a:solidFill>
                <a:srgbClr val="0070C0"/>
              </a:solidFill>
            </a:endParaRPr>
          </a:p>
          <a:p>
            <a:pPr lvl="0" fontAlgn="base"/>
            <a:endParaRPr lang="es-CL" sz="1200" dirty="0"/>
          </a:p>
        </p:txBody>
      </p:sp>
    </p:spTree>
    <p:extLst>
      <p:ext uri="{BB962C8B-B14F-4D97-AF65-F5344CB8AC3E}">
        <p14:creationId xmlns:p14="http://schemas.microsoft.com/office/powerpoint/2010/main" val="28695567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A61DC72-8352-BD2B-D466-047E20431EDE}"/>
              </a:ext>
            </a:extLst>
          </p:cNvPr>
          <p:cNvSpPr>
            <a:spLocks noGrp="1"/>
          </p:cNvSpPr>
          <p:nvPr>
            <p:ph type="title"/>
          </p:nvPr>
        </p:nvSpPr>
        <p:spPr>
          <a:xfrm>
            <a:off x="1871877" y="878726"/>
            <a:ext cx="10113461" cy="602137"/>
          </a:xfrm>
        </p:spPr>
        <p:txBody>
          <a:bodyPr/>
          <a:lstStyle/>
          <a:p>
            <a:r>
              <a:rPr lang="es-ES" dirty="0">
                <a:solidFill>
                  <a:schemeClr val="tx1"/>
                </a:solidFill>
                <a:latin typeface="Gotham"/>
              </a:rPr>
              <a:t>Foro crítico reflexivo</a:t>
            </a:r>
            <a:endParaRPr lang="es-ES" dirty="0">
              <a:solidFill>
                <a:schemeClr val="tx1"/>
              </a:solidFill>
            </a:endParaRPr>
          </a:p>
        </p:txBody>
      </p:sp>
      <p:sp>
        <p:nvSpPr>
          <p:cNvPr id="7" name="CuadroTexto 6">
            <a:extLst>
              <a:ext uri="{FF2B5EF4-FFF2-40B4-BE49-F238E27FC236}">
                <a16:creationId xmlns:a16="http://schemas.microsoft.com/office/drawing/2014/main" id="{BC28F638-7AE5-2D6B-8A0B-D6FCECADB96D}"/>
              </a:ext>
            </a:extLst>
          </p:cNvPr>
          <p:cNvSpPr txBox="1"/>
          <p:nvPr/>
        </p:nvSpPr>
        <p:spPr>
          <a:xfrm>
            <a:off x="528484" y="1649537"/>
            <a:ext cx="11135032" cy="3724096"/>
          </a:xfrm>
          <a:prstGeom prst="rect">
            <a:avLst/>
          </a:prstGeom>
          <a:noFill/>
        </p:spPr>
        <p:txBody>
          <a:bodyPr wrap="square" rtlCol="0">
            <a:spAutoFit/>
          </a:bodyPr>
          <a:lstStyle/>
          <a:p>
            <a:r>
              <a:rPr lang="es-ES" sz="1400" dirty="0"/>
              <a:t>Preguntas:</a:t>
            </a:r>
            <a:endParaRPr lang="es-CL" sz="1400" dirty="0">
              <a:solidFill>
                <a:srgbClr val="0070C0"/>
              </a:solidFill>
            </a:endParaRPr>
          </a:p>
          <a:p>
            <a:pPr lvl="0"/>
            <a:r>
              <a:rPr lang="es-CL" sz="1400" dirty="0"/>
              <a:t>3. ¿Cómo has asegurado que tus interfaces de usuario sean efectivas y fáciles de usar para los usuarios? ¿Has realizado pruebas de usabilidad o recibido comentarios de los usuarios? </a:t>
            </a:r>
          </a:p>
          <a:p>
            <a:pPr algn="just"/>
            <a:r>
              <a:rPr lang="es-ES" sz="1400" dirty="0">
                <a:solidFill>
                  <a:srgbClr val="0070C0"/>
                </a:solidFill>
              </a:rPr>
              <a:t>Para asegurar que las interfaces de usuario sean efectivas y fáciles de usar, es fundamental realizar pruebas de usabilidad y recopilar comentarios de los usuarios. Estas son algunas estrategias comunes para lograrlo: Pruebas de Usabilidad:</a:t>
            </a:r>
          </a:p>
          <a:p>
            <a:pPr algn="just"/>
            <a:endParaRPr lang="es-ES" sz="1400" dirty="0">
              <a:solidFill>
                <a:srgbClr val="0070C0"/>
              </a:solidFill>
            </a:endParaRPr>
          </a:p>
          <a:p>
            <a:pPr algn="just"/>
            <a:r>
              <a:rPr lang="es-ES" sz="1400" dirty="0">
                <a:solidFill>
                  <a:srgbClr val="0070C0"/>
                </a:solidFill>
              </a:rPr>
              <a:t>Realizar pruebas con usuarios reales para identificar problemas de usabilidad.</a:t>
            </a:r>
          </a:p>
          <a:p>
            <a:pPr marL="628650" lvl="1" indent="-171450" algn="just">
              <a:buFont typeface="Arial" panose="020B0604020202020204" pitchFamily="34" charset="0"/>
              <a:buChar char="•"/>
            </a:pPr>
            <a:r>
              <a:rPr lang="es-ES" sz="1400" dirty="0">
                <a:solidFill>
                  <a:srgbClr val="0070C0"/>
                </a:solidFill>
              </a:rPr>
              <a:t>Observar cómo los usuarios interactúan con la interfaz y recopilar datos objetivos.</a:t>
            </a:r>
          </a:p>
          <a:p>
            <a:pPr marL="628650" lvl="1" indent="-171450" algn="just">
              <a:buFont typeface="Arial" panose="020B0604020202020204" pitchFamily="34" charset="0"/>
              <a:buChar char="•"/>
            </a:pPr>
            <a:r>
              <a:rPr lang="es-ES" sz="1400" dirty="0">
                <a:solidFill>
                  <a:srgbClr val="0070C0"/>
                </a:solidFill>
              </a:rPr>
              <a:t>Analizar los resultados para mejorar la experiencia del usuario.</a:t>
            </a:r>
          </a:p>
          <a:p>
            <a:pPr algn="just"/>
            <a:r>
              <a:rPr lang="es-ES" sz="1400" dirty="0">
                <a:solidFill>
                  <a:srgbClr val="0070C0"/>
                </a:solidFill>
              </a:rPr>
              <a:t>Recolección de Comentarios de Usuarios:</a:t>
            </a:r>
          </a:p>
          <a:p>
            <a:pPr marL="628650" lvl="1" indent="-171450" algn="just">
              <a:buFont typeface="Arial" panose="020B0604020202020204" pitchFamily="34" charset="0"/>
              <a:buChar char="•"/>
            </a:pPr>
            <a:r>
              <a:rPr lang="es-ES" sz="1400" dirty="0">
                <a:solidFill>
                  <a:srgbClr val="0070C0"/>
                </a:solidFill>
              </a:rPr>
              <a:t>Implementar formularios de retroalimentación para que los usuarios puedan expresar sus opiniones.</a:t>
            </a:r>
          </a:p>
          <a:p>
            <a:pPr marL="628650" lvl="1" indent="-171450" algn="just">
              <a:buFont typeface="Arial" panose="020B0604020202020204" pitchFamily="34" charset="0"/>
              <a:buChar char="•"/>
            </a:pPr>
            <a:r>
              <a:rPr lang="es-ES" sz="1400" dirty="0">
                <a:solidFill>
                  <a:srgbClr val="0070C0"/>
                </a:solidFill>
              </a:rPr>
              <a:t>Utilizar encuestas y entrevistas para obtener información detallada sobre la experiencia del usuario.</a:t>
            </a:r>
          </a:p>
          <a:p>
            <a:pPr marL="628650" lvl="1" indent="-171450" algn="just">
              <a:buFont typeface="Arial" panose="020B0604020202020204" pitchFamily="34" charset="0"/>
              <a:buChar char="•"/>
            </a:pPr>
            <a:r>
              <a:rPr lang="es-ES" sz="1400" dirty="0">
                <a:solidFill>
                  <a:srgbClr val="0070C0"/>
                </a:solidFill>
              </a:rPr>
              <a:t>Incorporar comentarios para realizar ajustes y mejoras continuas en la interfaz.</a:t>
            </a:r>
          </a:p>
          <a:p>
            <a:pPr lvl="1" algn="just"/>
            <a:endParaRPr lang="es-ES" sz="1400" dirty="0">
              <a:solidFill>
                <a:srgbClr val="0070C0"/>
              </a:solidFill>
            </a:endParaRPr>
          </a:p>
          <a:p>
            <a:pPr algn="just"/>
            <a:r>
              <a:rPr lang="es-ES" sz="1400" dirty="0">
                <a:solidFill>
                  <a:srgbClr val="0070C0"/>
                </a:solidFill>
              </a:rPr>
              <a:t>Al combinar pruebas de usabilidad con la retroalimentación de los usuarios, se puede garantizar que las interfaces sean intuitivas, eficientes y satisfactorias para quienes las utilizan.</a:t>
            </a:r>
            <a:endParaRPr lang="es-CL" sz="1400" dirty="0">
              <a:solidFill>
                <a:srgbClr val="0070C0"/>
              </a:solidFill>
            </a:endParaRPr>
          </a:p>
          <a:p>
            <a:pPr lvl="0" fontAlgn="base"/>
            <a:endParaRPr lang="es-CL" sz="1200" dirty="0"/>
          </a:p>
        </p:txBody>
      </p:sp>
    </p:spTree>
    <p:extLst>
      <p:ext uri="{BB962C8B-B14F-4D97-AF65-F5344CB8AC3E}">
        <p14:creationId xmlns:p14="http://schemas.microsoft.com/office/powerpoint/2010/main" val="25059926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a:extLst>
            <a:ext uri="{FF2B5EF4-FFF2-40B4-BE49-F238E27FC236}">
              <a16:creationId xmlns:a16="http://schemas.microsoft.com/office/drawing/2014/main" id="{BA5333C7-DEF7-F8B9-A71C-D21CB130A92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ABD4D31-E55B-9D1B-AE37-A958D5D4F321}"/>
              </a:ext>
            </a:extLst>
          </p:cNvPr>
          <p:cNvSpPr>
            <a:spLocks noGrp="1"/>
          </p:cNvSpPr>
          <p:nvPr>
            <p:ph type="title"/>
          </p:nvPr>
        </p:nvSpPr>
        <p:spPr>
          <a:xfrm>
            <a:off x="1043233" y="3029802"/>
            <a:ext cx="10105534" cy="1342782"/>
          </a:xfrm>
        </p:spPr>
        <p:txBody>
          <a:bodyPr/>
          <a:lstStyle/>
          <a:p>
            <a:pPr algn="ctr"/>
            <a:r>
              <a:rPr lang="es-MX" sz="3600" dirty="0">
                <a:solidFill>
                  <a:srgbClr val="FFFFFF"/>
                </a:solidFill>
                <a:latin typeface="Gotham"/>
              </a:rPr>
              <a:t>Taller</a:t>
            </a:r>
            <a:endParaRPr lang="es-ES" sz="3600" dirty="0"/>
          </a:p>
        </p:txBody>
      </p:sp>
    </p:spTree>
    <p:extLst>
      <p:ext uri="{BB962C8B-B14F-4D97-AF65-F5344CB8AC3E}">
        <p14:creationId xmlns:p14="http://schemas.microsoft.com/office/powerpoint/2010/main" val="41465009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989F3E90-4C06-2C14-515C-CBDD9872BE08}"/>
              </a:ext>
            </a:extLst>
          </p:cNvPr>
          <p:cNvSpPr>
            <a:spLocks noGrp="1"/>
          </p:cNvSpPr>
          <p:nvPr>
            <p:ph type="title"/>
          </p:nvPr>
        </p:nvSpPr>
        <p:spPr>
          <a:xfrm>
            <a:off x="2929179" y="614029"/>
            <a:ext cx="7733655" cy="602137"/>
          </a:xfrm>
        </p:spPr>
        <p:txBody>
          <a:bodyPr/>
          <a:lstStyle/>
          <a:p>
            <a:r>
              <a:rPr lang="es-ES" dirty="0">
                <a:solidFill>
                  <a:schemeClr val="tx1"/>
                </a:solidFill>
              </a:rPr>
              <a:t>Desarrollo</a:t>
            </a:r>
            <a:r>
              <a:rPr lang="es-ES" dirty="0">
                <a:solidFill>
                  <a:schemeClr val="bg1"/>
                </a:solidFill>
              </a:rPr>
              <a:t> del mini (caso/problema)</a:t>
            </a:r>
          </a:p>
        </p:txBody>
      </p:sp>
      <p:sp>
        <p:nvSpPr>
          <p:cNvPr id="5" name="CuadroTexto 4">
            <a:extLst>
              <a:ext uri="{FF2B5EF4-FFF2-40B4-BE49-F238E27FC236}">
                <a16:creationId xmlns:a16="http://schemas.microsoft.com/office/drawing/2014/main" id="{7B2632AB-0ACC-59EA-3FDC-68044C7067A9}"/>
              </a:ext>
            </a:extLst>
          </p:cNvPr>
          <p:cNvSpPr txBox="1"/>
          <p:nvPr/>
        </p:nvSpPr>
        <p:spPr>
          <a:xfrm>
            <a:off x="1256621" y="1264698"/>
            <a:ext cx="9852656" cy="4678204"/>
          </a:xfrm>
          <a:prstGeom prst="rect">
            <a:avLst/>
          </a:prstGeom>
          <a:noFill/>
        </p:spPr>
        <p:txBody>
          <a:bodyPr wrap="square" lIns="91440" tIns="45720" rIns="91440" bIns="45720" rtlCol="0" anchor="t">
            <a:spAutoFit/>
          </a:bodyPr>
          <a:lstStyle/>
          <a:p>
            <a:r>
              <a:rPr lang="es-ES" sz="1400" b="1" dirty="0">
                <a:solidFill>
                  <a:srgbClr val="0070C0"/>
                </a:solidFill>
              </a:rPr>
              <a:t>Contexto:</a:t>
            </a:r>
          </a:p>
          <a:p>
            <a:r>
              <a:rPr lang="es-ES" sz="1400" dirty="0">
                <a:solidFill>
                  <a:srgbClr val="0070C0"/>
                </a:solidFill>
              </a:rPr>
              <a:t>Una empresa de diseño de moda llamada "</a:t>
            </a:r>
            <a:r>
              <a:rPr lang="es-ES" sz="1400" dirty="0" err="1">
                <a:solidFill>
                  <a:srgbClr val="0070C0"/>
                </a:solidFill>
              </a:rPr>
              <a:t>Trendy</a:t>
            </a:r>
            <a:r>
              <a:rPr lang="es-ES" sz="1400" dirty="0">
                <a:solidFill>
                  <a:srgbClr val="0070C0"/>
                </a:solidFill>
              </a:rPr>
              <a:t> </a:t>
            </a:r>
            <a:r>
              <a:rPr lang="es-ES" sz="1400" dirty="0" err="1">
                <a:solidFill>
                  <a:srgbClr val="0070C0"/>
                </a:solidFill>
              </a:rPr>
              <a:t>Threads</a:t>
            </a:r>
            <a:r>
              <a:rPr lang="es-ES" sz="1400" dirty="0">
                <a:solidFill>
                  <a:srgbClr val="0070C0"/>
                </a:solidFill>
              </a:rPr>
              <a:t>" desea expandir su presencia en línea mediante la creación de un sitio web interactivo y atractivo para mostrar sus colecciones de ropa de manera visualmente impactante.</a:t>
            </a:r>
          </a:p>
          <a:p>
            <a:endParaRPr lang="es-ES" sz="1400" b="1" dirty="0">
              <a:solidFill>
                <a:srgbClr val="0070C0"/>
              </a:solidFill>
            </a:endParaRPr>
          </a:p>
          <a:p>
            <a:r>
              <a:rPr lang="es-ES" sz="1400" b="1" dirty="0">
                <a:solidFill>
                  <a:srgbClr val="0070C0"/>
                </a:solidFill>
              </a:rPr>
              <a:t>Descripción del Proyecto:</a:t>
            </a:r>
          </a:p>
          <a:p>
            <a:r>
              <a:rPr lang="es-ES" sz="1400" dirty="0">
                <a:solidFill>
                  <a:srgbClr val="0070C0"/>
                </a:solidFill>
              </a:rPr>
              <a:t>El equipo de desarrollo web de </a:t>
            </a:r>
            <a:r>
              <a:rPr lang="es-ES" sz="1400" dirty="0" err="1">
                <a:solidFill>
                  <a:srgbClr val="0070C0"/>
                </a:solidFill>
              </a:rPr>
              <a:t>Trendy</a:t>
            </a:r>
            <a:r>
              <a:rPr lang="es-ES" sz="1400" dirty="0">
                <a:solidFill>
                  <a:srgbClr val="0070C0"/>
                </a:solidFill>
              </a:rPr>
              <a:t> </a:t>
            </a:r>
            <a:r>
              <a:rPr lang="es-ES" sz="1400" dirty="0" err="1">
                <a:solidFill>
                  <a:srgbClr val="0070C0"/>
                </a:solidFill>
              </a:rPr>
              <a:t>Threads</a:t>
            </a:r>
            <a:r>
              <a:rPr lang="es-ES" sz="1400" dirty="0">
                <a:solidFill>
                  <a:srgbClr val="0070C0"/>
                </a:solidFill>
              </a:rPr>
              <a:t> se enfoca en el diseño </a:t>
            </a:r>
            <a:r>
              <a:rPr lang="es-ES" sz="1400" dirty="0" err="1">
                <a:solidFill>
                  <a:srgbClr val="0070C0"/>
                </a:solidFill>
              </a:rPr>
              <a:t>front-end</a:t>
            </a:r>
            <a:r>
              <a:rPr lang="es-ES" sz="1400" dirty="0">
                <a:solidFill>
                  <a:srgbClr val="0070C0"/>
                </a:solidFill>
              </a:rPr>
              <a:t> del sitio. Utilizan tecnologías como HTML, CSS y JavaScript para crear una experiencia de usuario atractiva y funcional. El objetivo es que los visitantes del sitio puedan navegar fácilmente por las diferentes categorías de ropa, ver imágenes detalladas de los productos y realizar compras de manera intuitiva.</a:t>
            </a:r>
          </a:p>
          <a:p>
            <a:endParaRPr lang="es-ES" sz="1400" dirty="0">
              <a:solidFill>
                <a:srgbClr val="0070C0"/>
              </a:solidFill>
            </a:endParaRPr>
          </a:p>
          <a:p>
            <a:r>
              <a:rPr lang="es-ES" sz="1400" b="1" dirty="0">
                <a:solidFill>
                  <a:srgbClr val="0070C0"/>
                </a:solidFill>
              </a:rPr>
              <a:t>Desarrollo Front-</a:t>
            </a:r>
            <a:r>
              <a:rPr lang="es-ES" sz="1400" b="1" dirty="0" err="1">
                <a:solidFill>
                  <a:srgbClr val="0070C0"/>
                </a:solidFill>
              </a:rPr>
              <a:t>End</a:t>
            </a:r>
            <a:r>
              <a:rPr lang="es-ES" sz="1400" dirty="0">
                <a:solidFill>
                  <a:srgbClr val="0070C0"/>
                </a:solidFill>
              </a:rPr>
              <a:t>:</a:t>
            </a:r>
          </a:p>
          <a:p>
            <a:pPr marL="285750" indent="-285750">
              <a:buFont typeface="Arial" panose="020B0604020202020204" pitchFamily="34" charset="0"/>
              <a:buChar char="•"/>
            </a:pPr>
            <a:r>
              <a:rPr lang="es-ES" sz="1400" dirty="0">
                <a:solidFill>
                  <a:srgbClr val="0070C0"/>
                </a:solidFill>
              </a:rPr>
              <a:t>Diseño Responsivo: Se aseguran de que el sitio sea compatible con dispositivos móviles para una experiencia de usuario óptima en </a:t>
            </a:r>
            <a:r>
              <a:rPr lang="es-ES" sz="1400" dirty="0" err="1">
                <a:solidFill>
                  <a:srgbClr val="0070C0"/>
                </a:solidFill>
              </a:rPr>
              <a:t>smartphones</a:t>
            </a:r>
            <a:r>
              <a:rPr lang="es-ES" sz="1400" dirty="0">
                <a:solidFill>
                  <a:srgbClr val="0070C0"/>
                </a:solidFill>
              </a:rPr>
              <a:t> y </a:t>
            </a:r>
            <a:r>
              <a:rPr lang="es-ES" sz="1400" dirty="0" err="1">
                <a:solidFill>
                  <a:srgbClr val="0070C0"/>
                </a:solidFill>
              </a:rPr>
              <a:t>tablets</a:t>
            </a:r>
            <a:r>
              <a:rPr lang="es-ES" sz="1400" dirty="0">
                <a:solidFill>
                  <a:srgbClr val="0070C0"/>
                </a:solidFill>
              </a:rPr>
              <a:t>.</a:t>
            </a:r>
          </a:p>
          <a:p>
            <a:pPr marL="285750" indent="-285750">
              <a:buFont typeface="Arial" panose="020B0604020202020204" pitchFamily="34" charset="0"/>
              <a:buChar char="•"/>
            </a:pPr>
            <a:r>
              <a:rPr lang="es-ES" sz="1400" dirty="0">
                <a:solidFill>
                  <a:srgbClr val="0070C0"/>
                </a:solidFill>
              </a:rPr>
              <a:t>Interactividad: Implementan efectos visuales atractivos como animaciones CSS y transiciones suaves para mejorar la interacción del usuario con el sitio.</a:t>
            </a:r>
          </a:p>
          <a:p>
            <a:pPr marL="285750" indent="-285750">
              <a:buFont typeface="Arial" panose="020B0604020202020204" pitchFamily="34" charset="0"/>
              <a:buChar char="•"/>
            </a:pPr>
            <a:r>
              <a:rPr lang="es-ES" sz="1400" dirty="0">
                <a:solidFill>
                  <a:srgbClr val="0070C0"/>
                </a:solidFill>
              </a:rPr>
              <a:t>Optimización de Imágenes: Utilizan técnicas de compresión de imágenes para garantizar tiempos de carga rápidos sin comprometer la calidad visual de las fotografías de los productos.</a:t>
            </a:r>
          </a:p>
          <a:p>
            <a:pPr marL="285750" indent="-285750">
              <a:buFont typeface="Arial" panose="020B0604020202020204" pitchFamily="34" charset="0"/>
              <a:buChar char="•"/>
            </a:pPr>
            <a:r>
              <a:rPr lang="es-ES" sz="1400" dirty="0">
                <a:solidFill>
                  <a:srgbClr val="0070C0"/>
                </a:solidFill>
              </a:rPr>
              <a:t>Navegación Intuitiva: Diseñan una estructura de navegación clara y sencilla para que los visitantes puedan encontrar fácilmente lo que buscan, ya sea por categoría de producto o por colección.</a:t>
            </a:r>
          </a:p>
          <a:p>
            <a:pPr marL="285750" indent="-285750">
              <a:buFont typeface="Arial" panose="020B0604020202020204" pitchFamily="34" charset="0"/>
              <a:buChar char="•"/>
            </a:pPr>
            <a:r>
              <a:rPr lang="es-ES" sz="1400" dirty="0">
                <a:solidFill>
                  <a:srgbClr val="0070C0"/>
                </a:solidFill>
              </a:rPr>
              <a:t>Integración de </a:t>
            </a:r>
            <a:r>
              <a:rPr lang="es-ES" sz="1400" dirty="0" err="1">
                <a:solidFill>
                  <a:srgbClr val="0070C0"/>
                </a:solidFill>
              </a:rPr>
              <a:t>APIs</a:t>
            </a:r>
            <a:r>
              <a:rPr lang="es-ES" sz="1400" dirty="0">
                <a:solidFill>
                  <a:srgbClr val="0070C0"/>
                </a:solidFill>
              </a:rPr>
              <a:t>: Implementan funcionalidades como carritos de compra dinámicos y sistemas de pago seguros utilizando </a:t>
            </a:r>
            <a:r>
              <a:rPr lang="es-ES" sz="1400" dirty="0" err="1">
                <a:solidFill>
                  <a:srgbClr val="0070C0"/>
                </a:solidFill>
              </a:rPr>
              <a:t>APIs</a:t>
            </a:r>
            <a:r>
              <a:rPr lang="es-ES" sz="1400" dirty="0">
                <a:solidFill>
                  <a:srgbClr val="0070C0"/>
                </a:solidFill>
              </a:rPr>
              <a:t> de terceros para mejorar la experiencia de compra en línea.</a:t>
            </a:r>
          </a:p>
          <a:p>
            <a:pPr marL="285750" indent="-285750" algn="just">
              <a:buFont typeface="Calibri"/>
              <a:buChar char="-"/>
            </a:pPr>
            <a:endParaRPr lang="es-ES" dirty="0">
              <a:ea typeface="Calibri" panose="020F0502020204030204"/>
              <a:cs typeface="Calibri" panose="020F0502020204030204"/>
            </a:endParaRPr>
          </a:p>
        </p:txBody>
      </p:sp>
    </p:spTree>
    <p:extLst>
      <p:ext uri="{BB962C8B-B14F-4D97-AF65-F5344CB8AC3E}">
        <p14:creationId xmlns:p14="http://schemas.microsoft.com/office/powerpoint/2010/main" val="19439268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989F3E90-4C06-2C14-515C-CBDD9872BE08}"/>
              </a:ext>
            </a:extLst>
          </p:cNvPr>
          <p:cNvSpPr>
            <a:spLocks noGrp="1"/>
          </p:cNvSpPr>
          <p:nvPr>
            <p:ph type="title"/>
          </p:nvPr>
        </p:nvSpPr>
        <p:spPr>
          <a:xfrm>
            <a:off x="3270475" y="418455"/>
            <a:ext cx="8508237" cy="627634"/>
          </a:xfrm>
        </p:spPr>
        <p:txBody>
          <a:bodyPr/>
          <a:lstStyle/>
          <a:p>
            <a:r>
              <a:rPr lang="es-ES" dirty="0">
                <a:solidFill>
                  <a:schemeClr val="tx1"/>
                </a:solidFill>
              </a:rPr>
              <a:t>Desarrollo del mini (caso/problema)</a:t>
            </a:r>
          </a:p>
        </p:txBody>
      </p:sp>
      <p:sp>
        <p:nvSpPr>
          <p:cNvPr id="5" name="CuadroTexto 4">
            <a:extLst>
              <a:ext uri="{FF2B5EF4-FFF2-40B4-BE49-F238E27FC236}">
                <a16:creationId xmlns:a16="http://schemas.microsoft.com/office/drawing/2014/main" id="{7B2632AB-0ACC-59EA-3FDC-68044C7067A9}"/>
              </a:ext>
            </a:extLst>
          </p:cNvPr>
          <p:cNvSpPr txBox="1"/>
          <p:nvPr/>
        </p:nvSpPr>
        <p:spPr>
          <a:xfrm>
            <a:off x="183772" y="1046088"/>
            <a:ext cx="11785314" cy="5970865"/>
          </a:xfrm>
          <a:prstGeom prst="rect">
            <a:avLst/>
          </a:prstGeom>
          <a:noFill/>
        </p:spPr>
        <p:txBody>
          <a:bodyPr wrap="square" lIns="91440" tIns="45720" rIns="91440" bIns="45720" rtlCol="0" anchor="t">
            <a:spAutoFit/>
          </a:bodyPr>
          <a:lstStyle/>
          <a:p>
            <a:r>
              <a:rPr lang="es-ES" b="1" dirty="0">
                <a:solidFill>
                  <a:srgbClr val="00263E"/>
                </a:solidFill>
                <a:ea typeface="Calibri"/>
                <a:cs typeface="Calibri"/>
              </a:rPr>
              <a:t>Preguntas:</a:t>
            </a:r>
          </a:p>
          <a:p>
            <a:r>
              <a:rPr lang="es-ES" sz="1200" dirty="0">
                <a:ea typeface="Calibri"/>
                <a:cs typeface="Calibri"/>
              </a:rPr>
              <a:t>ACÁ ELABORE COMO MÁXIMO 3 PREGUNTAS QUE SE ENFOQUEN A LOS INDICADORES DE LOGRO DE LA UNIDAD DE APRENDIZAJE. PUEDE OPTAR POR LOS INDICADORES DE MAYOR NIVEL DE EXIGENCIA.</a:t>
            </a:r>
          </a:p>
          <a:p>
            <a:endParaRPr lang="es-ES" sz="1200" dirty="0">
              <a:ea typeface="Calibri"/>
              <a:cs typeface="Calibri"/>
            </a:endParaRPr>
          </a:p>
          <a:p>
            <a:r>
              <a:rPr lang="es-ES" sz="1600" dirty="0"/>
              <a:t>1 ¿Por qué es importante la optimización de imágenes en un sitio web de moda como el de </a:t>
            </a:r>
            <a:r>
              <a:rPr lang="es-ES" sz="1600" dirty="0" err="1"/>
              <a:t>Trendy</a:t>
            </a:r>
            <a:r>
              <a:rPr lang="es-ES" sz="1600" dirty="0"/>
              <a:t> </a:t>
            </a:r>
            <a:r>
              <a:rPr lang="es-ES" sz="1600" dirty="0" err="1"/>
              <a:t>Threads</a:t>
            </a:r>
            <a:r>
              <a:rPr lang="es-ES" sz="1600" dirty="0"/>
              <a:t>?</a:t>
            </a:r>
          </a:p>
          <a:p>
            <a:pPr algn="just"/>
            <a:r>
              <a:rPr lang="es-ES" sz="1400" dirty="0">
                <a:solidFill>
                  <a:srgbClr val="0070C0"/>
                </a:solidFill>
              </a:rPr>
              <a:t>La optimización de imágenes es crucial en un sitio web de moda como el de </a:t>
            </a:r>
            <a:r>
              <a:rPr lang="es-ES" sz="1400" dirty="0" err="1">
                <a:solidFill>
                  <a:srgbClr val="0070C0"/>
                </a:solidFill>
              </a:rPr>
              <a:t>Trendy</a:t>
            </a:r>
            <a:r>
              <a:rPr lang="es-ES" sz="1400" dirty="0">
                <a:solidFill>
                  <a:srgbClr val="0070C0"/>
                </a:solidFill>
              </a:rPr>
              <a:t> </a:t>
            </a:r>
            <a:r>
              <a:rPr lang="es-ES" sz="1400" dirty="0" err="1">
                <a:solidFill>
                  <a:srgbClr val="0070C0"/>
                </a:solidFill>
              </a:rPr>
              <a:t>Threads</a:t>
            </a:r>
            <a:r>
              <a:rPr lang="es-ES" sz="1400" dirty="0">
                <a:solidFill>
                  <a:srgbClr val="0070C0"/>
                </a:solidFill>
              </a:rPr>
              <a:t> por varias razones:</a:t>
            </a:r>
          </a:p>
          <a:p>
            <a:pPr marL="742950" lvl="1" indent="-285750" algn="just">
              <a:buFont typeface="Arial" panose="020B0604020202020204" pitchFamily="34" charset="0"/>
              <a:buChar char="•"/>
            </a:pPr>
            <a:r>
              <a:rPr lang="es-ES" sz="1400" dirty="0">
                <a:solidFill>
                  <a:srgbClr val="0070C0"/>
                </a:solidFill>
              </a:rPr>
              <a:t>Experiencia del usuario: Imágenes de alta calidad son esenciales para mostrar los productos de manera atractiva y detallada, lo que mejora la experiencia de compra en línea.</a:t>
            </a:r>
          </a:p>
          <a:p>
            <a:pPr marL="742950" lvl="1" indent="-285750" algn="just">
              <a:buFont typeface="Arial" panose="020B0604020202020204" pitchFamily="34" charset="0"/>
              <a:buChar char="•"/>
            </a:pPr>
            <a:r>
              <a:rPr lang="es-ES" sz="1400" dirty="0">
                <a:solidFill>
                  <a:srgbClr val="0070C0"/>
                </a:solidFill>
              </a:rPr>
              <a:t>Velocidad de carga: La optimización de imágenes mediante técnicas de compresión ayuda a reducir los tiempos de carga de la página, lo que es fundamental para mantener a los usuarios interesados y evitar la pérdida de visitantes debido a tiempos de carga prolongados.</a:t>
            </a:r>
          </a:p>
          <a:p>
            <a:pPr marL="742950" lvl="1" indent="-285750" algn="just">
              <a:buFont typeface="Arial" panose="020B0604020202020204" pitchFamily="34" charset="0"/>
              <a:buChar char="•"/>
            </a:pPr>
            <a:r>
              <a:rPr lang="es-ES" sz="1400" dirty="0">
                <a:solidFill>
                  <a:srgbClr val="0070C0"/>
                </a:solidFill>
              </a:rPr>
              <a:t>SEO: Imágenes optimizadas contribuyen a mejorar el rendimiento SEO del sitio, ya que ayudan a acelerar la velocidad de carga, lo que a su vez puede influir positivamente en el posicionamiento en los motores de búsqueda.</a:t>
            </a:r>
          </a:p>
          <a:p>
            <a:pPr marL="742950" lvl="1" indent="-285750" algn="just">
              <a:buFont typeface="Arial" panose="020B0604020202020204" pitchFamily="34" charset="0"/>
              <a:buChar char="•"/>
            </a:pPr>
            <a:r>
              <a:rPr lang="es-ES" sz="1400" dirty="0">
                <a:solidFill>
                  <a:srgbClr val="0070C0"/>
                </a:solidFill>
              </a:rPr>
              <a:t>Ahorro de ancho de banda: Imágenes optimizadas consumen menos ancho de banda, lo que es beneficioso tanto para los usuarios que navegan en dispositivos móviles como para la empresa al reducir costos de alojamiento.</a:t>
            </a:r>
          </a:p>
          <a:p>
            <a:pPr algn="just"/>
            <a:endParaRPr lang="es-ES" sz="1400" dirty="0">
              <a:solidFill>
                <a:srgbClr val="0070C0"/>
              </a:solidFill>
            </a:endParaRPr>
          </a:p>
          <a:p>
            <a:r>
              <a:rPr lang="es-ES" sz="1600" dirty="0"/>
              <a:t>2 ¿Cómo puede </a:t>
            </a:r>
            <a:r>
              <a:rPr lang="es-ES" sz="1600" dirty="0" err="1"/>
              <a:t>Trendy</a:t>
            </a:r>
            <a:r>
              <a:rPr lang="es-ES" sz="1600" dirty="0"/>
              <a:t> </a:t>
            </a:r>
            <a:r>
              <a:rPr lang="es-ES" sz="1600" dirty="0" err="1"/>
              <a:t>Threads</a:t>
            </a:r>
            <a:r>
              <a:rPr lang="es-ES" sz="1600" dirty="0"/>
              <a:t> garantizar una navegación intuitiva en su sitio web de moda?</a:t>
            </a:r>
          </a:p>
          <a:p>
            <a:pPr algn="just"/>
            <a:r>
              <a:rPr lang="es-ES" sz="1400" dirty="0">
                <a:solidFill>
                  <a:srgbClr val="0070C0"/>
                </a:solidFill>
              </a:rPr>
              <a:t>Para asegurar una navegación intuitiva en su sitio web de moda, </a:t>
            </a:r>
            <a:r>
              <a:rPr lang="es-ES" sz="1400" dirty="0" err="1">
                <a:solidFill>
                  <a:srgbClr val="0070C0"/>
                </a:solidFill>
              </a:rPr>
              <a:t>Trendy</a:t>
            </a:r>
            <a:r>
              <a:rPr lang="es-ES" sz="1400" dirty="0">
                <a:solidFill>
                  <a:srgbClr val="0070C0"/>
                </a:solidFill>
              </a:rPr>
              <a:t> </a:t>
            </a:r>
            <a:r>
              <a:rPr lang="es-ES" sz="1400" dirty="0" err="1">
                <a:solidFill>
                  <a:srgbClr val="0070C0"/>
                </a:solidFill>
              </a:rPr>
              <a:t>Threads</a:t>
            </a:r>
            <a:r>
              <a:rPr lang="es-ES" sz="1400" dirty="0">
                <a:solidFill>
                  <a:srgbClr val="0070C0"/>
                </a:solidFill>
              </a:rPr>
              <a:t> puede implementar las siguientes estrategias:</a:t>
            </a:r>
          </a:p>
          <a:p>
            <a:pPr marL="742950" lvl="1" indent="-285750" algn="just">
              <a:buFont typeface="Arial" panose="020B0604020202020204" pitchFamily="34" charset="0"/>
              <a:buChar char="•"/>
            </a:pPr>
            <a:r>
              <a:rPr lang="es-ES" sz="1400" dirty="0">
                <a:solidFill>
                  <a:srgbClr val="0070C0"/>
                </a:solidFill>
              </a:rPr>
              <a:t>Menús claros y categorías bien definidas: Organizar los productos en categorías claras y fáciles de entender para que los visitantes puedan encontrar rápidamente lo que buscan.</a:t>
            </a:r>
          </a:p>
          <a:p>
            <a:pPr marL="742950" lvl="1" indent="-285750" algn="just">
              <a:buFont typeface="Arial" panose="020B0604020202020204" pitchFamily="34" charset="0"/>
              <a:buChar char="•"/>
            </a:pPr>
            <a:r>
              <a:rPr lang="es-ES" sz="1400" dirty="0">
                <a:solidFill>
                  <a:srgbClr val="0070C0"/>
                </a:solidFill>
              </a:rPr>
              <a:t>Búsqueda eficiente: Incluir una barra de búsqueda visible y funcional para que los usuarios puedan buscar productos específicos de manera rápida.</a:t>
            </a:r>
          </a:p>
          <a:p>
            <a:pPr marL="742950" lvl="1" indent="-285750" algn="just">
              <a:buFont typeface="Arial" panose="020B0604020202020204" pitchFamily="34" charset="0"/>
              <a:buChar char="•"/>
            </a:pPr>
            <a:r>
              <a:rPr lang="es-ES" sz="1400" dirty="0" err="1">
                <a:solidFill>
                  <a:srgbClr val="0070C0"/>
                </a:solidFill>
              </a:rPr>
              <a:t>Breadcrumb</a:t>
            </a:r>
            <a:r>
              <a:rPr lang="es-ES" sz="1400" dirty="0">
                <a:solidFill>
                  <a:srgbClr val="0070C0"/>
                </a:solidFill>
              </a:rPr>
              <a:t> </a:t>
            </a:r>
            <a:r>
              <a:rPr lang="es-ES" sz="1400" dirty="0" err="1">
                <a:solidFill>
                  <a:srgbClr val="0070C0"/>
                </a:solidFill>
              </a:rPr>
              <a:t>navigation</a:t>
            </a:r>
            <a:r>
              <a:rPr lang="es-ES" sz="1400" dirty="0">
                <a:solidFill>
                  <a:srgbClr val="0070C0"/>
                </a:solidFill>
              </a:rPr>
              <a:t>: Utilizar migas de pan (</a:t>
            </a:r>
            <a:r>
              <a:rPr lang="es-ES" sz="1400" dirty="0" err="1">
                <a:solidFill>
                  <a:srgbClr val="0070C0"/>
                </a:solidFill>
              </a:rPr>
              <a:t>breadcrumb</a:t>
            </a:r>
            <a:r>
              <a:rPr lang="es-ES" sz="1400" dirty="0">
                <a:solidFill>
                  <a:srgbClr val="0070C0"/>
                </a:solidFill>
              </a:rPr>
              <a:t>) para mostrar la ubicación del usuario en el sitio y facilitar la navegación hacia atrás.</a:t>
            </a:r>
          </a:p>
          <a:p>
            <a:pPr marL="742950" lvl="1" indent="-285750" algn="just">
              <a:buFont typeface="Arial" panose="020B0604020202020204" pitchFamily="34" charset="0"/>
              <a:buChar char="•"/>
            </a:pPr>
            <a:r>
              <a:rPr lang="es-ES" sz="1400" dirty="0">
                <a:solidFill>
                  <a:srgbClr val="0070C0"/>
                </a:solidFill>
              </a:rPr>
              <a:t>Filtros y opciones de ordenamiento: Permitir a los usuarios filtrar y ordenar los productos según sus preferencias, como talla, color, precio, etc.</a:t>
            </a:r>
          </a:p>
          <a:p>
            <a:pPr marL="742950" lvl="1" indent="-285750" algn="just">
              <a:buFont typeface="Arial" panose="020B0604020202020204" pitchFamily="34" charset="0"/>
              <a:buChar char="•"/>
            </a:pPr>
            <a:r>
              <a:rPr lang="es-ES" sz="1400" dirty="0">
                <a:solidFill>
                  <a:srgbClr val="0070C0"/>
                </a:solidFill>
              </a:rPr>
              <a:t>Diseño </a:t>
            </a:r>
            <a:r>
              <a:rPr lang="es-ES" sz="1400" dirty="0" err="1">
                <a:solidFill>
                  <a:srgbClr val="0070C0"/>
                </a:solidFill>
              </a:rPr>
              <a:t>responsive</a:t>
            </a:r>
            <a:r>
              <a:rPr lang="es-ES" sz="1400" dirty="0">
                <a:solidFill>
                  <a:srgbClr val="0070C0"/>
                </a:solidFill>
              </a:rPr>
              <a:t>: Asegurarse de que la navegación sea igualmente intuitiva en dispositivos móviles, adaptando el diseño para una experiencia coherente en todas las plataformas.</a:t>
            </a:r>
          </a:p>
          <a:p>
            <a:r>
              <a:rPr lang="es-ES" sz="1400" dirty="0">
                <a:solidFill>
                  <a:srgbClr val="0070C0"/>
                </a:solidFill>
              </a:rPr>
              <a:t>Implementando estas estrategias, </a:t>
            </a:r>
            <a:r>
              <a:rPr lang="es-ES" sz="1400" dirty="0" err="1">
                <a:solidFill>
                  <a:srgbClr val="0070C0"/>
                </a:solidFill>
              </a:rPr>
              <a:t>Trendy</a:t>
            </a:r>
            <a:r>
              <a:rPr lang="es-ES" sz="1400" dirty="0">
                <a:solidFill>
                  <a:srgbClr val="0070C0"/>
                </a:solidFill>
              </a:rPr>
              <a:t> </a:t>
            </a:r>
            <a:r>
              <a:rPr lang="es-ES" sz="1400" dirty="0" err="1">
                <a:solidFill>
                  <a:srgbClr val="0070C0"/>
                </a:solidFill>
              </a:rPr>
              <a:t>Threads</a:t>
            </a:r>
            <a:r>
              <a:rPr lang="es-ES" sz="1400" dirty="0">
                <a:solidFill>
                  <a:srgbClr val="0070C0"/>
                </a:solidFill>
              </a:rPr>
              <a:t> puede ofrecer a sus visitantes una experiencia de navegación fluida y satisfactoria en su sitio web de moda.</a:t>
            </a:r>
          </a:p>
          <a:p>
            <a:pPr algn="just"/>
            <a:endParaRPr lang="es-ES" sz="1600" dirty="0"/>
          </a:p>
        </p:txBody>
      </p:sp>
    </p:spTree>
    <p:extLst>
      <p:ext uri="{BB962C8B-B14F-4D97-AF65-F5344CB8AC3E}">
        <p14:creationId xmlns:p14="http://schemas.microsoft.com/office/powerpoint/2010/main" val="25904299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989F3E90-4C06-2C14-515C-CBDD9872BE08}"/>
              </a:ext>
            </a:extLst>
          </p:cNvPr>
          <p:cNvSpPr>
            <a:spLocks noGrp="1"/>
          </p:cNvSpPr>
          <p:nvPr>
            <p:ph type="title"/>
          </p:nvPr>
        </p:nvSpPr>
        <p:spPr>
          <a:xfrm>
            <a:off x="2449066" y="921532"/>
            <a:ext cx="8601226" cy="179147"/>
          </a:xfrm>
        </p:spPr>
        <p:txBody>
          <a:bodyPr/>
          <a:lstStyle/>
          <a:p>
            <a:r>
              <a:rPr lang="es-ES" dirty="0">
                <a:solidFill>
                  <a:schemeClr val="tx1"/>
                </a:solidFill>
              </a:rPr>
              <a:t>Desarrollo del mini (caso/problema)</a:t>
            </a:r>
          </a:p>
        </p:txBody>
      </p:sp>
      <p:sp>
        <p:nvSpPr>
          <p:cNvPr id="5" name="CuadroTexto 4">
            <a:extLst>
              <a:ext uri="{FF2B5EF4-FFF2-40B4-BE49-F238E27FC236}">
                <a16:creationId xmlns:a16="http://schemas.microsoft.com/office/drawing/2014/main" id="{7B2632AB-0ACC-59EA-3FDC-68044C7067A9}"/>
              </a:ext>
            </a:extLst>
          </p:cNvPr>
          <p:cNvSpPr txBox="1"/>
          <p:nvPr/>
        </p:nvSpPr>
        <p:spPr>
          <a:xfrm>
            <a:off x="197420" y="1100679"/>
            <a:ext cx="11785314" cy="3139321"/>
          </a:xfrm>
          <a:prstGeom prst="rect">
            <a:avLst/>
          </a:prstGeom>
          <a:noFill/>
        </p:spPr>
        <p:txBody>
          <a:bodyPr wrap="square" lIns="91440" tIns="45720" rIns="91440" bIns="45720" rtlCol="0" anchor="t">
            <a:spAutoFit/>
          </a:bodyPr>
          <a:lstStyle/>
          <a:p>
            <a:r>
              <a:rPr lang="es-ES" b="1" dirty="0">
                <a:solidFill>
                  <a:srgbClr val="00263E"/>
                </a:solidFill>
                <a:ea typeface="Calibri"/>
                <a:cs typeface="Calibri"/>
              </a:rPr>
              <a:t>Preguntas:</a:t>
            </a:r>
          </a:p>
          <a:p>
            <a:r>
              <a:rPr lang="es-ES" sz="1200" dirty="0">
                <a:ea typeface="Calibri"/>
                <a:cs typeface="Calibri"/>
              </a:rPr>
              <a:t>ACÁ ELABORE COMO MÁXIMO 3 PREGUNTAS QUE SE ENFOQUEN A LOS INDICADORES DE LOGRO DE LA UNIDAD DE APRENDIZAJE. PUEDE OPTAR POR LOS INDICADORES DE MAYOR NIVEL DE EXIGENCIA.</a:t>
            </a:r>
          </a:p>
          <a:p>
            <a:endParaRPr lang="es-ES" sz="1200" dirty="0">
              <a:ea typeface="Calibri"/>
              <a:cs typeface="Calibri"/>
            </a:endParaRPr>
          </a:p>
          <a:p>
            <a:r>
              <a:rPr lang="es-ES" sz="1600" dirty="0"/>
              <a:t>3. ¿cuáles son las tecnologías que utiliza el equipo de desarrollo web de </a:t>
            </a:r>
            <a:r>
              <a:rPr lang="es-ES" sz="1600" dirty="0" err="1"/>
              <a:t>trendy</a:t>
            </a:r>
            <a:r>
              <a:rPr lang="es-ES" sz="1600" dirty="0"/>
              <a:t> </a:t>
            </a:r>
            <a:r>
              <a:rPr lang="es-ES" sz="1600" dirty="0" err="1"/>
              <a:t>threads</a:t>
            </a:r>
            <a:r>
              <a:rPr lang="es-ES" sz="1600" dirty="0"/>
              <a:t> para crear una experiencia de usuario atractiva y funcional</a:t>
            </a:r>
            <a:endParaRPr lang="es-ES" sz="1600" dirty="0">
              <a:solidFill>
                <a:srgbClr val="00263E"/>
              </a:solidFill>
              <a:ea typeface="Calibri"/>
              <a:cs typeface="Calibri"/>
            </a:endParaRPr>
          </a:p>
          <a:p>
            <a:r>
              <a:rPr lang="es-ES" sz="1600" dirty="0">
                <a:solidFill>
                  <a:srgbClr val="0070C0"/>
                </a:solidFill>
              </a:rPr>
              <a:t>El equipo de desarrollo web de </a:t>
            </a:r>
            <a:r>
              <a:rPr lang="es-ES" sz="1600" dirty="0" err="1">
                <a:solidFill>
                  <a:srgbClr val="0070C0"/>
                </a:solidFill>
              </a:rPr>
              <a:t>Trendy</a:t>
            </a:r>
            <a:r>
              <a:rPr lang="es-ES" sz="1600" dirty="0">
                <a:solidFill>
                  <a:srgbClr val="0070C0"/>
                </a:solidFill>
              </a:rPr>
              <a:t> </a:t>
            </a:r>
            <a:r>
              <a:rPr lang="es-ES" sz="1600" dirty="0" err="1">
                <a:solidFill>
                  <a:srgbClr val="0070C0"/>
                </a:solidFill>
              </a:rPr>
              <a:t>Threads</a:t>
            </a:r>
            <a:r>
              <a:rPr lang="es-ES" sz="1600" dirty="0">
                <a:solidFill>
                  <a:srgbClr val="0070C0"/>
                </a:solidFill>
              </a:rPr>
              <a:t> utiliza las siguientes tecnologías para crear una experiencia de usuario atractiva y funcional:</a:t>
            </a:r>
          </a:p>
          <a:p>
            <a:pPr marL="742950" lvl="1" indent="-285750">
              <a:buFont typeface="Arial" panose="020B0604020202020204" pitchFamily="34" charset="0"/>
              <a:buChar char="•"/>
            </a:pPr>
            <a:r>
              <a:rPr lang="es-ES" sz="1600" dirty="0">
                <a:solidFill>
                  <a:srgbClr val="0070C0"/>
                </a:solidFill>
              </a:rPr>
              <a:t>HTML: Utilizado para la estructura y contenido de la página web.</a:t>
            </a:r>
          </a:p>
          <a:p>
            <a:pPr marL="742950" lvl="1" indent="-285750">
              <a:buFont typeface="Arial" panose="020B0604020202020204" pitchFamily="34" charset="0"/>
              <a:buChar char="•"/>
            </a:pPr>
            <a:r>
              <a:rPr lang="es-ES" sz="1600" dirty="0">
                <a:solidFill>
                  <a:srgbClr val="0070C0"/>
                </a:solidFill>
              </a:rPr>
              <a:t>CSS: Empleado para el diseño y estilo visual de la página.</a:t>
            </a:r>
          </a:p>
          <a:p>
            <a:pPr marL="742950" lvl="1" indent="-285750">
              <a:buFont typeface="Arial" panose="020B0604020202020204" pitchFamily="34" charset="0"/>
              <a:buChar char="•"/>
            </a:pPr>
            <a:r>
              <a:rPr lang="es-ES" sz="1600" dirty="0">
                <a:solidFill>
                  <a:srgbClr val="0070C0"/>
                </a:solidFill>
              </a:rPr>
              <a:t>JavaScript: Utilizado para la interactividad y funcionalidades dinámicas en la página.</a:t>
            </a:r>
          </a:p>
          <a:p>
            <a:pPr lvl="1"/>
            <a:endParaRPr lang="es-ES" sz="1600" dirty="0">
              <a:solidFill>
                <a:srgbClr val="0070C0"/>
              </a:solidFill>
            </a:endParaRPr>
          </a:p>
          <a:p>
            <a:r>
              <a:rPr lang="es-ES" sz="1600" dirty="0">
                <a:solidFill>
                  <a:srgbClr val="0070C0"/>
                </a:solidFill>
              </a:rPr>
              <a:t>Estas tecnologías son fundamentales para el diseño </a:t>
            </a:r>
            <a:r>
              <a:rPr lang="es-ES" sz="1600" dirty="0" err="1">
                <a:solidFill>
                  <a:srgbClr val="0070C0"/>
                </a:solidFill>
              </a:rPr>
              <a:t>front-end</a:t>
            </a:r>
            <a:r>
              <a:rPr lang="es-ES" sz="1600" dirty="0">
                <a:solidFill>
                  <a:srgbClr val="0070C0"/>
                </a:solidFill>
              </a:rPr>
              <a:t> del sitio web de </a:t>
            </a:r>
            <a:r>
              <a:rPr lang="es-ES" sz="1600" dirty="0" err="1">
                <a:solidFill>
                  <a:srgbClr val="0070C0"/>
                </a:solidFill>
              </a:rPr>
              <a:t>Trendy</a:t>
            </a:r>
            <a:r>
              <a:rPr lang="es-ES" sz="1600" dirty="0">
                <a:solidFill>
                  <a:srgbClr val="0070C0"/>
                </a:solidFill>
              </a:rPr>
              <a:t> </a:t>
            </a:r>
            <a:r>
              <a:rPr lang="es-ES" sz="1600" dirty="0" err="1">
                <a:solidFill>
                  <a:srgbClr val="0070C0"/>
                </a:solidFill>
              </a:rPr>
              <a:t>Threads</a:t>
            </a:r>
            <a:r>
              <a:rPr lang="es-ES" sz="1600" dirty="0">
                <a:solidFill>
                  <a:srgbClr val="0070C0"/>
                </a:solidFill>
              </a:rPr>
              <a:t>, permitiendo la creación de una experiencia de usuario visualmente impactante y funcional.</a:t>
            </a:r>
            <a:endParaRPr lang="es-ES" sz="1600" dirty="0">
              <a:solidFill>
                <a:srgbClr val="0070C0"/>
              </a:solidFill>
              <a:ea typeface="Calibri"/>
              <a:cs typeface="Calibri"/>
            </a:endParaRPr>
          </a:p>
        </p:txBody>
      </p:sp>
    </p:spTree>
    <p:extLst>
      <p:ext uri="{BB962C8B-B14F-4D97-AF65-F5344CB8AC3E}">
        <p14:creationId xmlns:p14="http://schemas.microsoft.com/office/powerpoint/2010/main" val="1621450941"/>
      </p:ext>
    </p:extLst>
  </p:cSld>
  <p:clrMapOvr>
    <a:masterClrMapping/>
  </p:clrMapOvr>
</p:sld>
</file>

<file path=ppt/theme/theme1.xml><?xml version="1.0" encoding="utf-8"?>
<a:theme xmlns:a="http://schemas.openxmlformats.org/drawingml/2006/main" name="IPSS 2024">
  <a:themeElements>
    <a:clrScheme name="Retrospección">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ció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ción">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IPSS 2024" id="{83E39B23-AEE5-4B82-B116-A3224D259F40}" vid="{D7AFF6EA-43F7-438E-987A-359C806801AD}"/>
    </a:ext>
  </a:extLst>
</a:theme>
</file>

<file path=ppt/theme/theme2.xml><?xml version="1.0" encoding="utf-8"?>
<a:theme xmlns:a="http://schemas.openxmlformats.org/drawingml/2006/main" name="Plantilla Institucional CIISA">
  <a:themeElements>
    <a:clrScheme name="Retrospección">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ció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ción">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Plantilla_Institucional-2021" id="{D6758B44-4591-4742-9426-1DF69164099C}" vid="{2BD42133-B291-4B97-8F0A-E5C885E715A2}"/>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bda1ad10-d4bb-41ec-a603-c5fb97d92d9b" xsi:nil="true"/>
    <lcf76f155ced4ddcb4097134ff3c332f xmlns="a78bb83c-f79f-4baf-ae30-fdf209467eca">
      <Terms xmlns="http://schemas.microsoft.com/office/infopath/2007/PartnerControls"/>
    </lcf76f155ced4ddcb4097134ff3c332f>
    <SharedWithUsers xmlns="bda1ad10-d4bb-41ec-a603-c5fb97d92d9b">
      <UserInfo>
        <DisplayName/>
        <AccountId xsi:nil="true"/>
        <AccountType/>
      </UserInfo>
    </SharedWithUsers>
    <MediaLengthInSeconds xmlns="a78bb83c-f79f-4baf-ae30-fdf209467eca"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o" ma:contentTypeID="0x0101009CD8E051C034CD4AB7AA71D698AE8B30" ma:contentTypeVersion="14" ma:contentTypeDescription="Crear nuevo documento." ma:contentTypeScope="" ma:versionID="ba84be2a6c96e4e44c55bd7316411ed7">
  <xsd:schema xmlns:xsd="http://www.w3.org/2001/XMLSchema" xmlns:xs="http://www.w3.org/2001/XMLSchema" xmlns:p="http://schemas.microsoft.com/office/2006/metadata/properties" xmlns:ns2="bda1ad10-d4bb-41ec-a603-c5fb97d92d9b" xmlns:ns3="a78bb83c-f79f-4baf-ae30-fdf209467eca" targetNamespace="http://schemas.microsoft.com/office/2006/metadata/properties" ma:root="true" ma:fieldsID="41ef44b21c7357b5eadf57dcc10076a1" ns2:_="" ns3:_="">
    <xsd:import namespace="bda1ad10-d4bb-41ec-a603-c5fb97d92d9b"/>
    <xsd:import namespace="a78bb83c-f79f-4baf-ae30-fdf209467eca"/>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lcf76f155ced4ddcb4097134ff3c332f" minOccurs="0"/>
                <xsd:element ref="ns2:TaxCatchAll"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MediaServiceLocation"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da1ad10-d4bb-41ec-a603-c5fb97d92d9b" elementFormDefault="qualified">
    <xsd:import namespace="http://schemas.microsoft.com/office/2006/documentManagement/types"/>
    <xsd:import namespace="http://schemas.microsoft.com/office/infopath/2007/PartnerControls"/>
    <xsd:element name="SharedWithUsers" ma:index="8"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Detalles de uso compartido" ma:internalName="SharedWithDetails" ma:readOnly="true">
      <xsd:simpleType>
        <xsd:restriction base="dms:Note">
          <xsd:maxLength value="255"/>
        </xsd:restriction>
      </xsd:simpleType>
    </xsd:element>
    <xsd:element name="TaxCatchAll" ma:index="14" nillable="true" ma:displayName="Taxonomy Catch All Column" ma:hidden="true" ma:list="{d06eb44f-0cc1-4f80-a712-3bf3176deb3c}" ma:internalName="TaxCatchAll" ma:showField="CatchAllData" ma:web="bda1ad10-d4bb-41ec-a603-c5fb97d92d9b">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a78bb83c-f79f-4baf-ae30-fdf209467eca"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Etiquetas de imagen" ma:readOnly="false" ma:fieldId="{5cf76f15-5ced-4ddc-b409-7134ff3c332f}" ma:taxonomyMulti="true" ma:sspId="5d370a8b-1d73-4c2e-b75a-e5292e92d2ad"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0" nillable="true" ma:displayName="Location" ma:indexed="true" ma:internalName="MediaServiceLocation" ma:readOnly="true">
      <xsd:simpleType>
        <xsd:restriction base="dms:Text"/>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0D21582-FC00-409E-B0FE-B85F4A2AD932}">
  <ds:schemaRefs>
    <ds:schemaRef ds:uri="http://schemas.microsoft.com/office/2006/documentManagement/types"/>
    <ds:schemaRef ds:uri="a78bb83c-f79f-4baf-ae30-fdf209467eca"/>
    <ds:schemaRef ds:uri="http://schemas.microsoft.com/office/infopath/2007/PartnerControls"/>
    <ds:schemaRef ds:uri="bda1ad10-d4bb-41ec-a603-c5fb97d92d9b"/>
    <ds:schemaRef ds:uri="http://purl.org/dc/elements/1.1/"/>
    <ds:schemaRef ds:uri="http://purl.org/dc/terms/"/>
    <ds:schemaRef ds:uri="http://schemas.microsoft.com/office/2006/metadata/properties"/>
    <ds:schemaRef ds:uri="http://www.w3.org/XML/1998/namespace"/>
    <ds:schemaRef ds:uri="http://schemas.openxmlformats.org/package/2006/metadata/core-properties"/>
    <ds:schemaRef ds:uri="http://purl.org/dc/dcmitype/"/>
  </ds:schemaRefs>
</ds:datastoreItem>
</file>

<file path=customXml/itemProps2.xml><?xml version="1.0" encoding="utf-8"?>
<ds:datastoreItem xmlns:ds="http://schemas.openxmlformats.org/officeDocument/2006/customXml" ds:itemID="{87F4E0E8-DCD7-4FED-941D-0AB556AD80FE}">
  <ds:schemaRefs>
    <ds:schemaRef ds:uri="http://schemas.microsoft.com/sharepoint/v3/contenttype/forms"/>
  </ds:schemaRefs>
</ds:datastoreItem>
</file>

<file path=customXml/itemProps3.xml><?xml version="1.0" encoding="utf-8"?>
<ds:datastoreItem xmlns:ds="http://schemas.openxmlformats.org/officeDocument/2006/customXml" ds:itemID="{4661082E-0D03-494C-9BAA-97B6381D5E43}">
  <ds:schemaRefs>
    <ds:schemaRef ds:uri="a78bb83c-f79f-4baf-ae30-fdf209467eca"/>
    <ds:schemaRef ds:uri="bda1ad10-d4bb-41ec-a603-c5fb97d92d9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IPSS 2024</Template>
  <TotalTime>802</TotalTime>
  <Words>1728</Words>
  <Application>Microsoft Office PowerPoint</Application>
  <PresentationFormat>Panorámica</PresentationFormat>
  <Paragraphs>115</Paragraphs>
  <Slides>13</Slides>
  <Notes>0</Notes>
  <HiddenSlides>0</HiddenSlides>
  <MMClips>0</MMClips>
  <ScaleCrop>false</ScaleCrop>
  <HeadingPairs>
    <vt:vector size="6" baseType="variant">
      <vt:variant>
        <vt:lpstr>Fuentes usadas</vt:lpstr>
      </vt:variant>
      <vt:variant>
        <vt:i4>3</vt:i4>
      </vt:variant>
      <vt:variant>
        <vt:lpstr>Tema</vt:lpstr>
      </vt:variant>
      <vt:variant>
        <vt:i4>2</vt:i4>
      </vt:variant>
      <vt:variant>
        <vt:lpstr>Títulos de diapositiva</vt:lpstr>
      </vt:variant>
      <vt:variant>
        <vt:i4>13</vt:i4>
      </vt:variant>
    </vt:vector>
  </HeadingPairs>
  <TitlesOfParts>
    <vt:vector size="18" baseType="lpstr">
      <vt:lpstr>Arial</vt:lpstr>
      <vt:lpstr>Calibri</vt:lpstr>
      <vt:lpstr>Gotham</vt:lpstr>
      <vt:lpstr>IPSS 2024</vt:lpstr>
      <vt:lpstr>Plantilla Institucional CIISA</vt:lpstr>
      <vt:lpstr>Unidad 2</vt:lpstr>
      <vt:lpstr>ÍNDICE</vt:lpstr>
      <vt:lpstr>Introducción </vt:lpstr>
      <vt:lpstr>RESUMEN UNIDAD</vt:lpstr>
      <vt:lpstr>Resumen unidad</vt:lpstr>
      <vt:lpstr>Retroalimentaciones actividades asincrónicas</vt:lpstr>
      <vt:lpstr>Apunte activador de aprendizaje</vt:lpstr>
      <vt:lpstr>Foro crítico reflexivo</vt:lpstr>
      <vt:lpstr>Foro crítico reflexivo</vt:lpstr>
      <vt:lpstr>Taller</vt:lpstr>
      <vt:lpstr>Desarrollo del mini (caso/problema)</vt:lpstr>
      <vt:lpstr>Desarrollo del mini (caso/problema)</vt:lpstr>
      <vt:lpstr>Desarrollo del mini (caso/problema)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Lorem ipsum</dc:title>
  <dc:creator>César Díaz</dc:creator>
  <cp:lastModifiedBy>Tatiana Zuñiga Vicencio</cp:lastModifiedBy>
  <cp:revision>320</cp:revision>
  <dcterms:created xsi:type="dcterms:W3CDTF">2023-07-19T16:06:31Z</dcterms:created>
  <dcterms:modified xsi:type="dcterms:W3CDTF">2025-03-24T02:13:25Z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0x0101009CD8E051C034CD4AB7AA71D698AE8B30</vt:lpwstr>
  </property>
  <property fmtid="{D5CDD505-2E9C-101B-9397-08002B2CF9AE}" pid="3" name="MediaServiceImageTags">
    <vt:lpwstr/>
  </property>
  <property fmtid="{D5CDD505-2E9C-101B-9397-08002B2CF9AE}" pid="4" name="Order">
    <vt:r8>217300</vt:r8>
  </property>
  <property fmtid="{D5CDD505-2E9C-101B-9397-08002B2CF9AE}" pid="5" name="ComplianceAssetId">
    <vt:lpwstr/>
  </property>
  <property fmtid="{D5CDD505-2E9C-101B-9397-08002B2CF9AE}" pid="6" name="_ExtendedDescription">
    <vt:lpwstr/>
  </property>
  <property fmtid="{D5CDD505-2E9C-101B-9397-08002B2CF9AE}" pid="7" name="TriggerFlowInfo">
    <vt:lpwstr/>
  </property>
</Properties>
</file>